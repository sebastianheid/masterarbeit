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7"/>
  </p:notesMasterIdLst>
  <p:sldIdLst>
    <p:sldId id="256" r:id="rId2"/>
    <p:sldId id="260" r:id="rId3"/>
    <p:sldId id="261" r:id="rId4"/>
    <p:sldId id="258" r:id="rId5"/>
    <p:sldId id="259" r:id="rId6"/>
  </p:sldIdLst>
  <p:sldSz cx="14400213" cy="14400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C893"/>
    <a:srgbClr val="CED396"/>
    <a:srgbClr val="FFFFB8"/>
    <a:srgbClr val="827E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958"/>
    <p:restoredTop sz="94648"/>
  </p:normalViewPr>
  <p:slideViewPr>
    <p:cSldViewPr snapToGrid="0">
      <p:cViewPr>
        <p:scale>
          <a:sx n="86" d="100"/>
          <a:sy n="86" d="100"/>
        </p:scale>
        <p:origin x="144" y="-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FB2131-93BF-BC44-B00B-3FB86A347CA6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367588-EEFF-624B-9E35-AB42EB90CE6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7373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727942" rtl="0" eaLnBrk="1" latinLnBrk="0" hangingPunct="1">
      <a:defRPr sz="2268" kern="1200">
        <a:solidFill>
          <a:schemeClr val="tx1"/>
        </a:solidFill>
        <a:latin typeface="+mn-lt"/>
        <a:ea typeface="+mn-ea"/>
        <a:cs typeface="+mn-cs"/>
      </a:defRPr>
    </a:lvl1pPr>
    <a:lvl2pPr marL="863971" algn="l" defTabSz="1727942" rtl="0" eaLnBrk="1" latinLnBrk="0" hangingPunct="1">
      <a:defRPr sz="2268" kern="1200">
        <a:solidFill>
          <a:schemeClr val="tx1"/>
        </a:solidFill>
        <a:latin typeface="+mn-lt"/>
        <a:ea typeface="+mn-ea"/>
        <a:cs typeface="+mn-cs"/>
      </a:defRPr>
    </a:lvl2pPr>
    <a:lvl3pPr marL="1727942" algn="l" defTabSz="1727942" rtl="0" eaLnBrk="1" latinLnBrk="0" hangingPunct="1">
      <a:defRPr sz="2268" kern="1200">
        <a:solidFill>
          <a:schemeClr val="tx1"/>
        </a:solidFill>
        <a:latin typeface="+mn-lt"/>
        <a:ea typeface="+mn-ea"/>
        <a:cs typeface="+mn-cs"/>
      </a:defRPr>
    </a:lvl3pPr>
    <a:lvl4pPr marL="2591913" algn="l" defTabSz="1727942" rtl="0" eaLnBrk="1" latinLnBrk="0" hangingPunct="1">
      <a:defRPr sz="2268" kern="1200">
        <a:solidFill>
          <a:schemeClr val="tx1"/>
        </a:solidFill>
        <a:latin typeface="+mn-lt"/>
        <a:ea typeface="+mn-ea"/>
        <a:cs typeface="+mn-cs"/>
      </a:defRPr>
    </a:lvl4pPr>
    <a:lvl5pPr marL="3455883" algn="l" defTabSz="1727942" rtl="0" eaLnBrk="1" latinLnBrk="0" hangingPunct="1">
      <a:defRPr sz="2268" kern="1200">
        <a:solidFill>
          <a:schemeClr val="tx1"/>
        </a:solidFill>
        <a:latin typeface="+mn-lt"/>
        <a:ea typeface="+mn-ea"/>
        <a:cs typeface="+mn-cs"/>
      </a:defRPr>
    </a:lvl5pPr>
    <a:lvl6pPr marL="4319854" algn="l" defTabSz="1727942" rtl="0" eaLnBrk="1" latinLnBrk="0" hangingPunct="1">
      <a:defRPr sz="2268" kern="1200">
        <a:solidFill>
          <a:schemeClr val="tx1"/>
        </a:solidFill>
        <a:latin typeface="+mn-lt"/>
        <a:ea typeface="+mn-ea"/>
        <a:cs typeface="+mn-cs"/>
      </a:defRPr>
    </a:lvl6pPr>
    <a:lvl7pPr marL="5183825" algn="l" defTabSz="1727942" rtl="0" eaLnBrk="1" latinLnBrk="0" hangingPunct="1">
      <a:defRPr sz="2268" kern="1200">
        <a:solidFill>
          <a:schemeClr val="tx1"/>
        </a:solidFill>
        <a:latin typeface="+mn-lt"/>
        <a:ea typeface="+mn-ea"/>
        <a:cs typeface="+mn-cs"/>
      </a:defRPr>
    </a:lvl7pPr>
    <a:lvl8pPr marL="6047796" algn="l" defTabSz="1727942" rtl="0" eaLnBrk="1" latinLnBrk="0" hangingPunct="1">
      <a:defRPr sz="2268" kern="1200">
        <a:solidFill>
          <a:schemeClr val="tx1"/>
        </a:solidFill>
        <a:latin typeface="+mn-lt"/>
        <a:ea typeface="+mn-ea"/>
        <a:cs typeface="+mn-cs"/>
      </a:defRPr>
    </a:lvl8pPr>
    <a:lvl9pPr marL="6911767" algn="l" defTabSz="1727942" rtl="0" eaLnBrk="1" latinLnBrk="0" hangingPunct="1">
      <a:defRPr sz="2268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4F74F-E1EB-F71D-F4A5-2CAE4CD80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F03DA67-3D91-0792-A380-00D242C9BA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903F444-5840-C055-4453-90236B4517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17A8219-0D2E-B5E7-C095-A50F203420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367588-EEFF-624B-9E35-AB42EB90CE6C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24221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B9745-D22A-3497-65C8-2BDF0F4B6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DA716C6-A9D1-DC2D-8C81-24186ED7B0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CD7C595-6570-73BC-CEEE-3A58F323E1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771DF22-1079-30A4-D612-148E3C808B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367588-EEFF-624B-9E35-AB42EB90CE6C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85401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E59CF-64EB-15F1-7164-B5AA3075E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A2A41DD-C1B3-AD30-1122-41C3156F45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41ADBBB-A6A7-76F4-BC36-A2B426E2EA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12,5 2,375 10,125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1D53AE5-0F32-C737-C8B3-C41CED38F0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367588-EEFF-624B-9E35-AB42EB90CE6C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05674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03961-00C8-7D38-0E49-49FFA8FB1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12C90BA-BDDC-7A41-6D09-4CED09C01C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5829B6F-69C0-13B6-9092-CC9B083E9D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12,5 2,375 10,125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80B390C-D3DA-03D1-ED40-84D04327C3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367588-EEFF-624B-9E35-AB42EB90CE6C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75564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80016" y="2356703"/>
            <a:ext cx="12240181" cy="5013407"/>
          </a:xfrm>
        </p:spPr>
        <p:txBody>
          <a:bodyPr anchor="b"/>
          <a:lstStyle>
            <a:lvl1pPr algn="ctr">
              <a:defRPr sz="944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00027" y="7563446"/>
            <a:ext cx="10800160" cy="3476717"/>
          </a:xfrm>
        </p:spPr>
        <p:txBody>
          <a:bodyPr/>
          <a:lstStyle>
            <a:lvl1pPr marL="0" indent="0" algn="ctr">
              <a:buNone/>
              <a:defRPr sz="3780"/>
            </a:lvl1pPr>
            <a:lvl2pPr marL="719999" indent="0" algn="ctr">
              <a:buNone/>
              <a:defRPr sz="3150"/>
            </a:lvl2pPr>
            <a:lvl3pPr marL="1439997" indent="0" algn="ctr">
              <a:buNone/>
              <a:defRPr sz="2835"/>
            </a:lvl3pPr>
            <a:lvl4pPr marL="2159996" indent="0" algn="ctr">
              <a:buNone/>
              <a:defRPr sz="2520"/>
            </a:lvl4pPr>
            <a:lvl5pPr marL="2879994" indent="0" algn="ctr">
              <a:buNone/>
              <a:defRPr sz="2520"/>
            </a:lvl5pPr>
            <a:lvl6pPr marL="3599993" indent="0" algn="ctr">
              <a:buNone/>
              <a:defRPr sz="2520"/>
            </a:lvl6pPr>
            <a:lvl7pPr marL="4319991" indent="0" algn="ctr">
              <a:buNone/>
              <a:defRPr sz="2520"/>
            </a:lvl7pPr>
            <a:lvl8pPr marL="5039990" indent="0" algn="ctr">
              <a:buNone/>
              <a:defRPr sz="2520"/>
            </a:lvl8pPr>
            <a:lvl9pPr marL="5759988" indent="0" algn="ctr">
              <a:buNone/>
              <a:defRPr sz="252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0DAA9-D872-7549-A01D-4215341119AE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F50664-F812-9242-8A9E-7CC5D876D3F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35332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0DAA9-D872-7549-A01D-4215341119AE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F50664-F812-9242-8A9E-7CC5D876D3F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75336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515" y="3590057"/>
            <a:ext cx="12420184" cy="5990088"/>
          </a:xfrm>
        </p:spPr>
        <p:txBody>
          <a:bodyPr anchor="b"/>
          <a:lstStyle>
            <a:lvl1pPr>
              <a:defRPr sz="944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2515" y="9636813"/>
            <a:ext cx="12420184" cy="3150046"/>
          </a:xfrm>
        </p:spPr>
        <p:txBody>
          <a:bodyPr/>
          <a:lstStyle>
            <a:lvl1pPr marL="0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1pPr>
            <a:lvl2pPr marL="719999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2pPr>
            <a:lvl3pPr marL="1439997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3pPr>
            <a:lvl4pPr marL="2159996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4pPr>
            <a:lvl5pPr marL="2879994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5pPr>
            <a:lvl6pPr marL="3599993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6pPr>
            <a:lvl7pPr marL="4319991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7pPr>
            <a:lvl8pPr marL="5039990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8pPr>
            <a:lvl9pPr marL="5759988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0DAA9-D872-7549-A01D-4215341119AE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F50664-F812-9242-8A9E-7CC5D876D3F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91414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90014" y="3833390"/>
            <a:ext cx="6120091" cy="913680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290108" y="3833390"/>
            <a:ext cx="6120091" cy="913680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0DAA9-D872-7549-A01D-4215341119AE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F50664-F812-9242-8A9E-7CC5D876D3F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722083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0" y="766681"/>
            <a:ext cx="12420184" cy="278337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1892" y="3530053"/>
            <a:ext cx="6091964" cy="1730025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19999" indent="0">
              <a:buNone/>
              <a:defRPr sz="3150" b="1"/>
            </a:lvl2pPr>
            <a:lvl3pPr marL="1439997" indent="0">
              <a:buNone/>
              <a:defRPr sz="2835" b="1"/>
            </a:lvl3pPr>
            <a:lvl4pPr marL="2159996" indent="0">
              <a:buNone/>
              <a:defRPr sz="2520" b="1"/>
            </a:lvl4pPr>
            <a:lvl5pPr marL="2879994" indent="0">
              <a:buNone/>
              <a:defRPr sz="2520" b="1"/>
            </a:lvl5pPr>
            <a:lvl6pPr marL="3599993" indent="0">
              <a:buNone/>
              <a:defRPr sz="2520" b="1"/>
            </a:lvl6pPr>
            <a:lvl7pPr marL="4319991" indent="0">
              <a:buNone/>
              <a:defRPr sz="2520" b="1"/>
            </a:lvl7pPr>
            <a:lvl8pPr marL="5039990" indent="0">
              <a:buNone/>
              <a:defRPr sz="2520" b="1"/>
            </a:lvl8pPr>
            <a:lvl9pPr marL="5759988" indent="0">
              <a:buNone/>
              <a:defRPr sz="252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91892" y="5260078"/>
            <a:ext cx="6091964" cy="773678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290109" y="3530053"/>
            <a:ext cx="6121966" cy="1730025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19999" indent="0">
              <a:buNone/>
              <a:defRPr sz="3150" b="1"/>
            </a:lvl2pPr>
            <a:lvl3pPr marL="1439997" indent="0">
              <a:buNone/>
              <a:defRPr sz="2835" b="1"/>
            </a:lvl3pPr>
            <a:lvl4pPr marL="2159996" indent="0">
              <a:buNone/>
              <a:defRPr sz="2520" b="1"/>
            </a:lvl4pPr>
            <a:lvl5pPr marL="2879994" indent="0">
              <a:buNone/>
              <a:defRPr sz="2520" b="1"/>
            </a:lvl5pPr>
            <a:lvl6pPr marL="3599993" indent="0">
              <a:buNone/>
              <a:defRPr sz="2520" b="1"/>
            </a:lvl6pPr>
            <a:lvl7pPr marL="4319991" indent="0">
              <a:buNone/>
              <a:defRPr sz="2520" b="1"/>
            </a:lvl7pPr>
            <a:lvl8pPr marL="5039990" indent="0">
              <a:buNone/>
              <a:defRPr sz="2520" b="1"/>
            </a:lvl8pPr>
            <a:lvl9pPr marL="5759988" indent="0">
              <a:buNone/>
              <a:defRPr sz="252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290109" y="5260078"/>
            <a:ext cx="6121966" cy="773678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0DAA9-D872-7549-A01D-4215341119AE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F50664-F812-9242-8A9E-7CC5D876D3F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42258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0DAA9-D872-7549-A01D-4215341119AE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F50664-F812-9242-8A9E-7CC5D876D3F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83318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0DAA9-D872-7549-A01D-4215341119AE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F50664-F812-9242-8A9E-7CC5D876D3F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63764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0" y="960014"/>
            <a:ext cx="4644444" cy="3360050"/>
          </a:xfrm>
        </p:spPr>
        <p:txBody>
          <a:bodyPr anchor="b"/>
          <a:lstStyle>
            <a:lvl1pPr>
              <a:defRPr sz="503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1966" y="2073367"/>
            <a:ext cx="7290108" cy="10233485"/>
          </a:xfrm>
        </p:spPr>
        <p:txBody>
          <a:bodyPr/>
          <a:lstStyle>
            <a:lvl1pPr>
              <a:defRPr sz="5039"/>
            </a:lvl1pPr>
            <a:lvl2pPr>
              <a:defRPr sz="4409"/>
            </a:lvl2pPr>
            <a:lvl3pPr>
              <a:defRPr sz="3780"/>
            </a:lvl3pPr>
            <a:lvl4pPr>
              <a:defRPr sz="3150"/>
            </a:lvl4pPr>
            <a:lvl5pPr>
              <a:defRPr sz="3150"/>
            </a:lvl5pPr>
            <a:lvl6pPr>
              <a:defRPr sz="3150"/>
            </a:lvl6pPr>
            <a:lvl7pPr>
              <a:defRPr sz="3150"/>
            </a:lvl7pPr>
            <a:lvl8pPr>
              <a:defRPr sz="3150"/>
            </a:lvl8pPr>
            <a:lvl9pPr>
              <a:defRPr sz="31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890" y="4320064"/>
            <a:ext cx="4644444" cy="8003453"/>
          </a:xfrm>
        </p:spPr>
        <p:txBody>
          <a:bodyPr/>
          <a:lstStyle>
            <a:lvl1pPr marL="0" indent="0">
              <a:buNone/>
              <a:defRPr sz="2520"/>
            </a:lvl1pPr>
            <a:lvl2pPr marL="719999" indent="0">
              <a:buNone/>
              <a:defRPr sz="2205"/>
            </a:lvl2pPr>
            <a:lvl3pPr marL="1439997" indent="0">
              <a:buNone/>
              <a:defRPr sz="1890"/>
            </a:lvl3pPr>
            <a:lvl4pPr marL="2159996" indent="0">
              <a:buNone/>
              <a:defRPr sz="1575"/>
            </a:lvl4pPr>
            <a:lvl5pPr marL="2879994" indent="0">
              <a:buNone/>
              <a:defRPr sz="1575"/>
            </a:lvl5pPr>
            <a:lvl6pPr marL="3599993" indent="0">
              <a:buNone/>
              <a:defRPr sz="1575"/>
            </a:lvl6pPr>
            <a:lvl7pPr marL="4319991" indent="0">
              <a:buNone/>
              <a:defRPr sz="1575"/>
            </a:lvl7pPr>
            <a:lvl8pPr marL="5039990" indent="0">
              <a:buNone/>
              <a:defRPr sz="1575"/>
            </a:lvl8pPr>
            <a:lvl9pPr marL="5759988" indent="0">
              <a:buNone/>
              <a:defRPr sz="15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0DAA9-D872-7549-A01D-4215341119AE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F50664-F812-9242-8A9E-7CC5D876D3F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83787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0" y="960014"/>
            <a:ext cx="4644444" cy="3360050"/>
          </a:xfrm>
        </p:spPr>
        <p:txBody>
          <a:bodyPr anchor="b"/>
          <a:lstStyle>
            <a:lvl1pPr>
              <a:defRPr sz="503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121966" y="2073367"/>
            <a:ext cx="7290108" cy="10233485"/>
          </a:xfrm>
        </p:spPr>
        <p:txBody>
          <a:bodyPr anchor="t"/>
          <a:lstStyle>
            <a:lvl1pPr marL="0" indent="0">
              <a:buNone/>
              <a:defRPr sz="5039"/>
            </a:lvl1pPr>
            <a:lvl2pPr marL="719999" indent="0">
              <a:buNone/>
              <a:defRPr sz="4409"/>
            </a:lvl2pPr>
            <a:lvl3pPr marL="1439997" indent="0">
              <a:buNone/>
              <a:defRPr sz="3780"/>
            </a:lvl3pPr>
            <a:lvl4pPr marL="2159996" indent="0">
              <a:buNone/>
              <a:defRPr sz="3150"/>
            </a:lvl4pPr>
            <a:lvl5pPr marL="2879994" indent="0">
              <a:buNone/>
              <a:defRPr sz="3150"/>
            </a:lvl5pPr>
            <a:lvl6pPr marL="3599993" indent="0">
              <a:buNone/>
              <a:defRPr sz="3150"/>
            </a:lvl6pPr>
            <a:lvl7pPr marL="4319991" indent="0">
              <a:buNone/>
              <a:defRPr sz="3150"/>
            </a:lvl7pPr>
            <a:lvl8pPr marL="5039990" indent="0">
              <a:buNone/>
              <a:defRPr sz="3150"/>
            </a:lvl8pPr>
            <a:lvl9pPr marL="5759988" indent="0">
              <a:buNone/>
              <a:defRPr sz="315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890" y="4320064"/>
            <a:ext cx="4644444" cy="8003453"/>
          </a:xfrm>
        </p:spPr>
        <p:txBody>
          <a:bodyPr/>
          <a:lstStyle>
            <a:lvl1pPr marL="0" indent="0">
              <a:buNone/>
              <a:defRPr sz="2520"/>
            </a:lvl1pPr>
            <a:lvl2pPr marL="719999" indent="0">
              <a:buNone/>
              <a:defRPr sz="2205"/>
            </a:lvl2pPr>
            <a:lvl3pPr marL="1439997" indent="0">
              <a:buNone/>
              <a:defRPr sz="1890"/>
            </a:lvl3pPr>
            <a:lvl4pPr marL="2159996" indent="0">
              <a:buNone/>
              <a:defRPr sz="1575"/>
            </a:lvl4pPr>
            <a:lvl5pPr marL="2879994" indent="0">
              <a:buNone/>
              <a:defRPr sz="1575"/>
            </a:lvl5pPr>
            <a:lvl6pPr marL="3599993" indent="0">
              <a:buNone/>
              <a:defRPr sz="1575"/>
            </a:lvl6pPr>
            <a:lvl7pPr marL="4319991" indent="0">
              <a:buNone/>
              <a:defRPr sz="1575"/>
            </a:lvl7pPr>
            <a:lvl8pPr marL="5039990" indent="0">
              <a:buNone/>
              <a:defRPr sz="1575"/>
            </a:lvl8pPr>
            <a:lvl9pPr marL="5759988" indent="0">
              <a:buNone/>
              <a:defRPr sz="15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0DAA9-D872-7549-A01D-4215341119AE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F50664-F812-9242-8A9E-7CC5D876D3F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16375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0DAA9-D872-7549-A01D-4215341119AE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F50664-F812-9242-8A9E-7CC5D876D3F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7636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305153" y="766678"/>
            <a:ext cx="3105046" cy="122035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015" y="766678"/>
            <a:ext cx="9135135" cy="122035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0DAA9-D872-7549-A01D-4215341119AE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F50664-F812-9242-8A9E-7CC5D876D3F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9025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90015" y="766681"/>
            <a:ext cx="12420184" cy="27833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0015" y="3833390"/>
            <a:ext cx="12420184" cy="91368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015" y="13346867"/>
            <a:ext cx="3240048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9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70DAA9-D872-7549-A01D-4215341119AE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770071" y="13346867"/>
            <a:ext cx="4860072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9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70150" y="13346867"/>
            <a:ext cx="3240048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9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F50664-F812-9242-8A9E-7CC5D876D3F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78611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439997" rtl="0" eaLnBrk="1" latinLnBrk="0" hangingPunct="1">
        <a:lnSpc>
          <a:spcPct val="90000"/>
        </a:lnSpc>
        <a:spcBef>
          <a:spcPct val="0"/>
        </a:spcBef>
        <a:buNone/>
        <a:defRPr sz="692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59999" indent="-359999" algn="l" defTabSz="1439997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4409" kern="1200">
          <a:solidFill>
            <a:schemeClr val="tx1"/>
          </a:solidFill>
          <a:latin typeface="+mn-lt"/>
          <a:ea typeface="+mn-ea"/>
          <a:cs typeface="+mn-cs"/>
        </a:defRPr>
      </a:lvl1pPr>
      <a:lvl2pPr marL="1079998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2pPr>
      <a:lvl3pPr marL="1799996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3150" kern="1200">
          <a:solidFill>
            <a:schemeClr val="tx1"/>
          </a:solidFill>
          <a:latin typeface="+mn-lt"/>
          <a:ea typeface="+mn-ea"/>
          <a:cs typeface="+mn-cs"/>
        </a:defRPr>
      </a:lvl3pPr>
      <a:lvl4pPr marL="2519995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4pPr>
      <a:lvl5pPr marL="3239994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5pPr>
      <a:lvl6pPr marL="3959992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679991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399989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6119988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1pPr>
      <a:lvl2pPr marL="719999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2pPr>
      <a:lvl3pPr marL="1439997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3pPr>
      <a:lvl4pPr marL="2159996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4pPr>
      <a:lvl5pPr marL="2879994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5pPr>
      <a:lvl6pPr marL="3599993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319991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039990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5759988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A4AF3A-CB18-993F-0AAB-8A8D19BA8E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999FEEC-0976-C3F6-DBAA-805C28142EF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94735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D863F-E72E-B9B1-5398-E6A8FFE26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621D4807-EF9C-C1F8-5C48-7E1D20953F07}"/>
              </a:ext>
            </a:extLst>
          </p:cNvPr>
          <p:cNvSpPr/>
          <p:nvPr/>
        </p:nvSpPr>
        <p:spPr>
          <a:xfrm>
            <a:off x="5759999" y="2178557"/>
            <a:ext cx="6480000" cy="8722800"/>
          </a:xfrm>
          <a:prstGeom prst="rect">
            <a:avLst/>
          </a:prstGeom>
          <a:solidFill>
            <a:srgbClr val="E3C893">
              <a:alpha val="41961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98AD370-0D88-C6BF-6917-8A167F5F7A33}"/>
              </a:ext>
            </a:extLst>
          </p:cNvPr>
          <p:cNvSpPr txBox="1"/>
          <p:nvPr/>
        </p:nvSpPr>
        <p:spPr>
          <a:xfrm>
            <a:off x="7920000" y="10532605"/>
            <a:ext cx="2162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Single Stream Block</a:t>
            </a: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BC6E740E-04ED-421D-2361-DA1E4B3CC571}"/>
              </a:ext>
            </a:extLst>
          </p:cNvPr>
          <p:cNvCxnSpPr>
            <a:cxnSpLocks/>
          </p:cNvCxnSpPr>
          <p:nvPr/>
        </p:nvCxnSpPr>
        <p:spPr>
          <a:xfrm flipV="1">
            <a:off x="7200000" y="9986211"/>
            <a:ext cx="0" cy="15159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3E2FBFA6-26AD-CE47-6491-3A36FAC6163E}"/>
              </a:ext>
            </a:extLst>
          </p:cNvPr>
          <p:cNvSpPr txBox="1"/>
          <p:nvPr/>
        </p:nvSpPr>
        <p:spPr>
          <a:xfrm>
            <a:off x="7055621" y="11659073"/>
            <a:ext cx="529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X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257936A4-5E83-A92D-FC94-2055DEB4D823}"/>
              </a:ext>
            </a:extLst>
          </p:cNvPr>
          <p:cNvCxnSpPr>
            <a:cxnSpLocks/>
          </p:cNvCxnSpPr>
          <p:nvPr/>
        </p:nvCxnSpPr>
        <p:spPr>
          <a:xfrm flipV="1">
            <a:off x="10800000" y="9986211"/>
            <a:ext cx="0" cy="1515978"/>
          </a:xfrm>
          <a:prstGeom prst="straightConnector1">
            <a:avLst/>
          </a:prstGeom>
          <a:ln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C62FF0F8-06C9-B3A7-F3F3-782C7830062C}"/>
              </a:ext>
            </a:extLst>
          </p:cNvPr>
          <p:cNvSpPr txBox="1"/>
          <p:nvPr/>
        </p:nvSpPr>
        <p:spPr>
          <a:xfrm>
            <a:off x="10199515" y="11575325"/>
            <a:ext cx="12009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Guidance </a:t>
            </a:r>
          </a:p>
          <a:p>
            <a:r>
              <a:rPr lang="en-GB" dirty="0"/>
              <a:t>Vector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27927E0B-DF59-E999-B180-B8B09C940BD7}"/>
              </a:ext>
            </a:extLst>
          </p:cNvPr>
          <p:cNvSpPr/>
          <p:nvPr/>
        </p:nvSpPr>
        <p:spPr>
          <a:xfrm>
            <a:off x="9945758" y="9385959"/>
            <a:ext cx="1708484" cy="57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Modulation Projection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37B4E09-9E13-8DBD-5CF4-763D2D86CA97}"/>
              </a:ext>
            </a:extLst>
          </p:cNvPr>
          <p:cNvSpPr/>
          <p:nvPr/>
        </p:nvSpPr>
        <p:spPr>
          <a:xfrm>
            <a:off x="6357307" y="9590069"/>
            <a:ext cx="1708484" cy="3708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>
                <a:solidFill>
                  <a:schemeClr val="tx1"/>
                </a:solidFill>
              </a:rPr>
              <a:t>LayerNorm</a:t>
            </a:r>
            <a:endParaRPr lang="en-GB" dirty="0">
              <a:solidFill>
                <a:schemeClr val="tx1"/>
              </a:solidFill>
            </a:endParaRPr>
          </a:p>
        </p:txBody>
      </p:sp>
      <p:cxnSp>
        <p:nvCxnSpPr>
          <p:cNvPr id="18" name="Gerade Verbindung 17">
            <a:extLst>
              <a:ext uri="{FF2B5EF4-FFF2-40B4-BE49-F238E27FC236}">
                <a16:creationId xmlns:a16="http://schemas.microsoft.com/office/drawing/2014/main" id="{A3EEBA39-7E4B-06BF-A277-0FF0E2A97DAB}"/>
              </a:ext>
            </a:extLst>
          </p:cNvPr>
          <p:cNvCxnSpPr>
            <a:cxnSpLocks/>
          </p:cNvCxnSpPr>
          <p:nvPr/>
        </p:nvCxnSpPr>
        <p:spPr>
          <a:xfrm flipV="1">
            <a:off x="7200000" y="9005608"/>
            <a:ext cx="0" cy="59007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20">
            <a:extLst>
              <a:ext uri="{FF2B5EF4-FFF2-40B4-BE49-F238E27FC236}">
                <a16:creationId xmlns:a16="http://schemas.microsoft.com/office/drawing/2014/main" id="{68F21D8F-A048-9131-9263-1EF8374CB612}"/>
              </a:ext>
            </a:extLst>
          </p:cNvPr>
          <p:cNvCxnSpPr>
            <a:cxnSpLocks/>
          </p:cNvCxnSpPr>
          <p:nvPr/>
        </p:nvCxnSpPr>
        <p:spPr>
          <a:xfrm>
            <a:off x="7200000" y="9014400"/>
            <a:ext cx="148194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22">
            <a:extLst>
              <a:ext uri="{FF2B5EF4-FFF2-40B4-BE49-F238E27FC236}">
                <a16:creationId xmlns:a16="http://schemas.microsoft.com/office/drawing/2014/main" id="{061D4CF6-7317-F7C3-C09A-E3D22ED413A9}"/>
              </a:ext>
            </a:extLst>
          </p:cNvPr>
          <p:cNvCxnSpPr>
            <a:cxnSpLocks/>
          </p:cNvCxnSpPr>
          <p:nvPr/>
        </p:nvCxnSpPr>
        <p:spPr>
          <a:xfrm flipV="1">
            <a:off x="10800000" y="9011480"/>
            <a:ext cx="0" cy="36000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1B904953-E326-7D66-68D4-808E69DBE9BB}"/>
              </a:ext>
            </a:extLst>
          </p:cNvPr>
          <p:cNvCxnSpPr/>
          <p:nvPr/>
        </p:nvCxnSpPr>
        <p:spPr>
          <a:xfrm flipV="1">
            <a:off x="8681947" y="8465608"/>
            <a:ext cx="0" cy="54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EAFDA547-4E36-E8CC-2994-90250A330222}"/>
              </a:ext>
            </a:extLst>
          </p:cNvPr>
          <p:cNvSpPr/>
          <p:nvPr/>
        </p:nvSpPr>
        <p:spPr>
          <a:xfrm>
            <a:off x="8145757" y="7873084"/>
            <a:ext cx="1708484" cy="57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Apply Scale &amp; Shift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BCEF45AC-538A-6CD9-0503-E9C7CCEC5118}"/>
              </a:ext>
            </a:extLst>
          </p:cNvPr>
          <p:cNvCxnSpPr>
            <a:cxnSpLocks/>
          </p:cNvCxnSpPr>
          <p:nvPr/>
        </p:nvCxnSpPr>
        <p:spPr>
          <a:xfrm flipV="1">
            <a:off x="8999999" y="7328448"/>
            <a:ext cx="0" cy="54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hteck 30">
            <a:extLst>
              <a:ext uri="{FF2B5EF4-FFF2-40B4-BE49-F238E27FC236}">
                <a16:creationId xmlns:a16="http://schemas.microsoft.com/office/drawing/2014/main" id="{F6071045-4854-BA3E-41FF-FD84B66EE4D8}"/>
              </a:ext>
            </a:extLst>
          </p:cNvPr>
          <p:cNvSpPr/>
          <p:nvPr/>
        </p:nvSpPr>
        <p:spPr>
          <a:xfrm>
            <a:off x="8145757" y="6945335"/>
            <a:ext cx="1708484" cy="370800"/>
          </a:xfrm>
          <a:prstGeom prst="rect">
            <a:avLst/>
          </a:prstGeom>
          <a:solidFill>
            <a:schemeClr val="tx2">
              <a:lumMod val="10000"/>
              <a:lumOff val="90000"/>
              <a:alpha val="6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Linear1</a:t>
            </a:r>
          </a:p>
        </p:txBody>
      </p:sp>
      <p:cxnSp>
        <p:nvCxnSpPr>
          <p:cNvPr id="33" name="Gerade Verbindung 32">
            <a:extLst>
              <a:ext uri="{FF2B5EF4-FFF2-40B4-BE49-F238E27FC236}">
                <a16:creationId xmlns:a16="http://schemas.microsoft.com/office/drawing/2014/main" id="{AD485B54-942C-1ED8-90C7-D44592C624A6}"/>
              </a:ext>
            </a:extLst>
          </p:cNvPr>
          <p:cNvCxnSpPr>
            <a:cxnSpLocks/>
          </p:cNvCxnSpPr>
          <p:nvPr/>
        </p:nvCxnSpPr>
        <p:spPr>
          <a:xfrm flipV="1">
            <a:off x="8999999" y="6584447"/>
            <a:ext cx="0" cy="36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34">
            <a:extLst>
              <a:ext uri="{FF2B5EF4-FFF2-40B4-BE49-F238E27FC236}">
                <a16:creationId xmlns:a16="http://schemas.microsoft.com/office/drawing/2014/main" id="{3C9B0FB9-C4A2-41B0-66EE-B6D0522E6F61}"/>
              </a:ext>
            </a:extLst>
          </p:cNvPr>
          <p:cNvCxnSpPr/>
          <p:nvPr/>
        </p:nvCxnSpPr>
        <p:spPr>
          <a:xfrm>
            <a:off x="7199999" y="6584447"/>
            <a:ext cx="360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C93675D1-51F3-6704-8CE9-B7056D9B2666}"/>
              </a:ext>
            </a:extLst>
          </p:cNvPr>
          <p:cNvCxnSpPr/>
          <p:nvPr/>
        </p:nvCxnSpPr>
        <p:spPr>
          <a:xfrm flipV="1">
            <a:off x="7211549" y="6225745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76C8AF53-5126-27F8-91F7-0F7A4F54610A}"/>
              </a:ext>
            </a:extLst>
          </p:cNvPr>
          <p:cNvCxnSpPr/>
          <p:nvPr/>
        </p:nvCxnSpPr>
        <p:spPr>
          <a:xfrm flipV="1">
            <a:off x="10799999" y="6225745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hteck 40">
            <a:extLst>
              <a:ext uri="{FF2B5EF4-FFF2-40B4-BE49-F238E27FC236}">
                <a16:creationId xmlns:a16="http://schemas.microsoft.com/office/drawing/2014/main" id="{F2FFC9E4-2BE9-8D78-35D5-0F7A3753C182}"/>
              </a:ext>
            </a:extLst>
          </p:cNvPr>
          <p:cNvSpPr/>
          <p:nvPr/>
        </p:nvSpPr>
        <p:spPr>
          <a:xfrm>
            <a:off x="6345757" y="5844984"/>
            <a:ext cx="1708484" cy="370800"/>
          </a:xfrm>
          <a:prstGeom prst="rect">
            <a:avLst/>
          </a:prstGeom>
          <a:solidFill>
            <a:schemeClr val="tx2">
              <a:lumMod val="25000"/>
              <a:lumOff val="75000"/>
              <a:alpha val="5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Self-Attention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7FC18E61-126E-2052-F3DD-1F67AF4412EE}"/>
              </a:ext>
            </a:extLst>
          </p:cNvPr>
          <p:cNvSpPr/>
          <p:nvPr/>
        </p:nvSpPr>
        <p:spPr>
          <a:xfrm>
            <a:off x="9945757" y="5844984"/>
            <a:ext cx="1708484" cy="3708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GELU</a:t>
            </a:r>
          </a:p>
        </p:txBody>
      </p:sp>
      <p:cxnSp>
        <p:nvCxnSpPr>
          <p:cNvPr id="44" name="Gerade Verbindung 43">
            <a:extLst>
              <a:ext uri="{FF2B5EF4-FFF2-40B4-BE49-F238E27FC236}">
                <a16:creationId xmlns:a16="http://schemas.microsoft.com/office/drawing/2014/main" id="{9F1C56A8-D2AC-BF0C-E4E2-65864D4409A9}"/>
              </a:ext>
            </a:extLst>
          </p:cNvPr>
          <p:cNvCxnSpPr>
            <a:stCxn id="41" idx="0"/>
          </p:cNvCxnSpPr>
          <p:nvPr/>
        </p:nvCxnSpPr>
        <p:spPr>
          <a:xfrm flipV="1">
            <a:off x="7199999" y="5486710"/>
            <a:ext cx="0" cy="3582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 Verbindung 45">
            <a:extLst>
              <a:ext uri="{FF2B5EF4-FFF2-40B4-BE49-F238E27FC236}">
                <a16:creationId xmlns:a16="http://schemas.microsoft.com/office/drawing/2014/main" id="{BF51A6EE-A848-DA7F-D633-1F8DB7DE3A50}"/>
              </a:ext>
            </a:extLst>
          </p:cNvPr>
          <p:cNvCxnSpPr>
            <a:stCxn id="42" idx="0"/>
          </p:cNvCxnSpPr>
          <p:nvPr/>
        </p:nvCxnSpPr>
        <p:spPr>
          <a:xfrm flipV="1">
            <a:off x="10799999" y="5486710"/>
            <a:ext cx="0" cy="3582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2" name="Gruppieren 51">
            <a:extLst>
              <a:ext uri="{FF2B5EF4-FFF2-40B4-BE49-F238E27FC236}">
                <a16:creationId xmlns:a16="http://schemas.microsoft.com/office/drawing/2014/main" id="{EAEBA638-7CA0-94FA-97E6-AD30223C6187}"/>
              </a:ext>
            </a:extLst>
          </p:cNvPr>
          <p:cNvGrpSpPr/>
          <p:nvPr/>
        </p:nvGrpSpPr>
        <p:grpSpPr>
          <a:xfrm>
            <a:off x="8909999" y="5398826"/>
            <a:ext cx="180000" cy="180000"/>
            <a:chOff x="2993721" y="5110619"/>
            <a:chExt cx="180000" cy="180000"/>
          </a:xfrm>
        </p:grpSpPr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37FE4C25-9B80-2CA0-78DB-F6CADDBEE3DE}"/>
                </a:ext>
              </a:extLst>
            </p:cNvPr>
            <p:cNvSpPr/>
            <p:nvPr/>
          </p:nvSpPr>
          <p:spPr>
            <a:xfrm>
              <a:off x="2993721" y="5110619"/>
              <a:ext cx="180000" cy="180000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49" name="Gerade Verbindung 48">
              <a:extLst>
                <a:ext uri="{FF2B5EF4-FFF2-40B4-BE49-F238E27FC236}">
                  <a16:creationId xmlns:a16="http://schemas.microsoft.com/office/drawing/2014/main" id="{EACE9CE7-D02A-5B02-1536-84221AB5772D}"/>
                </a:ext>
              </a:extLst>
            </p:cNvPr>
            <p:cNvCxnSpPr>
              <a:stCxn id="47" idx="0"/>
              <a:endCxn id="47" idx="4"/>
            </p:cNvCxnSpPr>
            <p:nvPr/>
          </p:nvCxnSpPr>
          <p:spPr>
            <a:xfrm>
              <a:off x="3083721" y="5110619"/>
              <a:ext cx="0" cy="1800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Gerade Verbindung 50">
              <a:extLst>
                <a:ext uri="{FF2B5EF4-FFF2-40B4-BE49-F238E27FC236}">
                  <a16:creationId xmlns:a16="http://schemas.microsoft.com/office/drawing/2014/main" id="{09D42E60-6387-B266-BBE6-2EF836BE0897}"/>
                </a:ext>
              </a:extLst>
            </p:cNvPr>
            <p:cNvCxnSpPr>
              <a:stCxn id="47" idx="2"/>
              <a:endCxn id="47" idx="6"/>
            </p:cNvCxnSpPr>
            <p:nvPr/>
          </p:nvCxnSpPr>
          <p:spPr>
            <a:xfrm>
              <a:off x="2993721" y="5200619"/>
              <a:ext cx="180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E67324B7-D6B3-9E7B-83BB-E91085C5986B}"/>
              </a:ext>
            </a:extLst>
          </p:cNvPr>
          <p:cNvCxnSpPr/>
          <p:nvPr/>
        </p:nvCxnSpPr>
        <p:spPr>
          <a:xfrm>
            <a:off x="7199999" y="5486710"/>
            <a:ext cx="171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51AFFC7A-5D94-D651-0A34-70EE383FCF0B}"/>
              </a:ext>
            </a:extLst>
          </p:cNvPr>
          <p:cNvCxnSpPr/>
          <p:nvPr/>
        </p:nvCxnSpPr>
        <p:spPr>
          <a:xfrm flipH="1">
            <a:off x="9090000" y="5486710"/>
            <a:ext cx="1709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8AC7087C-479A-43A0-4ECA-CD54CE70A322}"/>
              </a:ext>
            </a:extLst>
          </p:cNvPr>
          <p:cNvCxnSpPr/>
          <p:nvPr/>
        </p:nvCxnSpPr>
        <p:spPr>
          <a:xfrm flipV="1">
            <a:off x="8999999" y="5035773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hteck 60">
            <a:extLst>
              <a:ext uri="{FF2B5EF4-FFF2-40B4-BE49-F238E27FC236}">
                <a16:creationId xmlns:a16="http://schemas.microsoft.com/office/drawing/2014/main" id="{4CB67D58-F520-BB77-2411-78464544CB44}"/>
              </a:ext>
            </a:extLst>
          </p:cNvPr>
          <p:cNvSpPr/>
          <p:nvPr/>
        </p:nvSpPr>
        <p:spPr>
          <a:xfrm>
            <a:off x="8145757" y="4654216"/>
            <a:ext cx="1708484" cy="370800"/>
          </a:xfrm>
          <a:prstGeom prst="rect">
            <a:avLst/>
          </a:prstGeom>
          <a:solidFill>
            <a:schemeClr val="tx2">
              <a:lumMod val="10000"/>
              <a:lumOff val="90000"/>
              <a:alpha val="6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Projection</a:t>
            </a: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CC34B0D0-907B-840C-B817-2DE017BC2494}"/>
              </a:ext>
            </a:extLst>
          </p:cNvPr>
          <p:cNvSpPr txBox="1"/>
          <p:nvPr/>
        </p:nvSpPr>
        <p:spPr>
          <a:xfrm>
            <a:off x="9754587" y="8747353"/>
            <a:ext cx="10454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i="1" dirty="0"/>
              <a:t>Scale, Shift</a:t>
            </a:r>
          </a:p>
        </p:txBody>
      </p:sp>
      <p:cxnSp>
        <p:nvCxnSpPr>
          <p:cNvPr id="64" name="Gerade Verbindung 63">
            <a:extLst>
              <a:ext uri="{FF2B5EF4-FFF2-40B4-BE49-F238E27FC236}">
                <a16:creationId xmlns:a16="http://schemas.microsoft.com/office/drawing/2014/main" id="{E12E4D7C-68DF-8CB0-5447-9EBF72A149C7}"/>
              </a:ext>
            </a:extLst>
          </p:cNvPr>
          <p:cNvCxnSpPr>
            <a:cxnSpLocks/>
            <a:stCxn id="14" idx="3"/>
          </p:cNvCxnSpPr>
          <p:nvPr/>
        </p:nvCxnSpPr>
        <p:spPr>
          <a:xfrm>
            <a:off x="11654242" y="9675759"/>
            <a:ext cx="349690" cy="354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65">
            <a:extLst>
              <a:ext uri="{FF2B5EF4-FFF2-40B4-BE49-F238E27FC236}">
                <a16:creationId xmlns:a16="http://schemas.microsoft.com/office/drawing/2014/main" id="{3D1871C1-FDC6-5D2F-0BC1-68E0D34A337D}"/>
              </a:ext>
            </a:extLst>
          </p:cNvPr>
          <p:cNvCxnSpPr>
            <a:cxnSpLocks/>
          </p:cNvCxnSpPr>
          <p:nvPr/>
        </p:nvCxnSpPr>
        <p:spPr>
          <a:xfrm flipV="1">
            <a:off x="12003932" y="3915336"/>
            <a:ext cx="0" cy="5760777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9A6B3C7A-A0A0-7B1C-4C16-D2AC8AF6369F}"/>
              </a:ext>
            </a:extLst>
          </p:cNvPr>
          <p:cNvCxnSpPr>
            <a:cxnSpLocks/>
          </p:cNvCxnSpPr>
          <p:nvPr/>
        </p:nvCxnSpPr>
        <p:spPr>
          <a:xfrm flipV="1">
            <a:off x="8999999" y="4112311"/>
            <a:ext cx="0" cy="54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hteck 68">
            <a:extLst>
              <a:ext uri="{FF2B5EF4-FFF2-40B4-BE49-F238E27FC236}">
                <a16:creationId xmlns:a16="http://schemas.microsoft.com/office/drawing/2014/main" id="{C2F692FE-A7FD-8B69-6568-5F27B32EB48C}"/>
              </a:ext>
            </a:extLst>
          </p:cNvPr>
          <p:cNvSpPr/>
          <p:nvPr/>
        </p:nvSpPr>
        <p:spPr>
          <a:xfrm>
            <a:off x="8145757" y="3722009"/>
            <a:ext cx="1708484" cy="370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Gating</a:t>
            </a:r>
          </a:p>
        </p:txBody>
      </p: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F554CDDD-7BD7-B7D8-5D13-F0752B4F49A1}"/>
              </a:ext>
            </a:extLst>
          </p:cNvPr>
          <p:cNvCxnSpPr>
            <a:cxnSpLocks/>
          </p:cNvCxnSpPr>
          <p:nvPr/>
        </p:nvCxnSpPr>
        <p:spPr>
          <a:xfrm flipH="1">
            <a:off x="9854241" y="3915336"/>
            <a:ext cx="2149691" cy="0"/>
          </a:xfrm>
          <a:prstGeom prst="straightConnector1">
            <a:avLst/>
          </a:prstGeom>
          <a:ln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feld 74">
            <a:extLst>
              <a:ext uri="{FF2B5EF4-FFF2-40B4-BE49-F238E27FC236}">
                <a16:creationId xmlns:a16="http://schemas.microsoft.com/office/drawing/2014/main" id="{9EB5E043-6D8F-830A-9BA5-E517616C4AE4}"/>
              </a:ext>
            </a:extLst>
          </p:cNvPr>
          <p:cNvSpPr txBox="1"/>
          <p:nvPr/>
        </p:nvSpPr>
        <p:spPr>
          <a:xfrm>
            <a:off x="11492710" y="3668974"/>
            <a:ext cx="12147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i="1" dirty="0"/>
              <a:t>Gate</a:t>
            </a:r>
          </a:p>
        </p:txBody>
      </p:sp>
      <p:cxnSp>
        <p:nvCxnSpPr>
          <p:cNvPr id="77" name="Gerade Verbindung 76">
            <a:extLst>
              <a:ext uri="{FF2B5EF4-FFF2-40B4-BE49-F238E27FC236}">
                <a16:creationId xmlns:a16="http://schemas.microsoft.com/office/drawing/2014/main" id="{730C4E1F-1963-2BB5-B1B8-1CEAE4EAB3F8}"/>
              </a:ext>
            </a:extLst>
          </p:cNvPr>
          <p:cNvCxnSpPr>
            <a:stCxn id="69" idx="0"/>
          </p:cNvCxnSpPr>
          <p:nvPr/>
        </p:nvCxnSpPr>
        <p:spPr>
          <a:xfrm flipV="1">
            <a:off x="8999999" y="3349496"/>
            <a:ext cx="0" cy="3725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CAAAF5EA-265A-0DC2-1293-D9B3EBD49060}"/>
              </a:ext>
            </a:extLst>
          </p:cNvPr>
          <p:cNvSpPr/>
          <p:nvPr/>
        </p:nvSpPr>
        <p:spPr>
          <a:xfrm>
            <a:off x="8910127" y="3175586"/>
            <a:ext cx="180000" cy="180000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+</a:t>
            </a:r>
          </a:p>
        </p:txBody>
      </p:sp>
      <p:cxnSp>
        <p:nvCxnSpPr>
          <p:cNvPr id="85" name="Gerade Verbindung 84">
            <a:extLst>
              <a:ext uri="{FF2B5EF4-FFF2-40B4-BE49-F238E27FC236}">
                <a16:creationId xmlns:a16="http://schemas.microsoft.com/office/drawing/2014/main" id="{F98E0C5C-5374-EA63-CBE3-3C553343C6E1}"/>
              </a:ext>
            </a:extLst>
          </p:cNvPr>
          <p:cNvCxnSpPr>
            <a:cxnSpLocks/>
          </p:cNvCxnSpPr>
          <p:nvPr/>
        </p:nvCxnSpPr>
        <p:spPr>
          <a:xfrm flipH="1">
            <a:off x="6128426" y="10532605"/>
            <a:ext cx="107157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Gerade Verbindung 86">
            <a:extLst>
              <a:ext uri="{FF2B5EF4-FFF2-40B4-BE49-F238E27FC236}">
                <a16:creationId xmlns:a16="http://schemas.microsoft.com/office/drawing/2014/main" id="{AB30FDAE-D7CE-5098-EC72-D9AF33F494F5}"/>
              </a:ext>
            </a:extLst>
          </p:cNvPr>
          <p:cNvCxnSpPr>
            <a:cxnSpLocks/>
          </p:cNvCxnSpPr>
          <p:nvPr/>
        </p:nvCxnSpPr>
        <p:spPr>
          <a:xfrm flipV="1">
            <a:off x="6128426" y="3265586"/>
            <a:ext cx="0" cy="726701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Gerade Verbindung mit Pfeil 88">
            <a:extLst>
              <a:ext uri="{FF2B5EF4-FFF2-40B4-BE49-F238E27FC236}">
                <a16:creationId xmlns:a16="http://schemas.microsoft.com/office/drawing/2014/main" id="{4069D8CA-05B0-2639-04D4-5182B17A721F}"/>
              </a:ext>
            </a:extLst>
          </p:cNvPr>
          <p:cNvCxnSpPr>
            <a:cxnSpLocks/>
            <a:endCxn id="79" idx="2"/>
          </p:cNvCxnSpPr>
          <p:nvPr/>
        </p:nvCxnSpPr>
        <p:spPr>
          <a:xfrm>
            <a:off x="6128426" y="3265586"/>
            <a:ext cx="27817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Gerade Verbindung mit Pfeil 97">
            <a:extLst>
              <a:ext uri="{FF2B5EF4-FFF2-40B4-BE49-F238E27FC236}">
                <a16:creationId xmlns:a16="http://schemas.microsoft.com/office/drawing/2014/main" id="{1CAABB51-CE71-F83D-3A2E-9048ACBE3C11}"/>
              </a:ext>
            </a:extLst>
          </p:cNvPr>
          <p:cNvCxnSpPr>
            <a:cxnSpLocks/>
            <a:stCxn id="79" idx="0"/>
          </p:cNvCxnSpPr>
          <p:nvPr/>
        </p:nvCxnSpPr>
        <p:spPr>
          <a:xfrm flipH="1" flipV="1">
            <a:off x="8999999" y="2800339"/>
            <a:ext cx="128" cy="3752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Gerade Verbindung mit Pfeil 103">
            <a:extLst>
              <a:ext uri="{FF2B5EF4-FFF2-40B4-BE49-F238E27FC236}">
                <a16:creationId xmlns:a16="http://schemas.microsoft.com/office/drawing/2014/main" id="{46EB38A3-D9D1-B344-AF7E-4A196F8E6E26}"/>
              </a:ext>
            </a:extLst>
          </p:cNvPr>
          <p:cNvCxnSpPr/>
          <p:nvPr/>
        </p:nvCxnSpPr>
        <p:spPr>
          <a:xfrm flipV="1">
            <a:off x="9322298" y="8467200"/>
            <a:ext cx="0" cy="540000"/>
          </a:xfrm>
          <a:prstGeom prst="straightConnector1">
            <a:avLst/>
          </a:prstGeom>
          <a:ln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 Verbindung 105">
            <a:extLst>
              <a:ext uri="{FF2B5EF4-FFF2-40B4-BE49-F238E27FC236}">
                <a16:creationId xmlns:a16="http://schemas.microsoft.com/office/drawing/2014/main" id="{F4E1B7BC-19C1-48F3-4232-391B944C5A3D}"/>
              </a:ext>
            </a:extLst>
          </p:cNvPr>
          <p:cNvCxnSpPr>
            <a:cxnSpLocks/>
          </p:cNvCxnSpPr>
          <p:nvPr/>
        </p:nvCxnSpPr>
        <p:spPr>
          <a:xfrm>
            <a:off x="9318052" y="9014400"/>
            <a:ext cx="1481947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feld 1">
            <a:extLst>
              <a:ext uri="{FF2B5EF4-FFF2-40B4-BE49-F238E27FC236}">
                <a16:creationId xmlns:a16="http://schemas.microsoft.com/office/drawing/2014/main" id="{221927B8-706C-B3FD-FAD0-1C6E59D3B216}"/>
              </a:ext>
            </a:extLst>
          </p:cNvPr>
          <p:cNvSpPr txBox="1"/>
          <p:nvPr/>
        </p:nvSpPr>
        <p:spPr>
          <a:xfrm>
            <a:off x="8033586" y="1008247"/>
            <a:ext cx="59299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4000" dirty="0">
                <a:effectLst/>
                <a:latin typeface="Apple Color Emoji" pitchFamily="2" charset="0"/>
              </a:rPr>
              <a:t>🔥</a:t>
            </a:r>
          </a:p>
        </p:txBody>
      </p:sp>
    </p:spTree>
    <p:extLst>
      <p:ext uri="{BB962C8B-B14F-4D97-AF65-F5344CB8AC3E}">
        <p14:creationId xmlns:p14="http://schemas.microsoft.com/office/powerpoint/2010/main" val="35783584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49DD7-5EA7-9169-E887-B4D342099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68B8BB09-8434-475F-88F5-DC1FC24F7030}"/>
              </a:ext>
            </a:extLst>
          </p:cNvPr>
          <p:cNvSpPr/>
          <p:nvPr/>
        </p:nvSpPr>
        <p:spPr>
          <a:xfrm>
            <a:off x="5759999" y="2178557"/>
            <a:ext cx="6480000" cy="8722800"/>
          </a:xfrm>
          <a:prstGeom prst="rect">
            <a:avLst/>
          </a:prstGeom>
          <a:solidFill>
            <a:srgbClr val="E3C893">
              <a:alpha val="41961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79517DD-AC5F-6E8D-C439-842E9CDA31CE}"/>
              </a:ext>
            </a:extLst>
          </p:cNvPr>
          <p:cNvSpPr txBox="1"/>
          <p:nvPr/>
        </p:nvSpPr>
        <p:spPr>
          <a:xfrm>
            <a:off x="7920000" y="10532605"/>
            <a:ext cx="2162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Single Stream Block</a:t>
            </a: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D8014FF3-BFC9-2FCC-0B86-351BEFF82F42}"/>
              </a:ext>
            </a:extLst>
          </p:cNvPr>
          <p:cNvCxnSpPr>
            <a:cxnSpLocks/>
          </p:cNvCxnSpPr>
          <p:nvPr/>
        </p:nvCxnSpPr>
        <p:spPr>
          <a:xfrm flipV="1">
            <a:off x="7200000" y="9986211"/>
            <a:ext cx="0" cy="15159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17E34E31-4F7E-B15A-2032-72053356E7E5}"/>
              </a:ext>
            </a:extLst>
          </p:cNvPr>
          <p:cNvSpPr txBox="1"/>
          <p:nvPr/>
        </p:nvSpPr>
        <p:spPr>
          <a:xfrm>
            <a:off x="7055621" y="11659073"/>
            <a:ext cx="529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X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0CF2ABE1-2CAE-638E-CEC7-174AF47D41DA}"/>
              </a:ext>
            </a:extLst>
          </p:cNvPr>
          <p:cNvCxnSpPr>
            <a:cxnSpLocks/>
          </p:cNvCxnSpPr>
          <p:nvPr/>
        </p:nvCxnSpPr>
        <p:spPr>
          <a:xfrm flipV="1">
            <a:off x="10800000" y="9986211"/>
            <a:ext cx="0" cy="1515978"/>
          </a:xfrm>
          <a:prstGeom prst="straightConnector1">
            <a:avLst/>
          </a:prstGeom>
          <a:ln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2F9C36FD-8AE5-70B7-8134-C483DFFE7A79}"/>
              </a:ext>
            </a:extLst>
          </p:cNvPr>
          <p:cNvSpPr txBox="1"/>
          <p:nvPr/>
        </p:nvSpPr>
        <p:spPr>
          <a:xfrm>
            <a:off x="10199515" y="11575325"/>
            <a:ext cx="12009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Guidance </a:t>
            </a:r>
          </a:p>
          <a:p>
            <a:r>
              <a:rPr lang="en-GB" dirty="0"/>
              <a:t>Vector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F3A6E41-6C22-7675-DB2E-884134419645}"/>
              </a:ext>
            </a:extLst>
          </p:cNvPr>
          <p:cNvSpPr/>
          <p:nvPr/>
        </p:nvSpPr>
        <p:spPr>
          <a:xfrm>
            <a:off x="9945758" y="9385959"/>
            <a:ext cx="1708484" cy="57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Modulation Projection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4CD5E08B-47D9-9575-6CFC-0898A2110BFD}"/>
              </a:ext>
            </a:extLst>
          </p:cNvPr>
          <p:cNvSpPr/>
          <p:nvPr/>
        </p:nvSpPr>
        <p:spPr>
          <a:xfrm>
            <a:off x="6357307" y="9590069"/>
            <a:ext cx="1708484" cy="3708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>
                <a:solidFill>
                  <a:schemeClr val="tx1"/>
                </a:solidFill>
              </a:rPr>
              <a:t>LayerNorm</a:t>
            </a:r>
            <a:endParaRPr lang="en-GB" dirty="0">
              <a:solidFill>
                <a:schemeClr val="tx1"/>
              </a:solidFill>
            </a:endParaRPr>
          </a:p>
        </p:txBody>
      </p:sp>
      <p:cxnSp>
        <p:nvCxnSpPr>
          <p:cNvPr id="18" name="Gerade Verbindung 17">
            <a:extLst>
              <a:ext uri="{FF2B5EF4-FFF2-40B4-BE49-F238E27FC236}">
                <a16:creationId xmlns:a16="http://schemas.microsoft.com/office/drawing/2014/main" id="{8B65091D-D69B-975E-9720-60CE3A99B681}"/>
              </a:ext>
            </a:extLst>
          </p:cNvPr>
          <p:cNvCxnSpPr>
            <a:cxnSpLocks/>
          </p:cNvCxnSpPr>
          <p:nvPr/>
        </p:nvCxnSpPr>
        <p:spPr>
          <a:xfrm flipV="1">
            <a:off x="7200000" y="9005608"/>
            <a:ext cx="0" cy="59007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20">
            <a:extLst>
              <a:ext uri="{FF2B5EF4-FFF2-40B4-BE49-F238E27FC236}">
                <a16:creationId xmlns:a16="http://schemas.microsoft.com/office/drawing/2014/main" id="{AAB7FC07-0A44-2548-3FDE-85C95B943804}"/>
              </a:ext>
            </a:extLst>
          </p:cNvPr>
          <p:cNvCxnSpPr>
            <a:cxnSpLocks/>
          </p:cNvCxnSpPr>
          <p:nvPr/>
        </p:nvCxnSpPr>
        <p:spPr>
          <a:xfrm>
            <a:off x="7200000" y="9014400"/>
            <a:ext cx="148194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22">
            <a:extLst>
              <a:ext uri="{FF2B5EF4-FFF2-40B4-BE49-F238E27FC236}">
                <a16:creationId xmlns:a16="http://schemas.microsoft.com/office/drawing/2014/main" id="{DCCA8E30-6D2B-8961-5EE7-5A94A1FDB2BE}"/>
              </a:ext>
            </a:extLst>
          </p:cNvPr>
          <p:cNvCxnSpPr>
            <a:cxnSpLocks/>
          </p:cNvCxnSpPr>
          <p:nvPr/>
        </p:nvCxnSpPr>
        <p:spPr>
          <a:xfrm flipV="1">
            <a:off x="10800000" y="9011480"/>
            <a:ext cx="0" cy="36000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62A64F1D-67C1-531A-109B-EC036C9803D4}"/>
              </a:ext>
            </a:extLst>
          </p:cNvPr>
          <p:cNvCxnSpPr/>
          <p:nvPr/>
        </p:nvCxnSpPr>
        <p:spPr>
          <a:xfrm flipV="1">
            <a:off x="8681947" y="8465608"/>
            <a:ext cx="0" cy="54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BE9F328F-90DA-5CCD-7EDE-EE56CC4677F0}"/>
              </a:ext>
            </a:extLst>
          </p:cNvPr>
          <p:cNvSpPr/>
          <p:nvPr/>
        </p:nvSpPr>
        <p:spPr>
          <a:xfrm>
            <a:off x="8145757" y="7873084"/>
            <a:ext cx="1708484" cy="57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Apply Scale &amp; Shift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B7FCE33E-843B-2148-6076-038D0AAEBD69}"/>
              </a:ext>
            </a:extLst>
          </p:cNvPr>
          <p:cNvCxnSpPr>
            <a:cxnSpLocks/>
          </p:cNvCxnSpPr>
          <p:nvPr/>
        </p:nvCxnSpPr>
        <p:spPr>
          <a:xfrm flipV="1">
            <a:off x="8999999" y="7328448"/>
            <a:ext cx="0" cy="54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hteck 30">
            <a:extLst>
              <a:ext uri="{FF2B5EF4-FFF2-40B4-BE49-F238E27FC236}">
                <a16:creationId xmlns:a16="http://schemas.microsoft.com/office/drawing/2014/main" id="{3F394F2E-1E99-9E38-D91D-4303461A3BE7}"/>
              </a:ext>
            </a:extLst>
          </p:cNvPr>
          <p:cNvSpPr/>
          <p:nvPr/>
        </p:nvSpPr>
        <p:spPr>
          <a:xfrm>
            <a:off x="8145757" y="6945335"/>
            <a:ext cx="1708484" cy="370800"/>
          </a:xfrm>
          <a:prstGeom prst="rect">
            <a:avLst/>
          </a:prstGeom>
          <a:solidFill>
            <a:schemeClr val="tx2">
              <a:lumMod val="10000"/>
              <a:lumOff val="90000"/>
              <a:alpha val="6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Linear1</a:t>
            </a:r>
          </a:p>
        </p:txBody>
      </p:sp>
      <p:cxnSp>
        <p:nvCxnSpPr>
          <p:cNvPr id="33" name="Gerade Verbindung 32">
            <a:extLst>
              <a:ext uri="{FF2B5EF4-FFF2-40B4-BE49-F238E27FC236}">
                <a16:creationId xmlns:a16="http://schemas.microsoft.com/office/drawing/2014/main" id="{78D45E54-958F-C2B8-B584-247EB5CBD575}"/>
              </a:ext>
            </a:extLst>
          </p:cNvPr>
          <p:cNvCxnSpPr>
            <a:cxnSpLocks/>
          </p:cNvCxnSpPr>
          <p:nvPr/>
        </p:nvCxnSpPr>
        <p:spPr>
          <a:xfrm flipV="1">
            <a:off x="8999999" y="6584447"/>
            <a:ext cx="0" cy="36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34">
            <a:extLst>
              <a:ext uri="{FF2B5EF4-FFF2-40B4-BE49-F238E27FC236}">
                <a16:creationId xmlns:a16="http://schemas.microsoft.com/office/drawing/2014/main" id="{5EEA24DB-7CC1-8D8A-30C5-EFF0E3496D08}"/>
              </a:ext>
            </a:extLst>
          </p:cNvPr>
          <p:cNvCxnSpPr/>
          <p:nvPr/>
        </p:nvCxnSpPr>
        <p:spPr>
          <a:xfrm>
            <a:off x="7199999" y="6584447"/>
            <a:ext cx="360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A23032ED-6804-21C4-AAD0-3E99316E9ADC}"/>
              </a:ext>
            </a:extLst>
          </p:cNvPr>
          <p:cNvCxnSpPr/>
          <p:nvPr/>
        </p:nvCxnSpPr>
        <p:spPr>
          <a:xfrm flipV="1">
            <a:off x="7211549" y="6225745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8E9379F2-EFC2-CB42-117B-B01E6CF5DC37}"/>
              </a:ext>
            </a:extLst>
          </p:cNvPr>
          <p:cNvCxnSpPr/>
          <p:nvPr/>
        </p:nvCxnSpPr>
        <p:spPr>
          <a:xfrm flipV="1">
            <a:off x="10799999" y="6225745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hteck 40">
            <a:extLst>
              <a:ext uri="{FF2B5EF4-FFF2-40B4-BE49-F238E27FC236}">
                <a16:creationId xmlns:a16="http://schemas.microsoft.com/office/drawing/2014/main" id="{D7741E58-85AD-3411-17D1-704E388CC15A}"/>
              </a:ext>
            </a:extLst>
          </p:cNvPr>
          <p:cNvSpPr/>
          <p:nvPr/>
        </p:nvSpPr>
        <p:spPr>
          <a:xfrm>
            <a:off x="6345757" y="5844984"/>
            <a:ext cx="1708484" cy="370800"/>
          </a:xfrm>
          <a:prstGeom prst="rect">
            <a:avLst/>
          </a:prstGeom>
          <a:solidFill>
            <a:schemeClr val="tx2">
              <a:lumMod val="25000"/>
              <a:lumOff val="75000"/>
              <a:alpha val="5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Self-Attention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47268146-61F7-D354-9998-8D758F663C0B}"/>
              </a:ext>
            </a:extLst>
          </p:cNvPr>
          <p:cNvSpPr/>
          <p:nvPr/>
        </p:nvSpPr>
        <p:spPr>
          <a:xfrm>
            <a:off x="9945757" y="5844984"/>
            <a:ext cx="1708484" cy="3708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GELU</a:t>
            </a:r>
          </a:p>
        </p:txBody>
      </p:sp>
      <p:cxnSp>
        <p:nvCxnSpPr>
          <p:cNvPr id="44" name="Gerade Verbindung 43">
            <a:extLst>
              <a:ext uri="{FF2B5EF4-FFF2-40B4-BE49-F238E27FC236}">
                <a16:creationId xmlns:a16="http://schemas.microsoft.com/office/drawing/2014/main" id="{7DEED32B-3E0C-0628-1860-4BEEF2C33706}"/>
              </a:ext>
            </a:extLst>
          </p:cNvPr>
          <p:cNvCxnSpPr>
            <a:stCxn id="41" idx="0"/>
          </p:cNvCxnSpPr>
          <p:nvPr/>
        </p:nvCxnSpPr>
        <p:spPr>
          <a:xfrm flipV="1">
            <a:off x="7199999" y="5486710"/>
            <a:ext cx="0" cy="3582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 Verbindung 45">
            <a:extLst>
              <a:ext uri="{FF2B5EF4-FFF2-40B4-BE49-F238E27FC236}">
                <a16:creationId xmlns:a16="http://schemas.microsoft.com/office/drawing/2014/main" id="{554052A6-5EF2-6022-C61D-A536948CC7CE}"/>
              </a:ext>
            </a:extLst>
          </p:cNvPr>
          <p:cNvCxnSpPr>
            <a:stCxn id="42" idx="0"/>
          </p:cNvCxnSpPr>
          <p:nvPr/>
        </p:nvCxnSpPr>
        <p:spPr>
          <a:xfrm flipV="1">
            <a:off x="10799999" y="5486710"/>
            <a:ext cx="0" cy="3582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2" name="Gruppieren 51">
            <a:extLst>
              <a:ext uri="{FF2B5EF4-FFF2-40B4-BE49-F238E27FC236}">
                <a16:creationId xmlns:a16="http://schemas.microsoft.com/office/drawing/2014/main" id="{6E977A09-DBFB-8404-450A-9B638F4E16C4}"/>
              </a:ext>
            </a:extLst>
          </p:cNvPr>
          <p:cNvGrpSpPr/>
          <p:nvPr/>
        </p:nvGrpSpPr>
        <p:grpSpPr>
          <a:xfrm>
            <a:off x="8909999" y="5398826"/>
            <a:ext cx="180000" cy="180000"/>
            <a:chOff x="2993721" y="5110619"/>
            <a:chExt cx="180000" cy="180000"/>
          </a:xfrm>
        </p:grpSpPr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9018214F-E749-9F07-52B8-BD84CE7E3052}"/>
                </a:ext>
              </a:extLst>
            </p:cNvPr>
            <p:cNvSpPr/>
            <p:nvPr/>
          </p:nvSpPr>
          <p:spPr>
            <a:xfrm>
              <a:off x="2993721" y="5110619"/>
              <a:ext cx="180000" cy="180000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49" name="Gerade Verbindung 48">
              <a:extLst>
                <a:ext uri="{FF2B5EF4-FFF2-40B4-BE49-F238E27FC236}">
                  <a16:creationId xmlns:a16="http://schemas.microsoft.com/office/drawing/2014/main" id="{1A9D75E2-CD65-CA86-84D8-3F025531B0B0}"/>
                </a:ext>
              </a:extLst>
            </p:cNvPr>
            <p:cNvCxnSpPr>
              <a:stCxn id="47" idx="0"/>
              <a:endCxn id="47" idx="4"/>
            </p:cNvCxnSpPr>
            <p:nvPr/>
          </p:nvCxnSpPr>
          <p:spPr>
            <a:xfrm>
              <a:off x="3083721" y="5110619"/>
              <a:ext cx="0" cy="1800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Gerade Verbindung 50">
              <a:extLst>
                <a:ext uri="{FF2B5EF4-FFF2-40B4-BE49-F238E27FC236}">
                  <a16:creationId xmlns:a16="http://schemas.microsoft.com/office/drawing/2014/main" id="{92ED7859-F5A2-CDA4-19D5-A4FE62536A46}"/>
                </a:ext>
              </a:extLst>
            </p:cNvPr>
            <p:cNvCxnSpPr>
              <a:stCxn id="47" idx="2"/>
              <a:endCxn id="47" idx="6"/>
            </p:cNvCxnSpPr>
            <p:nvPr/>
          </p:nvCxnSpPr>
          <p:spPr>
            <a:xfrm>
              <a:off x="2993721" y="5200619"/>
              <a:ext cx="180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1D03E7CA-4B61-AF17-36F7-304A66EE36F9}"/>
              </a:ext>
            </a:extLst>
          </p:cNvPr>
          <p:cNvCxnSpPr/>
          <p:nvPr/>
        </p:nvCxnSpPr>
        <p:spPr>
          <a:xfrm>
            <a:off x="7199999" y="5486710"/>
            <a:ext cx="171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4C9C7C66-163C-C2C4-4F16-D17031FC1B4E}"/>
              </a:ext>
            </a:extLst>
          </p:cNvPr>
          <p:cNvCxnSpPr/>
          <p:nvPr/>
        </p:nvCxnSpPr>
        <p:spPr>
          <a:xfrm flipH="1">
            <a:off x="9090000" y="5486710"/>
            <a:ext cx="1709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AFF4D753-EAE9-F94D-FF26-72B64CF92F09}"/>
              </a:ext>
            </a:extLst>
          </p:cNvPr>
          <p:cNvCxnSpPr/>
          <p:nvPr/>
        </p:nvCxnSpPr>
        <p:spPr>
          <a:xfrm flipV="1">
            <a:off x="8999999" y="5035773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hteck 60">
            <a:extLst>
              <a:ext uri="{FF2B5EF4-FFF2-40B4-BE49-F238E27FC236}">
                <a16:creationId xmlns:a16="http://schemas.microsoft.com/office/drawing/2014/main" id="{18259A3A-F069-32BC-5ECF-CD2BA4DB3B58}"/>
              </a:ext>
            </a:extLst>
          </p:cNvPr>
          <p:cNvSpPr/>
          <p:nvPr/>
        </p:nvSpPr>
        <p:spPr>
          <a:xfrm>
            <a:off x="8145757" y="4654216"/>
            <a:ext cx="1708484" cy="370800"/>
          </a:xfrm>
          <a:prstGeom prst="rect">
            <a:avLst/>
          </a:prstGeom>
          <a:solidFill>
            <a:schemeClr val="tx2">
              <a:lumMod val="10000"/>
              <a:lumOff val="90000"/>
              <a:alpha val="6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Projection</a:t>
            </a: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C0D8CEB5-2DCC-25FB-7CF7-93448476CE23}"/>
              </a:ext>
            </a:extLst>
          </p:cNvPr>
          <p:cNvSpPr txBox="1"/>
          <p:nvPr/>
        </p:nvSpPr>
        <p:spPr>
          <a:xfrm>
            <a:off x="9754587" y="8747353"/>
            <a:ext cx="10454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i="1" dirty="0"/>
              <a:t>Scale, Shift</a:t>
            </a:r>
          </a:p>
        </p:txBody>
      </p:sp>
      <p:cxnSp>
        <p:nvCxnSpPr>
          <p:cNvPr id="64" name="Gerade Verbindung 63">
            <a:extLst>
              <a:ext uri="{FF2B5EF4-FFF2-40B4-BE49-F238E27FC236}">
                <a16:creationId xmlns:a16="http://schemas.microsoft.com/office/drawing/2014/main" id="{66CB42DF-D297-7A54-A465-CB142B94F9D3}"/>
              </a:ext>
            </a:extLst>
          </p:cNvPr>
          <p:cNvCxnSpPr>
            <a:cxnSpLocks/>
            <a:stCxn id="14" idx="3"/>
          </p:cNvCxnSpPr>
          <p:nvPr/>
        </p:nvCxnSpPr>
        <p:spPr>
          <a:xfrm>
            <a:off x="11654242" y="9675759"/>
            <a:ext cx="349690" cy="354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65">
            <a:extLst>
              <a:ext uri="{FF2B5EF4-FFF2-40B4-BE49-F238E27FC236}">
                <a16:creationId xmlns:a16="http://schemas.microsoft.com/office/drawing/2014/main" id="{33DF2BE7-62ED-EC34-4DB5-BA73FF046907}"/>
              </a:ext>
            </a:extLst>
          </p:cNvPr>
          <p:cNvCxnSpPr>
            <a:cxnSpLocks/>
          </p:cNvCxnSpPr>
          <p:nvPr/>
        </p:nvCxnSpPr>
        <p:spPr>
          <a:xfrm flipV="1">
            <a:off x="12003932" y="3915336"/>
            <a:ext cx="0" cy="5760777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01A92975-28A8-0F57-7A5F-F05AFE4C03FD}"/>
              </a:ext>
            </a:extLst>
          </p:cNvPr>
          <p:cNvCxnSpPr>
            <a:cxnSpLocks/>
          </p:cNvCxnSpPr>
          <p:nvPr/>
        </p:nvCxnSpPr>
        <p:spPr>
          <a:xfrm flipV="1">
            <a:off x="8999999" y="4112311"/>
            <a:ext cx="0" cy="54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hteck 68">
            <a:extLst>
              <a:ext uri="{FF2B5EF4-FFF2-40B4-BE49-F238E27FC236}">
                <a16:creationId xmlns:a16="http://schemas.microsoft.com/office/drawing/2014/main" id="{354222E9-4D63-1686-4854-7572F61F585C}"/>
              </a:ext>
            </a:extLst>
          </p:cNvPr>
          <p:cNvSpPr/>
          <p:nvPr/>
        </p:nvSpPr>
        <p:spPr>
          <a:xfrm>
            <a:off x="8145757" y="3722009"/>
            <a:ext cx="1708484" cy="370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Gating</a:t>
            </a:r>
          </a:p>
        </p:txBody>
      </p: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012DDB5D-4F12-C6FB-2372-E060EF504A37}"/>
              </a:ext>
            </a:extLst>
          </p:cNvPr>
          <p:cNvCxnSpPr>
            <a:cxnSpLocks/>
          </p:cNvCxnSpPr>
          <p:nvPr/>
        </p:nvCxnSpPr>
        <p:spPr>
          <a:xfrm flipH="1">
            <a:off x="9854241" y="3915336"/>
            <a:ext cx="2149691" cy="0"/>
          </a:xfrm>
          <a:prstGeom prst="straightConnector1">
            <a:avLst/>
          </a:prstGeom>
          <a:ln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feld 74">
            <a:extLst>
              <a:ext uri="{FF2B5EF4-FFF2-40B4-BE49-F238E27FC236}">
                <a16:creationId xmlns:a16="http://schemas.microsoft.com/office/drawing/2014/main" id="{A019929D-D235-6ECA-316B-C3E2D0BDC16A}"/>
              </a:ext>
            </a:extLst>
          </p:cNvPr>
          <p:cNvSpPr txBox="1"/>
          <p:nvPr/>
        </p:nvSpPr>
        <p:spPr>
          <a:xfrm>
            <a:off x="11492710" y="3668974"/>
            <a:ext cx="12147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i="1" dirty="0"/>
              <a:t>Gate</a:t>
            </a:r>
          </a:p>
        </p:txBody>
      </p:sp>
      <p:cxnSp>
        <p:nvCxnSpPr>
          <p:cNvPr id="77" name="Gerade Verbindung 76">
            <a:extLst>
              <a:ext uri="{FF2B5EF4-FFF2-40B4-BE49-F238E27FC236}">
                <a16:creationId xmlns:a16="http://schemas.microsoft.com/office/drawing/2014/main" id="{BCF851FD-2293-A463-B4FF-34F14A157E67}"/>
              </a:ext>
            </a:extLst>
          </p:cNvPr>
          <p:cNvCxnSpPr>
            <a:stCxn id="69" idx="0"/>
          </p:cNvCxnSpPr>
          <p:nvPr/>
        </p:nvCxnSpPr>
        <p:spPr>
          <a:xfrm flipV="1">
            <a:off x="8999999" y="3349496"/>
            <a:ext cx="0" cy="3725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E9B74844-8E49-A9EA-646E-E1015428A688}"/>
              </a:ext>
            </a:extLst>
          </p:cNvPr>
          <p:cNvSpPr/>
          <p:nvPr/>
        </p:nvSpPr>
        <p:spPr>
          <a:xfrm>
            <a:off x="8910127" y="3175586"/>
            <a:ext cx="180000" cy="180000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+</a:t>
            </a:r>
          </a:p>
        </p:txBody>
      </p:sp>
      <p:cxnSp>
        <p:nvCxnSpPr>
          <p:cNvPr id="85" name="Gerade Verbindung 84">
            <a:extLst>
              <a:ext uri="{FF2B5EF4-FFF2-40B4-BE49-F238E27FC236}">
                <a16:creationId xmlns:a16="http://schemas.microsoft.com/office/drawing/2014/main" id="{DD4DA14A-E74E-C350-ACC1-33511A4E89EC}"/>
              </a:ext>
            </a:extLst>
          </p:cNvPr>
          <p:cNvCxnSpPr>
            <a:cxnSpLocks/>
          </p:cNvCxnSpPr>
          <p:nvPr/>
        </p:nvCxnSpPr>
        <p:spPr>
          <a:xfrm flipH="1">
            <a:off x="6128426" y="10532605"/>
            <a:ext cx="107157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Gerade Verbindung 86">
            <a:extLst>
              <a:ext uri="{FF2B5EF4-FFF2-40B4-BE49-F238E27FC236}">
                <a16:creationId xmlns:a16="http://schemas.microsoft.com/office/drawing/2014/main" id="{9AAC4EAC-0191-159E-D7F3-120CDC27A6D2}"/>
              </a:ext>
            </a:extLst>
          </p:cNvPr>
          <p:cNvCxnSpPr>
            <a:cxnSpLocks/>
          </p:cNvCxnSpPr>
          <p:nvPr/>
        </p:nvCxnSpPr>
        <p:spPr>
          <a:xfrm flipV="1">
            <a:off x="6128426" y="3265586"/>
            <a:ext cx="0" cy="726701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Gerade Verbindung mit Pfeil 88">
            <a:extLst>
              <a:ext uri="{FF2B5EF4-FFF2-40B4-BE49-F238E27FC236}">
                <a16:creationId xmlns:a16="http://schemas.microsoft.com/office/drawing/2014/main" id="{A69BE0C4-EC31-223D-3E3A-973AFDCCCF80}"/>
              </a:ext>
            </a:extLst>
          </p:cNvPr>
          <p:cNvCxnSpPr>
            <a:cxnSpLocks/>
            <a:endCxn id="79" idx="2"/>
          </p:cNvCxnSpPr>
          <p:nvPr/>
        </p:nvCxnSpPr>
        <p:spPr>
          <a:xfrm>
            <a:off x="6128426" y="3265586"/>
            <a:ext cx="27817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Gerade Verbindung mit Pfeil 97">
            <a:extLst>
              <a:ext uri="{FF2B5EF4-FFF2-40B4-BE49-F238E27FC236}">
                <a16:creationId xmlns:a16="http://schemas.microsoft.com/office/drawing/2014/main" id="{538E0105-DF12-C78F-E87E-5F9A9477431C}"/>
              </a:ext>
            </a:extLst>
          </p:cNvPr>
          <p:cNvCxnSpPr>
            <a:cxnSpLocks/>
            <a:stCxn id="79" idx="0"/>
          </p:cNvCxnSpPr>
          <p:nvPr/>
        </p:nvCxnSpPr>
        <p:spPr>
          <a:xfrm flipH="1" flipV="1">
            <a:off x="8999999" y="2800339"/>
            <a:ext cx="128" cy="3752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Gerade Verbindung mit Pfeil 103">
            <a:extLst>
              <a:ext uri="{FF2B5EF4-FFF2-40B4-BE49-F238E27FC236}">
                <a16:creationId xmlns:a16="http://schemas.microsoft.com/office/drawing/2014/main" id="{DB20258A-D714-B194-049B-A79707A6AC49}"/>
              </a:ext>
            </a:extLst>
          </p:cNvPr>
          <p:cNvCxnSpPr/>
          <p:nvPr/>
        </p:nvCxnSpPr>
        <p:spPr>
          <a:xfrm flipV="1">
            <a:off x="9322298" y="8467200"/>
            <a:ext cx="0" cy="540000"/>
          </a:xfrm>
          <a:prstGeom prst="straightConnector1">
            <a:avLst/>
          </a:prstGeom>
          <a:ln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 Verbindung 105">
            <a:extLst>
              <a:ext uri="{FF2B5EF4-FFF2-40B4-BE49-F238E27FC236}">
                <a16:creationId xmlns:a16="http://schemas.microsoft.com/office/drawing/2014/main" id="{7D813E78-7656-B1D3-141D-03519AEB661A}"/>
              </a:ext>
            </a:extLst>
          </p:cNvPr>
          <p:cNvCxnSpPr>
            <a:cxnSpLocks/>
          </p:cNvCxnSpPr>
          <p:nvPr/>
        </p:nvCxnSpPr>
        <p:spPr>
          <a:xfrm>
            <a:off x="9318052" y="9014400"/>
            <a:ext cx="1481947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feld 1">
            <a:extLst>
              <a:ext uri="{FF2B5EF4-FFF2-40B4-BE49-F238E27FC236}">
                <a16:creationId xmlns:a16="http://schemas.microsoft.com/office/drawing/2014/main" id="{0BA4D680-BD1F-C9CF-A370-A29AC0107EF0}"/>
              </a:ext>
            </a:extLst>
          </p:cNvPr>
          <p:cNvSpPr txBox="1"/>
          <p:nvPr/>
        </p:nvSpPr>
        <p:spPr>
          <a:xfrm>
            <a:off x="9583200" y="4457489"/>
            <a:ext cx="3370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FF9A605-4026-B54B-0366-D736C3D3A436}"/>
              </a:ext>
            </a:extLst>
          </p:cNvPr>
          <p:cNvSpPr txBox="1"/>
          <p:nvPr/>
        </p:nvSpPr>
        <p:spPr>
          <a:xfrm>
            <a:off x="9583200" y="6755042"/>
            <a:ext cx="3370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1758317E-D8EB-79D4-82A7-77231366C34D}"/>
              </a:ext>
            </a:extLst>
          </p:cNvPr>
          <p:cNvSpPr txBox="1"/>
          <p:nvPr/>
        </p:nvSpPr>
        <p:spPr>
          <a:xfrm>
            <a:off x="11382453" y="9198253"/>
            <a:ext cx="3370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>
                <a:effectLst/>
                <a:latin typeface="Apple Color Emoji" pitchFamily="2" charset="0"/>
              </a:rPr>
              <a:t>🔥</a:t>
            </a:r>
          </a:p>
        </p:txBody>
      </p:sp>
    </p:spTree>
    <p:extLst>
      <p:ext uri="{BB962C8B-B14F-4D97-AF65-F5344CB8AC3E}">
        <p14:creationId xmlns:p14="http://schemas.microsoft.com/office/powerpoint/2010/main" val="3604898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2F2EA-25FE-D253-8B11-13671E8A3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6B3AB783-5BB1-2756-B68B-2B434A5C503A}"/>
              </a:ext>
            </a:extLst>
          </p:cNvPr>
          <p:cNvSpPr/>
          <p:nvPr/>
        </p:nvSpPr>
        <p:spPr>
          <a:xfrm>
            <a:off x="720106" y="630936"/>
            <a:ext cx="12600000" cy="10930570"/>
          </a:xfrm>
          <a:prstGeom prst="rect">
            <a:avLst/>
          </a:prstGeom>
          <a:solidFill>
            <a:schemeClr val="accent2">
              <a:lumMod val="20000"/>
              <a:lumOff val="80000"/>
              <a:alpha val="41961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DB191EE0-400E-D81A-E645-F2FB00723A92}"/>
              </a:ext>
            </a:extLst>
          </p:cNvPr>
          <p:cNvSpPr/>
          <p:nvPr/>
        </p:nvSpPr>
        <p:spPr>
          <a:xfrm>
            <a:off x="7421711" y="10317978"/>
            <a:ext cx="1708484" cy="8456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Text Modulation Projection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2A221E4-5723-8C3B-2E9F-4ABBC0F4F3D0}"/>
              </a:ext>
            </a:extLst>
          </p:cNvPr>
          <p:cNvSpPr/>
          <p:nvPr/>
        </p:nvSpPr>
        <p:spPr>
          <a:xfrm>
            <a:off x="4903735" y="10317600"/>
            <a:ext cx="1708484" cy="8456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Image Modulation Projection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6AA20B85-3E39-2D6D-7FD2-D9E3521436B6}"/>
              </a:ext>
            </a:extLst>
          </p:cNvPr>
          <p:cNvCxnSpPr>
            <a:cxnSpLocks/>
          </p:cNvCxnSpPr>
          <p:nvPr/>
        </p:nvCxnSpPr>
        <p:spPr>
          <a:xfrm flipV="1">
            <a:off x="3240000" y="10688400"/>
            <a:ext cx="0" cy="15821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DFA1D1A3-53C1-B94E-326C-BC21B3C66465}"/>
              </a:ext>
            </a:extLst>
          </p:cNvPr>
          <p:cNvCxnSpPr/>
          <p:nvPr/>
        </p:nvCxnSpPr>
        <p:spPr>
          <a:xfrm flipV="1">
            <a:off x="5760000" y="11163600"/>
            <a:ext cx="0" cy="1106906"/>
          </a:xfrm>
          <a:prstGeom prst="straightConnector1">
            <a:avLst/>
          </a:prstGeom>
          <a:ln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F30BD42C-EE5B-3316-E285-088C77F27834}"/>
              </a:ext>
            </a:extLst>
          </p:cNvPr>
          <p:cNvCxnSpPr>
            <a:cxnSpLocks/>
            <a:endCxn id="25" idx="2"/>
          </p:cNvCxnSpPr>
          <p:nvPr/>
        </p:nvCxnSpPr>
        <p:spPr>
          <a:xfrm flipH="1" flipV="1">
            <a:off x="10793929" y="10688400"/>
            <a:ext cx="6071" cy="15821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81905B3-63C4-8385-01DB-8192A05CDFCB}"/>
              </a:ext>
            </a:extLst>
          </p:cNvPr>
          <p:cNvCxnSpPr/>
          <p:nvPr/>
        </p:nvCxnSpPr>
        <p:spPr>
          <a:xfrm flipV="1">
            <a:off x="8280000" y="11163600"/>
            <a:ext cx="0" cy="1106906"/>
          </a:xfrm>
          <a:prstGeom prst="straightConnector1">
            <a:avLst/>
          </a:prstGeom>
          <a:ln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8B086C74-8B8B-EF5E-0105-B7EFC4ADA3D8}"/>
              </a:ext>
            </a:extLst>
          </p:cNvPr>
          <p:cNvSpPr txBox="1"/>
          <p:nvPr/>
        </p:nvSpPr>
        <p:spPr>
          <a:xfrm>
            <a:off x="2767017" y="12270506"/>
            <a:ext cx="9459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Image</a:t>
            </a:r>
          </a:p>
          <a:p>
            <a:r>
              <a:rPr lang="en-GB" dirty="0"/>
              <a:t>Feature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05ADF9FD-296C-09FB-9D05-CA5121F64B3D}"/>
              </a:ext>
            </a:extLst>
          </p:cNvPr>
          <p:cNvSpPr txBox="1"/>
          <p:nvPr/>
        </p:nvSpPr>
        <p:spPr>
          <a:xfrm>
            <a:off x="10327017" y="12270506"/>
            <a:ext cx="9459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Text</a:t>
            </a:r>
          </a:p>
          <a:p>
            <a:r>
              <a:rPr lang="en-GB" dirty="0"/>
              <a:t>Feature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308D0E9A-EF77-BEFE-6112-FCCC987F50A7}"/>
              </a:ext>
            </a:extLst>
          </p:cNvPr>
          <p:cNvSpPr txBox="1"/>
          <p:nvPr/>
        </p:nvSpPr>
        <p:spPr>
          <a:xfrm>
            <a:off x="5291637" y="12270506"/>
            <a:ext cx="12009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Guidance </a:t>
            </a:r>
          </a:p>
          <a:p>
            <a:r>
              <a:rPr lang="en-GB" dirty="0"/>
              <a:t>Vector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EB4159E7-81ED-2AFD-0F28-7978D88CA0B2}"/>
              </a:ext>
            </a:extLst>
          </p:cNvPr>
          <p:cNvSpPr txBox="1"/>
          <p:nvPr/>
        </p:nvSpPr>
        <p:spPr>
          <a:xfrm>
            <a:off x="7866048" y="12270506"/>
            <a:ext cx="12009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Guidance </a:t>
            </a:r>
          </a:p>
          <a:p>
            <a:r>
              <a:rPr lang="en-GB" dirty="0"/>
              <a:t>Vector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F1D9BD94-687A-FF66-3884-994E33CCC4FF}"/>
              </a:ext>
            </a:extLst>
          </p:cNvPr>
          <p:cNvSpPr/>
          <p:nvPr/>
        </p:nvSpPr>
        <p:spPr>
          <a:xfrm>
            <a:off x="2385759" y="10317600"/>
            <a:ext cx="1708484" cy="3708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>
                <a:solidFill>
                  <a:schemeClr val="tx1"/>
                </a:solidFill>
              </a:rPr>
              <a:t>LayerNorm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2F3930FB-532C-661D-926C-54E477739EDF}"/>
              </a:ext>
            </a:extLst>
          </p:cNvPr>
          <p:cNvSpPr/>
          <p:nvPr/>
        </p:nvSpPr>
        <p:spPr>
          <a:xfrm>
            <a:off x="9939687" y="10317600"/>
            <a:ext cx="1708484" cy="3708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>
                <a:solidFill>
                  <a:schemeClr val="tx1"/>
                </a:solidFill>
              </a:rPr>
              <a:t>LayerNorm</a:t>
            </a:r>
            <a:endParaRPr lang="en-GB" dirty="0">
              <a:solidFill>
                <a:schemeClr val="tx1"/>
              </a:solidFill>
            </a:endParaRPr>
          </a:p>
        </p:txBody>
      </p:sp>
      <p:cxnSp>
        <p:nvCxnSpPr>
          <p:cNvPr id="34" name="Gerade Verbindung 33">
            <a:extLst>
              <a:ext uri="{FF2B5EF4-FFF2-40B4-BE49-F238E27FC236}">
                <a16:creationId xmlns:a16="http://schemas.microsoft.com/office/drawing/2014/main" id="{13B95820-F775-86D8-13CC-AE2F210B297D}"/>
              </a:ext>
            </a:extLst>
          </p:cNvPr>
          <p:cNvCxnSpPr>
            <a:cxnSpLocks/>
          </p:cNvCxnSpPr>
          <p:nvPr/>
        </p:nvCxnSpPr>
        <p:spPr>
          <a:xfrm flipH="1" flipV="1">
            <a:off x="3240000" y="10137600"/>
            <a:ext cx="1" cy="18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35">
            <a:extLst>
              <a:ext uri="{FF2B5EF4-FFF2-40B4-BE49-F238E27FC236}">
                <a16:creationId xmlns:a16="http://schemas.microsoft.com/office/drawing/2014/main" id="{AA972671-DA84-8DDE-72F9-5AECBBBAFB20}"/>
              </a:ext>
            </a:extLst>
          </p:cNvPr>
          <p:cNvCxnSpPr>
            <a:cxnSpLocks/>
          </p:cNvCxnSpPr>
          <p:nvPr/>
        </p:nvCxnSpPr>
        <p:spPr>
          <a:xfrm flipH="1" flipV="1">
            <a:off x="5757976" y="10137600"/>
            <a:ext cx="1" cy="18000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DC5F00EB-8B4A-C9E6-F2A9-6A90E7B49C3D}"/>
              </a:ext>
            </a:extLst>
          </p:cNvPr>
          <p:cNvSpPr/>
          <p:nvPr/>
        </p:nvSpPr>
        <p:spPr>
          <a:xfrm>
            <a:off x="3646800" y="9360000"/>
            <a:ext cx="1708484" cy="57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Apply Scale &amp; Shift</a:t>
            </a:r>
          </a:p>
        </p:txBody>
      </p:sp>
      <p:cxnSp>
        <p:nvCxnSpPr>
          <p:cNvPr id="43" name="Gerade Verbindung 42">
            <a:extLst>
              <a:ext uri="{FF2B5EF4-FFF2-40B4-BE49-F238E27FC236}">
                <a16:creationId xmlns:a16="http://schemas.microsoft.com/office/drawing/2014/main" id="{B1DA0B23-17D2-FF1B-52A0-6792DE30F74A}"/>
              </a:ext>
            </a:extLst>
          </p:cNvPr>
          <p:cNvCxnSpPr>
            <a:cxnSpLocks/>
          </p:cNvCxnSpPr>
          <p:nvPr/>
        </p:nvCxnSpPr>
        <p:spPr>
          <a:xfrm>
            <a:off x="3239999" y="10137600"/>
            <a:ext cx="108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 Verbindung 49">
            <a:extLst>
              <a:ext uri="{FF2B5EF4-FFF2-40B4-BE49-F238E27FC236}">
                <a16:creationId xmlns:a16="http://schemas.microsoft.com/office/drawing/2014/main" id="{29F7AE26-BBB9-C13C-8AD2-C508A1995609}"/>
              </a:ext>
            </a:extLst>
          </p:cNvPr>
          <p:cNvCxnSpPr/>
          <p:nvPr/>
        </p:nvCxnSpPr>
        <p:spPr>
          <a:xfrm flipH="1">
            <a:off x="4677976" y="10137600"/>
            <a:ext cx="1080000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50D9DA11-4C90-314A-968F-D7E128F7ADFB}"/>
              </a:ext>
            </a:extLst>
          </p:cNvPr>
          <p:cNvCxnSpPr/>
          <p:nvPr/>
        </p:nvCxnSpPr>
        <p:spPr>
          <a:xfrm flipV="1">
            <a:off x="4319999" y="9966960"/>
            <a:ext cx="0" cy="18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D054209D-644A-23E6-C8DF-40083148CAE3}"/>
              </a:ext>
            </a:extLst>
          </p:cNvPr>
          <p:cNvCxnSpPr/>
          <p:nvPr/>
        </p:nvCxnSpPr>
        <p:spPr>
          <a:xfrm flipV="1">
            <a:off x="4683600" y="9968400"/>
            <a:ext cx="0" cy="180000"/>
          </a:xfrm>
          <a:prstGeom prst="straightConnector1">
            <a:avLst/>
          </a:prstGeom>
          <a:ln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 Verbindung 73">
            <a:extLst>
              <a:ext uri="{FF2B5EF4-FFF2-40B4-BE49-F238E27FC236}">
                <a16:creationId xmlns:a16="http://schemas.microsoft.com/office/drawing/2014/main" id="{8B22EB67-E936-8FA4-417F-C8A2B42B347E}"/>
              </a:ext>
            </a:extLst>
          </p:cNvPr>
          <p:cNvCxnSpPr>
            <a:cxnSpLocks/>
          </p:cNvCxnSpPr>
          <p:nvPr/>
        </p:nvCxnSpPr>
        <p:spPr>
          <a:xfrm flipH="1" flipV="1">
            <a:off x="8270008" y="10137600"/>
            <a:ext cx="1" cy="18000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Gerade Verbindung 75">
            <a:extLst>
              <a:ext uri="{FF2B5EF4-FFF2-40B4-BE49-F238E27FC236}">
                <a16:creationId xmlns:a16="http://schemas.microsoft.com/office/drawing/2014/main" id="{E5236720-A054-16CD-3447-2ECCEC536697}"/>
              </a:ext>
            </a:extLst>
          </p:cNvPr>
          <p:cNvCxnSpPr>
            <a:cxnSpLocks/>
          </p:cNvCxnSpPr>
          <p:nvPr/>
        </p:nvCxnSpPr>
        <p:spPr>
          <a:xfrm flipH="1" flipV="1">
            <a:off x="10787984" y="10137600"/>
            <a:ext cx="1" cy="18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hteck 77">
            <a:extLst>
              <a:ext uri="{FF2B5EF4-FFF2-40B4-BE49-F238E27FC236}">
                <a16:creationId xmlns:a16="http://schemas.microsoft.com/office/drawing/2014/main" id="{D265E07F-8183-0820-B4A0-1BEF3937AED3}"/>
              </a:ext>
            </a:extLst>
          </p:cNvPr>
          <p:cNvSpPr/>
          <p:nvPr/>
        </p:nvSpPr>
        <p:spPr>
          <a:xfrm>
            <a:off x="8676808" y="9360000"/>
            <a:ext cx="1708484" cy="57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Apply Scale &amp; Shift</a:t>
            </a:r>
          </a:p>
        </p:txBody>
      </p:sp>
      <p:cxnSp>
        <p:nvCxnSpPr>
          <p:cNvPr id="80" name="Gerade Verbindung 79">
            <a:extLst>
              <a:ext uri="{FF2B5EF4-FFF2-40B4-BE49-F238E27FC236}">
                <a16:creationId xmlns:a16="http://schemas.microsoft.com/office/drawing/2014/main" id="{DB1385F7-D4EA-A2F8-96C8-79969AF3CBD8}"/>
              </a:ext>
            </a:extLst>
          </p:cNvPr>
          <p:cNvCxnSpPr>
            <a:cxnSpLocks/>
          </p:cNvCxnSpPr>
          <p:nvPr/>
        </p:nvCxnSpPr>
        <p:spPr>
          <a:xfrm>
            <a:off x="8270007" y="10137600"/>
            <a:ext cx="1080000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 Verbindung 80">
            <a:extLst>
              <a:ext uri="{FF2B5EF4-FFF2-40B4-BE49-F238E27FC236}">
                <a16:creationId xmlns:a16="http://schemas.microsoft.com/office/drawing/2014/main" id="{95C33812-9518-7020-60E8-F83E7327F9D4}"/>
              </a:ext>
            </a:extLst>
          </p:cNvPr>
          <p:cNvCxnSpPr/>
          <p:nvPr/>
        </p:nvCxnSpPr>
        <p:spPr>
          <a:xfrm flipH="1">
            <a:off x="9707984" y="10137600"/>
            <a:ext cx="108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700A245F-4435-CEE4-B02D-924A5BF815A7}"/>
              </a:ext>
            </a:extLst>
          </p:cNvPr>
          <p:cNvCxnSpPr/>
          <p:nvPr/>
        </p:nvCxnSpPr>
        <p:spPr>
          <a:xfrm flipV="1">
            <a:off x="9350007" y="9968400"/>
            <a:ext cx="0" cy="180000"/>
          </a:xfrm>
          <a:prstGeom prst="straightConnector1">
            <a:avLst/>
          </a:prstGeom>
          <a:ln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Gerade Verbindung mit Pfeil 82">
            <a:extLst>
              <a:ext uri="{FF2B5EF4-FFF2-40B4-BE49-F238E27FC236}">
                <a16:creationId xmlns:a16="http://schemas.microsoft.com/office/drawing/2014/main" id="{3EEE2A36-B7EC-2DD4-887B-7D8CE9C1FAA5}"/>
              </a:ext>
            </a:extLst>
          </p:cNvPr>
          <p:cNvCxnSpPr/>
          <p:nvPr/>
        </p:nvCxnSpPr>
        <p:spPr>
          <a:xfrm flipV="1">
            <a:off x="9715063" y="9968400"/>
            <a:ext cx="0" cy="18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chteck 83">
            <a:extLst>
              <a:ext uri="{FF2B5EF4-FFF2-40B4-BE49-F238E27FC236}">
                <a16:creationId xmlns:a16="http://schemas.microsoft.com/office/drawing/2014/main" id="{A9A46BA5-A8D6-FCC4-49D6-60716D597583}"/>
              </a:ext>
            </a:extLst>
          </p:cNvPr>
          <p:cNvSpPr/>
          <p:nvPr/>
        </p:nvSpPr>
        <p:spPr>
          <a:xfrm>
            <a:off x="3646800" y="8609204"/>
            <a:ext cx="1708484" cy="370800"/>
          </a:xfrm>
          <a:prstGeom prst="rect">
            <a:avLst/>
          </a:prstGeom>
          <a:solidFill>
            <a:schemeClr val="tx2">
              <a:lumMod val="10000"/>
              <a:lumOff val="90000"/>
              <a:alpha val="6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Image Linear1</a:t>
            </a: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61883D6C-6BF7-FDFE-B3AE-9377D5078BBE}"/>
              </a:ext>
            </a:extLst>
          </p:cNvPr>
          <p:cNvCxnSpPr>
            <a:cxnSpLocks/>
          </p:cNvCxnSpPr>
          <p:nvPr/>
        </p:nvCxnSpPr>
        <p:spPr>
          <a:xfrm flipV="1">
            <a:off x="4501042" y="8989148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hteck 89">
            <a:extLst>
              <a:ext uri="{FF2B5EF4-FFF2-40B4-BE49-F238E27FC236}">
                <a16:creationId xmlns:a16="http://schemas.microsoft.com/office/drawing/2014/main" id="{1527FF1E-739C-C689-D728-5AA2B4579F25}"/>
              </a:ext>
            </a:extLst>
          </p:cNvPr>
          <p:cNvSpPr/>
          <p:nvPr/>
        </p:nvSpPr>
        <p:spPr>
          <a:xfrm>
            <a:off x="8676808" y="8614686"/>
            <a:ext cx="1708484" cy="370800"/>
          </a:xfrm>
          <a:prstGeom prst="rect">
            <a:avLst/>
          </a:prstGeom>
          <a:solidFill>
            <a:schemeClr val="tx2">
              <a:lumMod val="10000"/>
              <a:lumOff val="90000"/>
              <a:alpha val="6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Text Linear1</a:t>
            </a: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796FEE5A-E381-D602-A2F7-217B49949838}"/>
              </a:ext>
            </a:extLst>
          </p:cNvPr>
          <p:cNvCxnSpPr>
            <a:cxnSpLocks/>
          </p:cNvCxnSpPr>
          <p:nvPr/>
        </p:nvCxnSpPr>
        <p:spPr>
          <a:xfrm flipV="1">
            <a:off x="9531050" y="8994630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hteck 91">
            <a:extLst>
              <a:ext uri="{FF2B5EF4-FFF2-40B4-BE49-F238E27FC236}">
                <a16:creationId xmlns:a16="http://schemas.microsoft.com/office/drawing/2014/main" id="{16CB6B18-A198-D0F4-F414-FBBEBB9078C3}"/>
              </a:ext>
            </a:extLst>
          </p:cNvPr>
          <p:cNvSpPr/>
          <p:nvPr/>
        </p:nvSpPr>
        <p:spPr>
          <a:xfrm>
            <a:off x="3646800" y="7863006"/>
            <a:ext cx="1708484" cy="3708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RMS Norm</a:t>
            </a:r>
          </a:p>
        </p:txBody>
      </p:sp>
      <p:cxnSp>
        <p:nvCxnSpPr>
          <p:cNvPr id="93" name="Gerade Verbindung mit Pfeil 92">
            <a:extLst>
              <a:ext uri="{FF2B5EF4-FFF2-40B4-BE49-F238E27FC236}">
                <a16:creationId xmlns:a16="http://schemas.microsoft.com/office/drawing/2014/main" id="{122E52F6-C977-D728-94C7-12AE71360A22}"/>
              </a:ext>
            </a:extLst>
          </p:cNvPr>
          <p:cNvCxnSpPr>
            <a:cxnSpLocks/>
          </p:cNvCxnSpPr>
          <p:nvPr/>
        </p:nvCxnSpPr>
        <p:spPr>
          <a:xfrm flipV="1">
            <a:off x="4501042" y="8249204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Rechteck 96">
            <a:extLst>
              <a:ext uri="{FF2B5EF4-FFF2-40B4-BE49-F238E27FC236}">
                <a16:creationId xmlns:a16="http://schemas.microsoft.com/office/drawing/2014/main" id="{631E7194-B898-50D7-CD30-F7FF0038C0B1}"/>
              </a:ext>
            </a:extLst>
          </p:cNvPr>
          <p:cNvSpPr/>
          <p:nvPr/>
        </p:nvSpPr>
        <p:spPr>
          <a:xfrm>
            <a:off x="8676808" y="7862373"/>
            <a:ext cx="1708484" cy="3708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RMS Norm</a:t>
            </a:r>
          </a:p>
        </p:txBody>
      </p:sp>
      <p:cxnSp>
        <p:nvCxnSpPr>
          <p:cNvPr id="99" name="Gerade Verbindung mit Pfeil 98">
            <a:extLst>
              <a:ext uri="{FF2B5EF4-FFF2-40B4-BE49-F238E27FC236}">
                <a16:creationId xmlns:a16="http://schemas.microsoft.com/office/drawing/2014/main" id="{2EEBEEA4-C10B-96CB-AEF5-12E9CF4FA59F}"/>
              </a:ext>
            </a:extLst>
          </p:cNvPr>
          <p:cNvCxnSpPr>
            <a:cxnSpLocks/>
          </p:cNvCxnSpPr>
          <p:nvPr/>
        </p:nvCxnSpPr>
        <p:spPr>
          <a:xfrm flipV="1">
            <a:off x="9531050" y="8248571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Gerade Verbindung 104">
            <a:extLst>
              <a:ext uri="{FF2B5EF4-FFF2-40B4-BE49-F238E27FC236}">
                <a16:creationId xmlns:a16="http://schemas.microsoft.com/office/drawing/2014/main" id="{1D04B129-660D-5942-15C7-6A4F31E909B1}"/>
              </a:ext>
            </a:extLst>
          </p:cNvPr>
          <p:cNvCxnSpPr>
            <a:cxnSpLocks/>
          </p:cNvCxnSpPr>
          <p:nvPr/>
        </p:nvCxnSpPr>
        <p:spPr>
          <a:xfrm flipV="1">
            <a:off x="4500000" y="7682400"/>
            <a:ext cx="0" cy="18204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Gerade Verbindung 106">
            <a:extLst>
              <a:ext uri="{FF2B5EF4-FFF2-40B4-BE49-F238E27FC236}">
                <a16:creationId xmlns:a16="http://schemas.microsoft.com/office/drawing/2014/main" id="{A64B77C1-2188-5C00-E71B-AFD7AC8B7020}"/>
              </a:ext>
            </a:extLst>
          </p:cNvPr>
          <p:cNvCxnSpPr>
            <a:cxnSpLocks/>
          </p:cNvCxnSpPr>
          <p:nvPr/>
        </p:nvCxnSpPr>
        <p:spPr>
          <a:xfrm flipV="1">
            <a:off x="9532800" y="7680960"/>
            <a:ext cx="0" cy="1814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8" name="Gruppieren 107">
            <a:extLst>
              <a:ext uri="{FF2B5EF4-FFF2-40B4-BE49-F238E27FC236}">
                <a16:creationId xmlns:a16="http://schemas.microsoft.com/office/drawing/2014/main" id="{9C77FDE1-1BC5-9B7D-779E-6ED097BF0CC9}"/>
              </a:ext>
            </a:extLst>
          </p:cNvPr>
          <p:cNvGrpSpPr/>
          <p:nvPr/>
        </p:nvGrpSpPr>
        <p:grpSpPr>
          <a:xfrm>
            <a:off x="6930106" y="7593386"/>
            <a:ext cx="180000" cy="180000"/>
            <a:chOff x="2993721" y="5110619"/>
            <a:chExt cx="180000" cy="180000"/>
          </a:xfrm>
        </p:grpSpPr>
        <p:sp>
          <p:nvSpPr>
            <p:cNvPr id="109" name="Oval 108">
              <a:extLst>
                <a:ext uri="{FF2B5EF4-FFF2-40B4-BE49-F238E27FC236}">
                  <a16:creationId xmlns:a16="http://schemas.microsoft.com/office/drawing/2014/main" id="{7C931858-FDF3-0D8E-EAA7-13201084CB32}"/>
                </a:ext>
              </a:extLst>
            </p:cNvPr>
            <p:cNvSpPr/>
            <p:nvPr/>
          </p:nvSpPr>
          <p:spPr>
            <a:xfrm>
              <a:off x="2993721" y="5110619"/>
              <a:ext cx="180000" cy="180000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110" name="Gerade Verbindung 109">
              <a:extLst>
                <a:ext uri="{FF2B5EF4-FFF2-40B4-BE49-F238E27FC236}">
                  <a16:creationId xmlns:a16="http://schemas.microsoft.com/office/drawing/2014/main" id="{893D9B30-49BD-DBEE-340A-7A284D16818A}"/>
                </a:ext>
              </a:extLst>
            </p:cNvPr>
            <p:cNvCxnSpPr>
              <a:stCxn id="109" idx="0"/>
              <a:endCxn id="109" idx="4"/>
            </p:cNvCxnSpPr>
            <p:nvPr/>
          </p:nvCxnSpPr>
          <p:spPr>
            <a:xfrm>
              <a:off x="3083721" y="5110619"/>
              <a:ext cx="0" cy="1800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Gerade Verbindung 110">
              <a:extLst>
                <a:ext uri="{FF2B5EF4-FFF2-40B4-BE49-F238E27FC236}">
                  <a16:creationId xmlns:a16="http://schemas.microsoft.com/office/drawing/2014/main" id="{6119B163-54B9-6A89-9EFE-A45F7B99510F}"/>
                </a:ext>
              </a:extLst>
            </p:cNvPr>
            <p:cNvCxnSpPr>
              <a:stCxn id="109" idx="2"/>
              <a:endCxn id="109" idx="6"/>
            </p:cNvCxnSpPr>
            <p:nvPr/>
          </p:nvCxnSpPr>
          <p:spPr>
            <a:xfrm>
              <a:off x="2993721" y="5200619"/>
              <a:ext cx="180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636BB895-6BAD-E7AF-D716-29E025C7F11C}"/>
              </a:ext>
            </a:extLst>
          </p:cNvPr>
          <p:cNvCxnSpPr>
            <a:cxnSpLocks/>
          </p:cNvCxnSpPr>
          <p:nvPr/>
        </p:nvCxnSpPr>
        <p:spPr>
          <a:xfrm>
            <a:off x="4501042" y="7680960"/>
            <a:ext cx="24336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Gerade Verbindung mit Pfeil 115">
            <a:extLst>
              <a:ext uri="{FF2B5EF4-FFF2-40B4-BE49-F238E27FC236}">
                <a16:creationId xmlns:a16="http://schemas.microsoft.com/office/drawing/2014/main" id="{03525CB4-1208-AF60-C9F7-14CF6FD047FE}"/>
              </a:ext>
            </a:extLst>
          </p:cNvPr>
          <p:cNvCxnSpPr/>
          <p:nvPr/>
        </p:nvCxnSpPr>
        <p:spPr>
          <a:xfrm flipH="1">
            <a:off x="7110106" y="7680960"/>
            <a:ext cx="24209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hteck 116">
            <a:extLst>
              <a:ext uri="{FF2B5EF4-FFF2-40B4-BE49-F238E27FC236}">
                <a16:creationId xmlns:a16="http://schemas.microsoft.com/office/drawing/2014/main" id="{5EF0BC9B-BACB-762C-042A-9B07AF0A8A7E}"/>
              </a:ext>
            </a:extLst>
          </p:cNvPr>
          <p:cNvSpPr/>
          <p:nvPr/>
        </p:nvSpPr>
        <p:spPr>
          <a:xfrm>
            <a:off x="6165864" y="7026031"/>
            <a:ext cx="1708484" cy="370800"/>
          </a:xfrm>
          <a:prstGeom prst="rect">
            <a:avLst/>
          </a:prstGeom>
          <a:solidFill>
            <a:schemeClr val="tx2">
              <a:lumMod val="25000"/>
              <a:lumOff val="75000"/>
              <a:alpha val="5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Attention</a:t>
            </a:r>
          </a:p>
        </p:txBody>
      </p:sp>
      <p:cxnSp>
        <p:nvCxnSpPr>
          <p:cNvPr id="119" name="Gerade Verbindung mit Pfeil 118">
            <a:extLst>
              <a:ext uri="{FF2B5EF4-FFF2-40B4-BE49-F238E27FC236}">
                <a16:creationId xmlns:a16="http://schemas.microsoft.com/office/drawing/2014/main" id="{0C2F3530-5006-7E70-BED3-BA3295663C04}"/>
              </a:ext>
            </a:extLst>
          </p:cNvPr>
          <p:cNvCxnSpPr>
            <a:stCxn id="109" idx="0"/>
          </p:cNvCxnSpPr>
          <p:nvPr/>
        </p:nvCxnSpPr>
        <p:spPr>
          <a:xfrm flipV="1">
            <a:off x="7020106" y="7405372"/>
            <a:ext cx="0" cy="1880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Gerade Verbindung 122">
            <a:extLst>
              <a:ext uri="{FF2B5EF4-FFF2-40B4-BE49-F238E27FC236}">
                <a16:creationId xmlns:a16="http://schemas.microsoft.com/office/drawing/2014/main" id="{7E1D4401-BA2B-7A99-D927-D961D72C45F7}"/>
              </a:ext>
            </a:extLst>
          </p:cNvPr>
          <p:cNvCxnSpPr>
            <a:cxnSpLocks/>
          </p:cNvCxnSpPr>
          <p:nvPr/>
        </p:nvCxnSpPr>
        <p:spPr>
          <a:xfrm flipV="1">
            <a:off x="7020106" y="6846031"/>
            <a:ext cx="0" cy="18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124">
            <a:extLst>
              <a:ext uri="{FF2B5EF4-FFF2-40B4-BE49-F238E27FC236}">
                <a16:creationId xmlns:a16="http://schemas.microsoft.com/office/drawing/2014/main" id="{78706234-5446-6FA3-4C2D-988B3AC5E743}"/>
              </a:ext>
            </a:extLst>
          </p:cNvPr>
          <p:cNvCxnSpPr>
            <a:cxnSpLocks/>
          </p:cNvCxnSpPr>
          <p:nvPr/>
        </p:nvCxnSpPr>
        <p:spPr>
          <a:xfrm flipH="1">
            <a:off x="4501042" y="6846031"/>
            <a:ext cx="251906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Gerade Verbindung 126">
            <a:extLst>
              <a:ext uri="{FF2B5EF4-FFF2-40B4-BE49-F238E27FC236}">
                <a16:creationId xmlns:a16="http://schemas.microsoft.com/office/drawing/2014/main" id="{31076B8C-F10D-9F38-E9C5-954D4A0530D3}"/>
              </a:ext>
            </a:extLst>
          </p:cNvPr>
          <p:cNvCxnSpPr>
            <a:cxnSpLocks/>
          </p:cNvCxnSpPr>
          <p:nvPr/>
        </p:nvCxnSpPr>
        <p:spPr>
          <a:xfrm flipH="1">
            <a:off x="7010475" y="6846031"/>
            <a:ext cx="251906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Gerade Verbindung mit Pfeil 128">
            <a:extLst>
              <a:ext uri="{FF2B5EF4-FFF2-40B4-BE49-F238E27FC236}">
                <a16:creationId xmlns:a16="http://schemas.microsoft.com/office/drawing/2014/main" id="{1D4BD678-2B17-A21D-88E9-71DF77C581AE}"/>
              </a:ext>
            </a:extLst>
          </p:cNvPr>
          <p:cNvCxnSpPr/>
          <p:nvPr/>
        </p:nvCxnSpPr>
        <p:spPr>
          <a:xfrm flipV="1">
            <a:off x="4500000" y="6667200"/>
            <a:ext cx="0" cy="180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Gerade Verbindung mit Pfeil 130">
            <a:extLst>
              <a:ext uri="{FF2B5EF4-FFF2-40B4-BE49-F238E27FC236}">
                <a16:creationId xmlns:a16="http://schemas.microsoft.com/office/drawing/2014/main" id="{40F2C0E8-DFBE-8B48-6CC3-D361C9B48B1C}"/>
              </a:ext>
            </a:extLst>
          </p:cNvPr>
          <p:cNvCxnSpPr/>
          <p:nvPr/>
        </p:nvCxnSpPr>
        <p:spPr>
          <a:xfrm flipV="1">
            <a:off x="9532800" y="6667200"/>
            <a:ext cx="0" cy="180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Rechteck 131">
            <a:extLst>
              <a:ext uri="{FF2B5EF4-FFF2-40B4-BE49-F238E27FC236}">
                <a16:creationId xmlns:a16="http://schemas.microsoft.com/office/drawing/2014/main" id="{8C188663-9E98-6B18-8B4E-B16275978409}"/>
              </a:ext>
            </a:extLst>
          </p:cNvPr>
          <p:cNvSpPr/>
          <p:nvPr/>
        </p:nvSpPr>
        <p:spPr>
          <a:xfrm>
            <a:off x="3645758" y="6066000"/>
            <a:ext cx="1708484" cy="579600"/>
          </a:xfrm>
          <a:prstGeom prst="rect">
            <a:avLst/>
          </a:prstGeom>
          <a:solidFill>
            <a:schemeClr val="tx2">
              <a:lumMod val="10000"/>
              <a:lumOff val="90000"/>
              <a:alpha val="6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Image Projection</a:t>
            </a:r>
          </a:p>
        </p:txBody>
      </p:sp>
      <p:sp>
        <p:nvSpPr>
          <p:cNvPr id="133" name="Rechteck 132">
            <a:extLst>
              <a:ext uri="{FF2B5EF4-FFF2-40B4-BE49-F238E27FC236}">
                <a16:creationId xmlns:a16="http://schemas.microsoft.com/office/drawing/2014/main" id="{196F2F2C-4982-AC32-11B8-2778727A80FE}"/>
              </a:ext>
            </a:extLst>
          </p:cNvPr>
          <p:cNvSpPr/>
          <p:nvPr/>
        </p:nvSpPr>
        <p:spPr>
          <a:xfrm>
            <a:off x="8675297" y="6066000"/>
            <a:ext cx="1708484" cy="579600"/>
          </a:xfrm>
          <a:prstGeom prst="rect">
            <a:avLst/>
          </a:prstGeom>
          <a:solidFill>
            <a:schemeClr val="tx2">
              <a:lumMod val="10000"/>
              <a:lumOff val="90000"/>
              <a:alpha val="6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Text</a:t>
            </a:r>
          </a:p>
          <a:p>
            <a:pPr algn="ctr"/>
            <a:r>
              <a:rPr lang="en-GB" dirty="0">
                <a:solidFill>
                  <a:schemeClr val="tx1"/>
                </a:solidFill>
              </a:rPr>
              <a:t> Projection</a:t>
            </a:r>
          </a:p>
        </p:txBody>
      </p:sp>
      <p:sp>
        <p:nvSpPr>
          <p:cNvPr id="134" name="Rechteck 133">
            <a:extLst>
              <a:ext uri="{FF2B5EF4-FFF2-40B4-BE49-F238E27FC236}">
                <a16:creationId xmlns:a16="http://schemas.microsoft.com/office/drawing/2014/main" id="{7D410AA5-3C95-F7A9-CE09-BC1B2699D7F7}"/>
              </a:ext>
            </a:extLst>
          </p:cNvPr>
          <p:cNvSpPr/>
          <p:nvPr/>
        </p:nvSpPr>
        <p:spPr>
          <a:xfrm>
            <a:off x="3645758" y="4248209"/>
            <a:ext cx="1708484" cy="3708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>
                <a:solidFill>
                  <a:schemeClr val="tx1"/>
                </a:solidFill>
              </a:rPr>
              <a:t>LayerNorm</a:t>
            </a:r>
            <a:endParaRPr lang="en-GB" dirty="0">
              <a:solidFill>
                <a:schemeClr val="tx1"/>
              </a:solidFill>
            </a:endParaRPr>
          </a:p>
        </p:txBody>
      </p:sp>
      <p:cxnSp>
        <p:nvCxnSpPr>
          <p:cNvPr id="136" name="Gerade Verbindung mit Pfeil 135">
            <a:extLst>
              <a:ext uri="{FF2B5EF4-FFF2-40B4-BE49-F238E27FC236}">
                <a16:creationId xmlns:a16="http://schemas.microsoft.com/office/drawing/2014/main" id="{3C29F16C-1151-4281-28C2-A23A3666D75C}"/>
              </a:ext>
            </a:extLst>
          </p:cNvPr>
          <p:cNvCxnSpPr>
            <a:cxnSpLocks/>
          </p:cNvCxnSpPr>
          <p:nvPr/>
        </p:nvCxnSpPr>
        <p:spPr>
          <a:xfrm flipV="1">
            <a:off x="4500000" y="5713200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Gerade Verbindung mit Pfeil 136">
            <a:extLst>
              <a:ext uri="{FF2B5EF4-FFF2-40B4-BE49-F238E27FC236}">
                <a16:creationId xmlns:a16="http://schemas.microsoft.com/office/drawing/2014/main" id="{998EE087-91C2-F980-3E5D-4A54BA59FB29}"/>
              </a:ext>
            </a:extLst>
          </p:cNvPr>
          <p:cNvCxnSpPr>
            <a:cxnSpLocks/>
          </p:cNvCxnSpPr>
          <p:nvPr/>
        </p:nvCxnSpPr>
        <p:spPr>
          <a:xfrm flipV="1">
            <a:off x="9532800" y="5169600"/>
            <a:ext cx="0" cy="18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Rechteck 137">
            <a:extLst>
              <a:ext uri="{FF2B5EF4-FFF2-40B4-BE49-F238E27FC236}">
                <a16:creationId xmlns:a16="http://schemas.microsoft.com/office/drawing/2014/main" id="{6A8BD4BF-787F-7011-0F96-8F7767A654B0}"/>
              </a:ext>
            </a:extLst>
          </p:cNvPr>
          <p:cNvSpPr/>
          <p:nvPr/>
        </p:nvSpPr>
        <p:spPr>
          <a:xfrm>
            <a:off x="8675297" y="4248209"/>
            <a:ext cx="1708484" cy="3708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>
                <a:solidFill>
                  <a:schemeClr val="tx1"/>
                </a:solidFill>
              </a:rPr>
              <a:t>LayerNorm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39" name="Rechteck 138">
            <a:extLst>
              <a:ext uri="{FF2B5EF4-FFF2-40B4-BE49-F238E27FC236}">
                <a16:creationId xmlns:a16="http://schemas.microsoft.com/office/drawing/2014/main" id="{90F2D1A6-6749-D90D-CAFE-F88B573A5148}"/>
              </a:ext>
            </a:extLst>
          </p:cNvPr>
          <p:cNvSpPr/>
          <p:nvPr/>
        </p:nvSpPr>
        <p:spPr>
          <a:xfrm>
            <a:off x="3645758" y="3294209"/>
            <a:ext cx="1708484" cy="57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Apply Scale &amp; Shift</a:t>
            </a:r>
          </a:p>
        </p:txBody>
      </p:sp>
      <p:cxnSp>
        <p:nvCxnSpPr>
          <p:cNvPr id="140" name="Gerade Verbindung mit Pfeil 139">
            <a:extLst>
              <a:ext uri="{FF2B5EF4-FFF2-40B4-BE49-F238E27FC236}">
                <a16:creationId xmlns:a16="http://schemas.microsoft.com/office/drawing/2014/main" id="{DBECD56F-7C92-8132-96E4-7AEADE584BDF}"/>
              </a:ext>
            </a:extLst>
          </p:cNvPr>
          <p:cNvCxnSpPr>
            <a:cxnSpLocks/>
          </p:cNvCxnSpPr>
          <p:nvPr/>
        </p:nvCxnSpPr>
        <p:spPr>
          <a:xfrm flipV="1">
            <a:off x="4500000" y="3888209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echteck 140">
            <a:extLst>
              <a:ext uri="{FF2B5EF4-FFF2-40B4-BE49-F238E27FC236}">
                <a16:creationId xmlns:a16="http://schemas.microsoft.com/office/drawing/2014/main" id="{7F05E626-468C-0BF5-768E-08AD1E009A9C}"/>
              </a:ext>
            </a:extLst>
          </p:cNvPr>
          <p:cNvSpPr/>
          <p:nvPr/>
        </p:nvSpPr>
        <p:spPr>
          <a:xfrm>
            <a:off x="8675297" y="3294209"/>
            <a:ext cx="1708484" cy="57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Apply Scale &amp; Shift</a:t>
            </a:r>
          </a:p>
        </p:txBody>
      </p:sp>
      <p:cxnSp>
        <p:nvCxnSpPr>
          <p:cNvPr id="142" name="Gerade Verbindung mit Pfeil 141">
            <a:extLst>
              <a:ext uri="{FF2B5EF4-FFF2-40B4-BE49-F238E27FC236}">
                <a16:creationId xmlns:a16="http://schemas.microsoft.com/office/drawing/2014/main" id="{6365C2B9-51FA-613F-3AFC-751F18BB0289}"/>
              </a:ext>
            </a:extLst>
          </p:cNvPr>
          <p:cNvCxnSpPr>
            <a:cxnSpLocks/>
          </p:cNvCxnSpPr>
          <p:nvPr/>
        </p:nvCxnSpPr>
        <p:spPr>
          <a:xfrm flipV="1">
            <a:off x="9532800" y="3888209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Rechteck 142">
            <a:extLst>
              <a:ext uri="{FF2B5EF4-FFF2-40B4-BE49-F238E27FC236}">
                <a16:creationId xmlns:a16="http://schemas.microsoft.com/office/drawing/2014/main" id="{0D936DA0-3F5F-C82A-E377-D2A9FD68301F}"/>
              </a:ext>
            </a:extLst>
          </p:cNvPr>
          <p:cNvSpPr/>
          <p:nvPr/>
        </p:nvSpPr>
        <p:spPr>
          <a:xfrm>
            <a:off x="3645758" y="2556209"/>
            <a:ext cx="1708484" cy="370800"/>
          </a:xfrm>
          <a:prstGeom prst="rect">
            <a:avLst/>
          </a:prstGeom>
          <a:solidFill>
            <a:schemeClr val="tx2">
              <a:lumMod val="10000"/>
              <a:lumOff val="90000"/>
              <a:alpha val="6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Image MLP</a:t>
            </a:r>
          </a:p>
        </p:txBody>
      </p:sp>
      <p:cxnSp>
        <p:nvCxnSpPr>
          <p:cNvPr id="144" name="Gerade Verbindung mit Pfeil 143">
            <a:extLst>
              <a:ext uri="{FF2B5EF4-FFF2-40B4-BE49-F238E27FC236}">
                <a16:creationId xmlns:a16="http://schemas.microsoft.com/office/drawing/2014/main" id="{5C57625C-7F99-00A2-1CF2-EAE457B4BEE8}"/>
              </a:ext>
            </a:extLst>
          </p:cNvPr>
          <p:cNvCxnSpPr>
            <a:cxnSpLocks/>
          </p:cNvCxnSpPr>
          <p:nvPr/>
        </p:nvCxnSpPr>
        <p:spPr>
          <a:xfrm flipV="1">
            <a:off x="4500000" y="2930609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Rechteck 144">
            <a:extLst>
              <a:ext uri="{FF2B5EF4-FFF2-40B4-BE49-F238E27FC236}">
                <a16:creationId xmlns:a16="http://schemas.microsoft.com/office/drawing/2014/main" id="{0B858F24-61D8-7FF1-1BA8-B6C4AFCA860C}"/>
              </a:ext>
            </a:extLst>
          </p:cNvPr>
          <p:cNvSpPr/>
          <p:nvPr/>
        </p:nvSpPr>
        <p:spPr>
          <a:xfrm>
            <a:off x="8676000" y="2556209"/>
            <a:ext cx="1708484" cy="370800"/>
          </a:xfrm>
          <a:prstGeom prst="rect">
            <a:avLst/>
          </a:prstGeom>
          <a:solidFill>
            <a:schemeClr val="tx2">
              <a:lumMod val="10000"/>
              <a:lumOff val="90000"/>
              <a:alpha val="6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Text MLP</a:t>
            </a:r>
          </a:p>
        </p:txBody>
      </p:sp>
      <p:cxnSp>
        <p:nvCxnSpPr>
          <p:cNvPr id="146" name="Gerade Verbindung mit Pfeil 145">
            <a:extLst>
              <a:ext uri="{FF2B5EF4-FFF2-40B4-BE49-F238E27FC236}">
                <a16:creationId xmlns:a16="http://schemas.microsoft.com/office/drawing/2014/main" id="{62BEE1B8-3929-CC8E-8720-A154EFE83671}"/>
              </a:ext>
            </a:extLst>
          </p:cNvPr>
          <p:cNvCxnSpPr>
            <a:cxnSpLocks/>
          </p:cNvCxnSpPr>
          <p:nvPr/>
        </p:nvCxnSpPr>
        <p:spPr>
          <a:xfrm flipV="1">
            <a:off x="9529539" y="2930609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echteck 146">
            <a:extLst>
              <a:ext uri="{FF2B5EF4-FFF2-40B4-BE49-F238E27FC236}">
                <a16:creationId xmlns:a16="http://schemas.microsoft.com/office/drawing/2014/main" id="{258F08C7-4A03-EBA6-ED95-9B649489CB1A}"/>
              </a:ext>
            </a:extLst>
          </p:cNvPr>
          <p:cNvSpPr/>
          <p:nvPr/>
        </p:nvSpPr>
        <p:spPr>
          <a:xfrm>
            <a:off x="3640825" y="5347800"/>
            <a:ext cx="1708484" cy="370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Gating</a:t>
            </a:r>
          </a:p>
        </p:txBody>
      </p:sp>
      <p:cxnSp>
        <p:nvCxnSpPr>
          <p:cNvPr id="148" name="Gerade Verbindung mit Pfeil 147">
            <a:extLst>
              <a:ext uri="{FF2B5EF4-FFF2-40B4-BE49-F238E27FC236}">
                <a16:creationId xmlns:a16="http://schemas.microsoft.com/office/drawing/2014/main" id="{CCFD9AB4-3470-A3E1-3026-5E032E44E706}"/>
              </a:ext>
            </a:extLst>
          </p:cNvPr>
          <p:cNvCxnSpPr>
            <a:cxnSpLocks/>
          </p:cNvCxnSpPr>
          <p:nvPr/>
        </p:nvCxnSpPr>
        <p:spPr>
          <a:xfrm flipH="1" flipV="1">
            <a:off x="4500000" y="5169600"/>
            <a:ext cx="0" cy="1782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Gerade Verbindung 149">
            <a:extLst>
              <a:ext uri="{FF2B5EF4-FFF2-40B4-BE49-F238E27FC236}">
                <a16:creationId xmlns:a16="http://schemas.microsoft.com/office/drawing/2014/main" id="{403C5C9E-A6AD-6742-31AB-9F4F7D8F2DC0}"/>
              </a:ext>
            </a:extLst>
          </p:cNvPr>
          <p:cNvCxnSpPr>
            <a:cxnSpLocks/>
          </p:cNvCxnSpPr>
          <p:nvPr/>
        </p:nvCxnSpPr>
        <p:spPr>
          <a:xfrm flipV="1">
            <a:off x="6100344" y="2001600"/>
            <a:ext cx="0" cy="8314686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Gerade Verbindung 152">
            <a:extLst>
              <a:ext uri="{FF2B5EF4-FFF2-40B4-BE49-F238E27FC236}">
                <a16:creationId xmlns:a16="http://schemas.microsoft.com/office/drawing/2014/main" id="{FB8686AC-79CC-1F44-1916-5C99C4D7D6B4}"/>
              </a:ext>
            </a:extLst>
          </p:cNvPr>
          <p:cNvCxnSpPr>
            <a:cxnSpLocks/>
          </p:cNvCxnSpPr>
          <p:nvPr/>
        </p:nvCxnSpPr>
        <p:spPr>
          <a:xfrm flipV="1">
            <a:off x="7943613" y="2001600"/>
            <a:ext cx="0" cy="8314686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Textfeld 153">
            <a:extLst>
              <a:ext uri="{FF2B5EF4-FFF2-40B4-BE49-F238E27FC236}">
                <a16:creationId xmlns:a16="http://schemas.microsoft.com/office/drawing/2014/main" id="{778B4612-F31B-3732-E3D4-2F81BBFE92C1}"/>
              </a:ext>
            </a:extLst>
          </p:cNvPr>
          <p:cNvSpPr txBox="1"/>
          <p:nvPr/>
        </p:nvSpPr>
        <p:spPr>
          <a:xfrm>
            <a:off x="4656591" y="9906818"/>
            <a:ext cx="12432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i="1" dirty="0"/>
              <a:t>Scale1, Shift1</a:t>
            </a:r>
          </a:p>
        </p:txBody>
      </p:sp>
      <p:sp>
        <p:nvSpPr>
          <p:cNvPr id="155" name="Textfeld 154">
            <a:extLst>
              <a:ext uri="{FF2B5EF4-FFF2-40B4-BE49-F238E27FC236}">
                <a16:creationId xmlns:a16="http://schemas.microsoft.com/office/drawing/2014/main" id="{08CB0231-EF98-E130-6A23-301DF26455A5}"/>
              </a:ext>
            </a:extLst>
          </p:cNvPr>
          <p:cNvSpPr txBox="1"/>
          <p:nvPr/>
        </p:nvSpPr>
        <p:spPr>
          <a:xfrm>
            <a:off x="8188394" y="9903071"/>
            <a:ext cx="12432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i="1" dirty="0"/>
              <a:t>Scale1, Shift1</a:t>
            </a:r>
          </a:p>
        </p:txBody>
      </p:sp>
      <p:cxnSp>
        <p:nvCxnSpPr>
          <p:cNvPr id="157" name="Gerade Verbindung mit Pfeil 156">
            <a:extLst>
              <a:ext uri="{FF2B5EF4-FFF2-40B4-BE49-F238E27FC236}">
                <a16:creationId xmlns:a16="http://schemas.microsoft.com/office/drawing/2014/main" id="{D4B6291D-4865-21BB-7F54-12C7E60C124A}"/>
              </a:ext>
            </a:extLst>
          </p:cNvPr>
          <p:cNvCxnSpPr/>
          <p:nvPr/>
        </p:nvCxnSpPr>
        <p:spPr>
          <a:xfrm flipH="1">
            <a:off x="5349309" y="5533200"/>
            <a:ext cx="751035" cy="0"/>
          </a:xfrm>
          <a:prstGeom prst="straightConnector1">
            <a:avLst/>
          </a:prstGeom>
          <a:ln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feld 157">
            <a:extLst>
              <a:ext uri="{FF2B5EF4-FFF2-40B4-BE49-F238E27FC236}">
                <a16:creationId xmlns:a16="http://schemas.microsoft.com/office/drawing/2014/main" id="{DFB199A7-83DB-C311-7BCB-580D935AEA5A}"/>
              </a:ext>
            </a:extLst>
          </p:cNvPr>
          <p:cNvSpPr txBox="1"/>
          <p:nvPr/>
        </p:nvSpPr>
        <p:spPr>
          <a:xfrm>
            <a:off x="5452363" y="5279671"/>
            <a:ext cx="12147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i="1" dirty="0"/>
              <a:t>Gate1</a:t>
            </a:r>
          </a:p>
        </p:txBody>
      </p: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43854438-1713-CB84-E744-56B9E7E35F1D}"/>
              </a:ext>
            </a:extLst>
          </p:cNvPr>
          <p:cNvCxnSpPr>
            <a:cxnSpLocks/>
          </p:cNvCxnSpPr>
          <p:nvPr/>
        </p:nvCxnSpPr>
        <p:spPr>
          <a:xfrm flipV="1">
            <a:off x="9534472" y="5711108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echteck 159">
            <a:extLst>
              <a:ext uri="{FF2B5EF4-FFF2-40B4-BE49-F238E27FC236}">
                <a16:creationId xmlns:a16="http://schemas.microsoft.com/office/drawing/2014/main" id="{45B4D2A8-7AD3-0937-153F-51E5CBD39F71}"/>
              </a:ext>
            </a:extLst>
          </p:cNvPr>
          <p:cNvSpPr/>
          <p:nvPr/>
        </p:nvSpPr>
        <p:spPr>
          <a:xfrm>
            <a:off x="8675297" y="5345708"/>
            <a:ext cx="1708484" cy="370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Gating</a:t>
            </a:r>
          </a:p>
        </p:txBody>
      </p:sp>
      <p:cxnSp>
        <p:nvCxnSpPr>
          <p:cNvPr id="162" name="Gerade Verbindung mit Pfeil 161">
            <a:extLst>
              <a:ext uri="{FF2B5EF4-FFF2-40B4-BE49-F238E27FC236}">
                <a16:creationId xmlns:a16="http://schemas.microsoft.com/office/drawing/2014/main" id="{07EE1A0C-AB74-8705-9A8E-E8E3D3D25EE7}"/>
              </a:ext>
            </a:extLst>
          </p:cNvPr>
          <p:cNvCxnSpPr>
            <a:cxnSpLocks/>
            <a:endCxn id="160" idx="1"/>
          </p:cNvCxnSpPr>
          <p:nvPr/>
        </p:nvCxnSpPr>
        <p:spPr>
          <a:xfrm>
            <a:off x="7943612" y="5531108"/>
            <a:ext cx="731685" cy="0"/>
          </a:xfrm>
          <a:prstGeom prst="straightConnector1">
            <a:avLst/>
          </a:prstGeom>
          <a:ln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Textfeld 163">
            <a:extLst>
              <a:ext uri="{FF2B5EF4-FFF2-40B4-BE49-F238E27FC236}">
                <a16:creationId xmlns:a16="http://schemas.microsoft.com/office/drawing/2014/main" id="{AFE8D933-9270-909A-91B4-6B975B689B56}"/>
              </a:ext>
            </a:extLst>
          </p:cNvPr>
          <p:cNvSpPr txBox="1"/>
          <p:nvPr/>
        </p:nvSpPr>
        <p:spPr>
          <a:xfrm>
            <a:off x="7999200" y="5273710"/>
            <a:ext cx="12147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i="1" dirty="0"/>
              <a:t>Gate1</a:t>
            </a:r>
          </a:p>
        </p:txBody>
      </p: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F372A481-E661-4727-14CC-4CAA74077582}"/>
              </a:ext>
            </a:extLst>
          </p:cNvPr>
          <p:cNvCxnSpPr>
            <a:cxnSpLocks/>
            <a:endCxn id="139" idx="3"/>
          </p:cNvCxnSpPr>
          <p:nvPr/>
        </p:nvCxnSpPr>
        <p:spPr>
          <a:xfrm flipH="1">
            <a:off x="5354242" y="3582860"/>
            <a:ext cx="746102" cy="1149"/>
          </a:xfrm>
          <a:prstGeom prst="straightConnector1">
            <a:avLst/>
          </a:prstGeom>
          <a:ln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C7901771-6660-7057-F5A6-1A8611FE868C}"/>
              </a:ext>
            </a:extLst>
          </p:cNvPr>
          <p:cNvCxnSpPr>
            <a:cxnSpLocks/>
            <a:endCxn id="141" idx="1"/>
          </p:cNvCxnSpPr>
          <p:nvPr/>
        </p:nvCxnSpPr>
        <p:spPr>
          <a:xfrm>
            <a:off x="7943612" y="3582860"/>
            <a:ext cx="731685" cy="1149"/>
          </a:xfrm>
          <a:prstGeom prst="straightConnector1">
            <a:avLst/>
          </a:prstGeom>
          <a:ln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Textfeld 170">
            <a:extLst>
              <a:ext uri="{FF2B5EF4-FFF2-40B4-BE49-F238E27FC236}">
                <a16:creationId xmlns:a16="http://schemas.microsoft.com/office/drawing/2014/main" id="{8693209A-F039-CDB3-8884-6E65998301F5}"/>
              </a:ext>
            </a:extLst>
          </p:cNvPr>
          <p:cNvSpPr txBox="1"/>
          <p:nvPr/>
        </p:nvSpPr>
        <p:spPr>
          <a:xfrm>
            <a:off x="5416066" y="3346468"/>
            <a:ext cx="7607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i="1" dirty="0"/>
              <a:t>Scale2,</a:t>
            </a:r>
          </a:p>
          <a:p>
            <a:r>
              <a:rPr lang="en-GB" sz="1400" i="1" dirty="0"/>
              <a:t> Shift2</a:t>
            </a:r>
          </a:p>
        </p:txBody>
      </p:sp>
      <p:sp>
        <p:nvSpPr>
          <p:cNvPr id="172" name="Textfeld 171">
            <a:extLst>
              <a:ext uri="{FF2B5EF4-FFF2-40B4-BE49-F238E27FC236}">
                <a16:creationId xmlns:a16="http://schemas.microsoft.com/office/drawing/2014/main" id="{39AA6944-D37A-5391-65E9-3E3D3CACF284}"/>
              </a:ext>
            </a:extLst>
          </p:cNvPr>
          <p:cNvSpPr txBox="1"/>
          <p:nvPr/>
        </p:nvSpPr>
        <p:spPr>
          <a:xfrm>
            <a:off x="7914576" y="3343476"/>
            <a:ext cx="7607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i="1" dirty="0"/>
              <a:t>Scale2,</a:t>
            </a:r>
          </a:p>
          <a:p>
            <a:r>
              <a:rPr lang="en-GB" sz="1400" i="1" dirty="0"/>
              <a:t> Shift2</a:t>
            </a:r>
          </a:p>
        </p:txBody>
      </p:sp>
      <p:sp>
        <p:nvSpPr>
          <p:cNvPr id="174" name="Oval 173">
            <a:extLst>
              <a:ext uri="{FF2B5EF4-FFF2-40B4-BE49-F238E27FC236}">
                <a16:creationId xmlns:a16="http://schemas.microsoft.com/office/drawing/2014/main" id="{B35B3DBD-511A-EE0B-1872-27BE5B3ABF99}"/>
              </a:ext>
            </a:extLst>
          </p:cNvPr>
          <p:cNvSpPr/>
          <p:nvPr/>
        </p:nvSpPr>
        <p:spPr>
          <a:xfrm>
            <a:off x="4405067" y="4987555"/>
            <a:ext cx="180000" cy="180000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+</a:t>
            </a:r>
          </a:p>
        </p:txBody>
      </p:sp>
      <p:sp>
        <p:nvSpPr>
          <p:cNvPr id="176" name="Oval 175">
            <a:extLst>
              <a:ext uri="{FF2B5EF4-FFF2-40B4-BE49-F238E27FC236}">
                <a16:creationId xmlns:a16="http://schemas.microsoft.com/office/drawing/2014/main" id="{6E757C41-597D-07F2-E1C2-41E2B3AE4632}"/>
              </a:ext>
            </a:extLst>
          </p:cNvPr>
          <p:cNvSpPr/>
          <p:nvPr/>
        </p:nvSpPr>
        <p:spPr>
          <a:xfrm>
            <a:off x="9439200" y="4981901"/>
            <a:ext cx="180000" cy="180000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+</a:t>
            </a:r>
          </a:p>
        </p:txBody>
      </p:sp>
      <p:cxnSp>
        <p:nvCxnSpPr>
          <p:cNvPr id="177" name="Gerade Verbindung mit Pfeil 176">
            <a:extLst>
              <a:ext uri="{FF2B5EF4-FFF2-40B4-BE49-F238E27FC236}">
                <a16:creationId xmlns:a16="http://schemas.microsoft.com/office/drawing/2014/main" id="{226A3BB9-0926-30E7-D409-13021237753B}"/>
              </a:ext>
            </a:extLst>
          </p:cNvPr>
          <p:cNvCxnSpPr>
            <a:cxnSpLocks/>
          </p:cNvCxnSpPr>
          <p:nvPr/>
        </p:nvCxnSpPr>
        <p:spPr>
          <a:xfrm flipH="1" flipV="1">
            <a:off x="4495067" y="4626000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18ABAAD9-AF41-D45D-E65F-80117E4B41E3}"/>
              </a:ext>
            </a:extLst>
          </p:cNvPr>
          <p:cNvCxnSpPr>
            <a:cxnSpLocks/>
          </p:cNvCxnSpPr>
          <p:nvPr/>
        </p:nvCxnSpPr>
        <p:spPr>
          <a:xfrm flipV="1">
            <a:off x="9532800" y="4626000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Gerade Verbindung 179">
            <a:extLst>
              <a:ext uri="{FF2B5EF4-FFF2-40B4-BE49-F238E27FC236}">
                <a16:creationId xmlns:a16="http://schemas.microsoft.com/office/drawing/2014/main" id="{D5D49C8F-8EEA-FE0A-E6C9-B16F2CB1FCF6}"/>
              </a:ext>
            </a:extLst>
          </p:cNvPr>
          <p:cNvCxnSpPr/>
          <p:nvPr/>
        </p:nvCxnSpPr>
        <p:spPr>
          <a:xfrm flipH="1">
            <a:off x="1806497" y="11163600"/>
            <a:ext cx="144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Gerade Verbindung 180">
            <a:extLst>
              <a:ext uri="{FF2B5EF4-FFF2-40B4-BE49-F238E27FC236}">
                <a16:creationId xmlns:a16="http://schemas.microsoft.com/office/drawing/2014/main" id="{86E97FBA-C06D-5800-9B34-A9F686C9D6F2}"/>
              </a:ext>
            </a:extLst>
          </p:cNvPr>
          <p:cNvCxnSpPr/>
          <p:nvPr/>
        </p:nvCxnSpPr>
        <p:spPr>
          <a:xfrm flipH="1">
            <a:off x="10796964" y="11163600"/>
            <a:ext cx="144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Gerade Verbindung 182">
            <a:extLst>
              <a:ext uri="{FF2B5EF4-FFF2-40B4-BE49-F238E27FC236}">
                <a16:creationId xmlns:a16="http://schemas.microsoft.com/office/drawing/2014/main" id="{2A8AD3DB-A616-952E-A9AC-DEB0CF692CAF}"/>
              </a:ext>
            </a:extLst>
          </p:cNvPr>
          <p:cNvCxnSpPr/>
          <p:nvPr/>
        </p:nvCxnSpPr>
        <p:spPr>
          <a:xfrm flipV="1">
            <a:off x="1800000" y="5077555"/>
            <a:ext cx="0" cy="608566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Gerade Verbindung 183">
            <a:extLst>
              <a:ext uri="{FF2B5EF4-FFF2-40B4-BE49-F238E27FC236}">
                <a16:creationId xmlns:a16="http://schemas.microsoft.com/office/drawing/2014/main" id="{5175CEC2-1500-FB82-2D5A-E176DE49989D}"/>
              </a:ext>
            </a:extLst>
          </p:cNvPr>
          <p:cNvCxnSpPr/>
          <p:nvPr/>
        </p:nvCxnSpPr>
        <p:spPr>
          <a:xfrm flipV="1">
            <a:off x="12232800" y="5077555"/>
            <a:ext cx="0" cy="608566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Gerade Verbindung mit Pfeil 185">
            <a:extLst>
              <a:ext uri="{FF2B5EF4-FFF2-40B4-BE49-F238E27FC236}">
                <a16:creationId xmlns:a16="http://schemas.microsoft.com/office/drawing/2014/main" id="{5A4005C6-74E1-FB6B-6FB7-E55B44505D5E}"/>
              </a:ext>
            </a:extLst>
          </p:cNvPr>
          <p:cNvCxnSpPr>
            <a:cxnSpLocks/>
          </p:cNvCxnSpPr>
          <p:nvPr/>
        </p:nvCxnSpPr>
        <p:spPr>
          <a:xfrm>
            <a:off x="1803600" y="5077555"/>
            <a:ext cx="260239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Gerade Verbindung mit Pfeil 188">
            <a:extLst>
              <a:ext uri="{FF2B5EF4-FFF2-40B4-BE49-F238E27FC236}">
                <a16:creationId xmlns:a16="http://schemas.microsoft.com/office/drawing/2014/main" id="{7CDDC4D9-8D87-DF57-350E-184228C6DDFD}"/>
              </a:ext>
            </a:extLst>
          </p:cNvPr>
          <p:cNvCxnSpPr>
            <a:cxnSpLocks/>
            <a:endCxn id="176" idx="6"/>
          </p:cNvCxnSpPr>
          <p:nvPr/>
        </p:nvCxnSpPr>
        <p:spPr>
          <a:xfrm flipH="1" flipV="1">
            <a:off x="9619200" y="5071901"/>
            <a:ext cx="2616004" cy="56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Gerade Verbindung mit Pfeil 190">
            <a:extLst>
              <a:ext uri="{FF2B5EF4-FFF2-40B4-BE49-F238E27FC236}">
                <a16:creationId xmlns:a16="http://schemas.microsoft.com/office/drawing/2014/main" id="{B8D6A568-F774-F831-678A-7048BC2E0FAB}"/>
              </a:ext>
            </a:extLst>
          </p:cNvPr>
          <p:cNvCxnSpPr>
            <a:cxnSpLocks/>
          </p:cNvCxnSpPr>
          <p:nvPr/>
        </p:nvCxnSpPr>
        <p:spPr>
          <a:xfrm flipV="1">
            <a:off x="9529200" y="2175200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Rechteck 191">
            <a:extLst>
              <a:ext uri="{FF2B5EF4-FFF2-40B4-BE49-F238E27FC236}">
                <a16:creationId xmlns:a16="http://schemas.microsoft.com/office/drawing/2014/main" id="{D923D40A-8D35-8F1B-B807-9303E79FB97D}"/>
              </a:ext>
            </a:extLst>
          </p:cNvPr>
          <p:cNvSpPr/>
          <p:nvPr/>
        </p:nvSpPr>
        <p:spPr>
          <a:xfrm>
            <a:off x="8675297" y="1810895"/>
            <a:ext cx="1708484" cy="370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Gating</a:t>
            </a:r>
          </a:p>
        </p:txBody>
      </p:sp>
      <p:cxnSp>
        <p:nvCxnSpPr>
          <p:cNvPr id="193" name="Gerade Verbindung mit Pfeil 192">
            <a:extLst>
              <a:ext uri="{FF2B5EF4-FFF2-40B4-BE49-F238E27FC236}">
                <a16:creationId xmlns:a16="http://schemas.microsoft.com/office/drawing/2014/main" id="{0E32571F-F2E1-5CAA-9799-B208FF484398}"/>
              </a:ext>
            </a:extLst>
          </p:cNvPr>
          <p:cNvCxnSpPr>
            <a:cxnSpLocks/>
          </p:cNvCxnSpPr>
          <p:nvPr/>
        </p:nvCxnSpPr>
        <p:spPr>
          <a:xfrm flipV="1">
            <a:off x="4500000" y="2175200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4" name="Rechteck 193">
            <a:extLst>
              <a:ext uri="{FF2B5EF4-FFF2-40B4-BE49-F238E27FC236}">
                <a16:creationId xmlns:a16="http://schemas.microsoft.com/office/drawing/2014/main" id="{783950BE-4322-3F83-E2C1-9EAC5B1358C7}"/>
              </a:ext>
            </a:extLst>
          </p:cNvPr>
          <p:cNvSpPr/>
          <p:nvPr/>
        </p:nvSpPr>
        <p:spPr>
          <a:xfrm>
            <a:off x="3640825" y="1811600"/>
            <a:ext cx="1708484" cy="370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Gating</a:t>
            </a:r>
          </a:p>
        </p:txBody>
      </p:sp>
      <p:cxnSp>
        <p:nvCxnSpPr>
          <p:cNvPr id="197" name="Gerade Verbindung mit Pfeil 196">
            <a:extLst>
              <a:ext uri="{FF2B5EF4-FFF2-40B4-BE49-F238E27FC236}">
                <a16:creationId xmlns:a16="http://schemas.microsoft.com/office/drawing/2014/main" id="{00A2147A-B7EB-9FAF-6A6F-C71B066237E9}"/>
              </a:ext>
            </a:extLst>
          </p:cNvPr>
          <p:cNvCxnSpPr>
            <a:cxnSpLocks/>
            <a:endCxn id="194" idx="3"/>
          </p:cNvCxnSpPr>
          <p:nvPr/>
        </p:nvCxnSpPr>
        <p:spPr>
          <a:xfrm flipH="1">
            <a:off x="5349309" y="1993617"/>
            <a:ext cx="751035" cy="0"/>
          </a:xfrm>
          <a:prstGeom prst="straightConnector1">
            <a:avLst/>
          </a:prstGeom>
          <a:ln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1" name="Textfeld 200">
            <a:extLst>
              <a:ext uri="{FF2B5EF4-FFF2-40B4-BE49-F238E27FC236}">
                <a16:creationId xmlns:a16="http://schemas.microsoft.com/office/drawing/2014/main" id="{9033E26E-33FD-104F-5557-B17DA4E0912E}"/>
              </a:ext>
            </a:extLst>
          </p:cNvPr>
          <p:cNvSpPr txBox="1"/>
          <p:nvPr/>
        </p:nvSpPr>
        <p:spPr>
          <a:xfrm>
            <a:off x="5452363" y="1750400"/>
            <a:ext cx="12147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i="1" dirty="0"/>
              <a:t>Gate2</a:t>
            </a:r>
          </a:p>
        </p:txBody>
      </p:sp>
      <p:cxnSp>
        <p:nvCxnSpPr>
          <p:cNvPr id="203" name="Gerade Verbindung mit Pfeil 202">
            <a:extLst>
              <a:ext uri="{FF2B5EF4-FFF2-40B4-BE49-F238E27FC236}">
                <a16:creationId xmlns:a16="http://schemas.microsoft.com/office/drawing/2014/main" id="{DCC84C7E-662B-CA38-D0DF-BBEE2EBB2310}"/>
              </a:ext>
            </a:extLst>
          </p:cNvPr>
          <p:cNvCxnSpPr>
            <a:endCxn id="192" idx="1"/>
          </p:cNvCxnSpPr>
          <p:nvPr/>
        </p:nvCxnSpPr>
        <p:spPr>
          <a:xfrm>
            <a:off x="7943612" y="1995455"/>
            <a:ext cx="731685" cy="840"/>
          </a:xfrm>
          <a:prstGeom prst="straightConnector1">
            <a:avLst/>
          </a:prstGeom>
          <a:ln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4" name="Textfeld 203">
            <a:extLst>
              <a:ext uri="{FF2B5EF4-FFF2-40B4-BE49-F238E27FC236}">
                <a16:creationId xmlns:a16="http://schemas.microsoft.com/office/drawing/2014/main" id="{694BAD0D-0A55-D1A0-4CB7-8E5C8C7985A1}"/>
              </a:ext>
            </a:extLst>
          </p:cNvPr>
          <p:cNvSpPr txBox="1"/>
          <p:nvPr/>
        </p:nvSpPr>
        <p:spPr>
          <a:xfrm>
            <a:off x="7999200" y="1750400"/>
            <a:ext cx="12147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i="1" dirty="0"/>
              <a:t>Gate2</a:t>
            </a:r>
          </a:p>
        </p:txBody>
      </p:sp>
      <p:cxnSp>
        <p:nvCxnSpPr>
          <p:cNvPr id="207" name="Gerade Verbindung mit Pfeil 206">
            <a:extLst>
              <a:ext uri="{FF2B5EF4-FFF2-40B4-BE49-F238E27FC236}">
                <a16:creationId xmlns:a16="http://schemas.microsoft.com/office/drawing/2014/main" id="{DDC942F2-4D53-B080-7BE5-D2C0750741A8}"/>
              </a:ext>
            </a:extLst>
          </p:cNvPr>
          <p:cNvCxnSpPr>
            <a:cxnSpLocks/>
          </p:cNvCxnSpPr>
          <p:nvPr/>
        </p:nvCxnSpPr>
        <p:spPr>
          <a:xfrm flipH="1" flipV="1">
            <a:off x="4504933" y="1630800"/>
            <a:ext cx="0" cy="1782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8" name="Oval 207">
            <a:extLst>
              <a:ext uri="{FF2B5EF4-FFF2-40B4-BE49-F238E27FC236}">
                <a16:creationId xmlns:a16="http://schemas.microsoft.com/office/drawing/2014/main" id="{60639E4B-B408-B441-CB10-232019797589}"/>
              </a:ext>
            </a:extLst>
          </p:cNvPr>
          <p:cNvSpPr/>
          <p:nvPr/>
        </p:nvSpPr>
        <p:spPr>
          <a:xfrm>
            <a:off x="4410000" y="1448535"/>
            <a:ext cx="180000" cy="180000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+</a:t>
            </a:r>
          </a:p>
        </p:txBody>
      </p:sp>
      <p:cxnSp>
        <p:nvCxnSpPr>
          <p:cNvPr id="209" name="Gerade Verbindung mit Pfeil 208">
            <a:extLst>
              <a:ext uri="{FF2B5EF4-FFF2-40B4-BE49-F238E27FC236}">
                <a16:creationId xmlns:a16="http://schemas.microsoft.com/office/drawing/2014/main" id="{51BFA349-32E4-796E-892D-93971340D787}"/>
              </a:ext>
            </a:extLst>
          </p:cNvPr>
          <p:cNvCxnSpPr>
            <a:cxnSpLocks/>
          </p:cNvCxnSpPr>
          <p:nvPr/>
        </p:nvCxnSpPr>
        <p:spPr>
          <a:xfrm flipH="1" flipV="1">
            <a:off x="4500000" y="1086980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Gerade Verbindung mit Pfeil 212">
            <a:extLst>
              <a:ext uri="{FF2B5EF4-FFF2-40B4-BE49-F238E27FC236}">
                <a16:creationId xmlns:a16="http://schemas.microsoft.com/office/drawing/2014/main" id="{0B96A937-D920-6713-F708-AF1F6C9EBE16}"/>
              </a:ext>
            </a:extLst>
          </p:cNvPr>
          <p:cNvCxnSpPr>
            <a:cxnSpLocks/>
          </p:cNvCxnSpPr>
          <p:nvPr/>
        </p:nvCxnSpPr>
        <p:spPr>
          <a:xfrm flipH="1" flipV="1">
            <a:off x="9529200" y="1630800"/>
            <a:ext cx="0" cy="1782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4" name="Oval 213">
            <a:extLst>
              <a:ext uri="{FF2B5EF4-FFF2-40B4-BE49-F238E27FC236}">
                <a16:creationId xmlns:a16="http://schemas.microsoft.com/office/drawing/2014/main" id="{E3B1F93B-0327-CC1A-DB9F-5EA0CCE2F063}"/>
              </a:ext>
            </a:extLst>
          </p:cNvPr>
          <p:cNvSpPr/>
          <p:nvPr/>
        </p:nvSpPr>
        <p:spPr>
          <a:xfrm>
            <a:off x="9439200" y="1447200"/>
            <a:ext cx="180000" cy="180000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+</a:t>
            </a:r>
          </a:p>
        </p:txBody>
      </p:sp>
      <p:cxnSp>
        <p:nvCxnSpPr>
          <p:cNvPr id="215" name="Gerade Verbindung mit Pfeil 214">
            <a:extLst>
              <a:ext uri="{FF2B5EF4-FFF2-40B4-BE49-F238E27FC236}">
                <a16:creationId xmlns:a16="http://schemas.microsoft.com/office/drawing/2014/main" id="{47D5485E-418E-FD17-CD72-9BCB4FAD7390}"/>
              </a:ext>
            </a:extLst>
          </p:cNvPr>
          <p:cNvCxnSpPr>
            <a:cxnSpLocks/>
          </p:cNvCxnSpPr>
          <p:nvPr/>
        </p:nvCxnSpPr>
        <p:spPr>
          <a:xfrm flipH="1" flipV="1">
            <a:off x="9529200" y="1087200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Gerade Verbindung 216">
            <a:extLst>
              <a:ext uri="{FF2B5EF4-FFF2-40B4-BE49-F238E27FC236}">
                <a16:creationId xmlns:a16="http://schemas.microsoft.com/office/drawing/2014/main" id="{6E2F9208-57EA-D7C0-39EA-83A9FE3A319F}"/>
              </a:ext>
            </a:extLst>
          </p:cNvPr>
          <p:cNvCxnSpPr/>
          <p:nvPr/>
        </p:nvCxnSpPr>
        <p:spPr>
          <a:xfrm flipH="1">
            <a:off x="1793174" y="4845600"/>
            <a:ext cx="270682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Gerade Verbindung 218">
            <a:extLst>
              <a:ext uri="{FF2B5EF4-FFF2-40B4-BE49-F238E27FC236}">
                <a16:creationId xmlns:a16="http://schemas.microsoft.com/office/drawing/2014/main" id="{10335D11-A77A-33F6-853C-3CFACFF94578}"/>
              </a:ext>
            </a:extLst>
          </p:cNvPr>
          <p:cNvCxnSpPr/>
          <p:nvPr/>
        </p:nvCxnSpPr>
        <p:spPr>
          <a:xfrm flipV="1">
            <a:off x="1800000" y="1544400"/>
            <a:ext cx="0" cy="33013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Gerade Verbindung mit Pfeil 219">
            <a:extLst>
              <a:ext uri="{FF2B5EF4-FFF2-40B4-BE49-F238E27FC236}">
                <a16:creationId xmlns:a16="http://schemas.microsoft.com/office/drawing/2014/main" id="{1CC7F94D-299F-BB4A-CB88-C4EACD93418F}"/>
              </a:ext>
            </a:extLst>
          </p:cNvPr>
          <p:cNvCxnSpPr>
            <a:cxnSpLocks/>
          </p:cNvCxnSpPr>
          <p:nvPr/>
        </p:nvCxnSpPr>
        <p:spPr>
          <a:xfrm>
            <a:off x="1802674" y="1536729"/>
            <a:ext cx="260239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Gerade Verbindung 220">
            <a:extLst>
              <a:ext uri="{FF2B5EF4-FFF2-40B4-BE49-F238E27FC236}">
                <a16:creationId xmlns:a16="http://schemas.microsoft.com/office/drawing/2014/main" id="{0F874961-6BB7-3503-8DAE-78B784DA9CC9}"/>
              </a:ext>
            </a:extLst>
          </p:cNvPr>
          <p:cNvCxnSpPr/>
          <p:nvPr/>
        </p:nvCxnSpPr>
        <p:spPr>
          <a:xfrm flipH="1">
            <a:off x="9529539" y="4845600"/>
            <a:ext cx="270682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Gerade Verbindung 221">
            <a:extLst>
              <a:ext uri="{FF2B5EF4-FFF2-40B4-BE49-F238E27FC236}">
                <a16:creationId xmlns:a16="http://schemas.microsoft.com/office/drawing/2014/main" id="{47D8148D-51B6-E767-2F5E-660315E3FE2E}"/>
              </a:ext>
            </a:extLst>
          </p:cNvPr>
          <p:cNvCxnSpPr/>
          <p:nvPr/>
        </p:nvCxnSpPr>
        <p:spPr>
          <a:xfrm flipV="1">
            <a:off x="12232800" y="1544400"/>
            <a:ext cx="0" cy="33013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Gerade Verbindung mit Pfeil 223">
            <a:extLst>
              <a:ext uri="{FF2B5EF4-FFF2-40B4-BE49-F238E27FC236}">
                <a16:creationId xmlns:a16="http://schemas.microsoft.com/office/drawing/2014/main" id="{4BE4C241-937E-6D31-7E93-BBA2D933DB4C}"/>
              </a:ext>
            </a:extLst>
          </p:cNvPr>
          <p:cNvCxnSpPr>
            <a:cxnSpLocks/>
            <a:endCxn id="214" idx="6"/>
          </p:cNvCxnSpPr>
          <p:nvPr/>
        </p:nvCxnSpPr>
        <p:spPr>
          <a:xfrm flipH="1" flipV="1">
            <a:off x="9619200" y="1537200"/>
            <a:ext cx="26242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93599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D40E7-ACBF-3EC6-B931-699578A47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319DAA3-9588-4F4F-34DD-E5FF2F1B6117}"/>
              </a:ext>
            </a:extLst>
          </p:cNvPr>
          <p:cNvSpPr/>
          <p:nvPr/>
        </p:nvSpPr>
        <p:spPr>
          <a:xfrm>
            <a:off x="720106" y="630936"/>
            <a:ext cx="12600000" cy="10930570"/>
          </a:xfrm>
          <a:prstGeom prst="rect">
            <a:avLst/>
          </a:prstGeom>
          <a:solidFill>
            <a:schemeClr val="accent2">
              <a:lumMod val="20000"/>
              <a:lumOff val="80000"/>
              <a:alpha val="41961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400B9A56-7DC9-E387-2CF7-9A04BD1893FA}"/>
              </a:ext>
            </a:extLst>
          </p:cNvPr>
          <p:cNvSpPr/>
          <p:nvPr/>
        </p:nvSpPr>
        <p:spPr>
          <a:xfrm>
            <a:off x="7421711" y="10317978"/>
            <a:ext cx="1708484" cy="8456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Text Modulation Projection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0AB47DF1-26F4-74E4-0F4B-EC179BD26BA5}"/>
              </a:ext>
            </a:extLst>
          </p:cNvPr>
          <p:cNvSpPr/>
          <p:nvPr/>
        </p:nvSpPr>
        <p:spPr>
          <a:xfrm>
            <a:off x="4903735" y="10317600"/>
            <a:ext cx="1708484" cy="8456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Image Modulation Projection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67B4DD4B-A727-2BA8-9A52-F4CC0E211C26}"/>
              </a:ext>
            </a:extLst>
          </p:cNvPr>
          <p:cNvCxnSpPr>
            <a:cxnSpLocks/>
          </p:cNvCxnSpPr>
          <p:nvPr/>
        </p:nvCxnSpPr>
        <p:spPr>
          <a:xfrm flipV="1">
            <a:off x="3240000" y="10688400"/>
            <a:ext cx="0" cy="15821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D22D85D-D6E9-A7E6-0ADB-2EAFECD8BE82}"/>
              </a:ext>
            </a:extLst>
          </p:cNvPr>
          <p:cNvCxnSpPr/>
          <p:nvPr/>
        </p:nvCxnSpPr>
        <p:spPr>
          <a:xfrm flipV="1">
            <a:off x="5760000" y="11163600"/>
            <a:ext cx="0" cy="1106906"/>
          </a:xfrm>
          <a:prstGeom prst="straightConnector1">
            <a:avLst/>
          </a:prstGeom>
          <a:ln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577FF8D3-5881-6BC4-9AA8-2CE39525125B}"/>
              </a:ext>
            </a:extLst>
          </p:cNvPr>
          <p:cNvCxnSpPr>
            <a:cxnSpLocks/>
            <a:endCxn id="25" idx="2"/>
          </p:cNvCxnSpPr>
          <p:nvPr/>
        </p:nvCxnSpPr>
        <p:spPr>
          <a:xfrm flipH="1" flipV="1">
            <a:off x="10793929" y="10688400"/>
            <a:ext cx="6071" cy="15821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4CB526F1-53BB-78BD-AD2B-795469FA2051}"/>
              </a:ext>
            </a:extLst>
          </p:cNvPr>
          <p:cNvCxnSpPr/>
          <p:nvPr/>
        </p:nvCxnSpPr>
        <p:spPr>
          <a:xfrm flipV="1">
            <a:off x="8280000" y="11163600"/>
            <a:ext cx="0" cy="1106906"/>
          </a:xfrm>
          <a:prstGeom prst="straightConnector1">
            <a:avLst/>
          </a:prstGeom>
          <a:ln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65BB4346-A346-30E9-9CC8-2AADEFA028D5}"/>
              </a:ext>
            </a:extLst>
          </p:cNvPr>
          <p:cNvSpPr txBox="1"/>
          <p:nvPr/>
        </p:nvSpPr>
        <p:spPr>
          <a:xfrm>
            <a:off x="2767017" y="12270506"/>
            <a:ext cx="9459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Image</a:t>
            </a:r>
          </a:p>
          <a:p>
            <a:r>
              <a:rPr lang="en-GB" dirty="0"/>
              <a:t>Feature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F282014D-08B5-E856-1EE9-21488F1EB296}"/>
              </a:ext>
            </a:extLst>
          </p:cNvPr>
          <p:cNvSpPr txBox="1"/>
          <p:nvPr/>
        </p:nvSpPr>
        <p:spPr>
          <a:xfrm>
            <a:off x="10327017" y="12270506"/>
            <a:ext cx="9459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Text</a:t>
            </a:r>
          </a:p>
          <a:p>
            <a:r>
              <a:rPr lang="en-GB" dirty="0"/>
              <a:t>Feature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0A5EB0A3-75EB-77A6-1689-2D9F33405C32}"/>
              </a:ext>
            </a:extLst>
          </p:cNvPr>
          <p:cNvSpPr txBox="1"/>
          <p:nvPr/>
        </p:nvSpPr>
        <p:spPr>
          <a:xfrm>
            <a:off x="5291637" y="12270506"/>
            <a:ext cx="12009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Guidance </a:t>
            </a:r>
          </a:p>
          <a:p>
            <a:r>
              <a:rPr lang="en-GB" dirty="0"/>
              <a:t>Vector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478321E1-51D0-5D18-69EB-09198048DD85}"/>
              </a:ext>
            </a:extLst>
          </p:cNvPr>
          <p:cNvSpPr txBox="1"/>
          <p:nvPr/>
        </p:nvSpPr>
        <p:spPr>
          <a:xfrm>
            <a:off x="7866048" y="12270506"/>
            <a:ext cx="12009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Guidance </a:t>
            </a:r>
          </a:p>
          <a:p>
            <a:r>
              <a:rPr lang="en-GB" dirty="0"/>
              <a:t>Vector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D4728660-EC4D-C224-655D-A64206E6F8AD}"/>
              </a:ext>
            </a:extLst>
          </p:cNvPr>
          <p:cNvSpPr/>
          <p:nvPr/>
        </p:nvSpPr>
        <p:spPr>
          <a:xfrm>
            <a:off x="2385759" y="10317600"/>
            <a:ext cx="1708484" cy="3708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>
                <a:solidFill>
                  <a:schemeClr val="tx1"/>
                </a:solidFill>
              </a:rPr>
              <a:t>LayerNorm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D8817845-C46D-69BA-FC9D-042E28E0D4D6}"/>
              </a:ext>
            </a:extLst>
          </p:cNvPr>
          <p:cNvSpPr/>
          <p:nvPr/>
        </p:nvSpPr>
        <p:spPr>
          <a:xfrm>
            <a:off x="9939687" y="10317600"/>
            <a:ext cx="1708484" cy="3708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>
                <a:solidFill>
                  <a:schemeClr val="tx1"/>
                </a:solidFill>
              </a:rPr>
              <a:t>LayerNorm</a:t>
            </a:r>
            <a:endParaRPr lang="en-GB" dirty="0">
              <a:solidFill>
                <a:schemeClr val="tx1"/>
              </a:solidFill>
            </a:endParaRPr>
          </a:p>
        </p:txBody>
      </p:sp>
      <p:cxnSp>
        <p:nvCxnSpPr>
          <p:cNvPr id="34" name="Gerade Verbindung 33">
            <a:extLst>
              <a:ext uri="{FF2B5EF4-FFF2-40B4-BE49-F238E27FC236}">
                <a16:creationId xmlns:a16="http://schemas.microsoft.com/office/drawing/2014/main" id="{BC116DF8-7124-F8C1-1A36-E3887613400A}"/>
              </a:ext>
            </a:extLst>
          </p:cNvPr>
          <p:cNvCxnSpPr>
            <a:cxnSpLocks/>
          </p:cNvCxnSpPr>
          <p:nvPr/>
        </p:nvCxnSpPr>
        <p:spPr>
          <a:xfrm flipH="1" flipV="1">
            <a:off x="3240000" y="10137600"/>
            <a:ext cx="1" cy="18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35">
            <a:extLst>
              <a:ext uri="{FF2B5EF4-FFF2-40B4-BE49-F238E27FC236}">
                <a16:creationId xmlns:a16="http://schemas.microsoft.com/office/drawing/2014/main" id="{F4453838-93A2-79CA-A5EF-D8B5B3FF2CE9}"/>
              </a:ext>
            </a:extLst>
          </p:cNvPr>
          <p:cNvCxnSpPr>
            <a:cxnSpLocks/>
          </p:cNvCxnSpPr>
          <p:nvPr/>
        </p:nvCxnSpPr>
        <p:spPr>
          <a:xfrm flipH="1" flipV="1">
            <a:off x="5757976" y="10137600"/>
            <a:ext cx="1" cy="18000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51432D39-EC72-D9DB-CC16-C13F9C4D4909}"/>
              </a:ext>
            </a:extLst>
          </p:cNvPr>
          <p:cNvSpPr/>
          <p:nvPr/>
        </p:nvSpPr>
        <p:spPr>
          <a:xfrm>
            <a:off x="3646800" y="9360000"/>
            <a:ext cx="1708484" cy="57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Apply Scale &amp; Shift</a:t>
            </a:r>
          </a:p>
        </p:txBody>
      </p:sp>
      <p:cxnSp>
        <p:nvCxnSpPr>
          <p:cNvPr id="43" name="Gerade Verbindung 42">
            <a:extLst>
              <a:ext uri="{FF2B5EF4-FFF2-40B4-BE49-F238E27FC236}">
                <a16:creationId xmlns:a16="http://schemas.microsoft.com/office/drawing/2014/main" id="{70C46D8A-6C82-559C-F71B-FE6D84D17D90}"/>
              </a:ext>
            </a:extLst>
          </p:cNvPr>
          <p:cNvCxnSpPr>
            <a:cxnSpLocks/>
          </p:cNvCxnSpPr>
          <p:nvPr/>
        </p:nvCxnSpPr>
        <p:spPr>
          <a:xfrm>
            <a:off x="3239999" y="10137600"/>
            <a:ext cx="108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 Verbindung 49">
            <a:extLst>
              <a:ext uri="{FF2B5EF4-FFF2-40B4-BE49-F238E27FC236}">
                <a16:creationId xmlns:a16="http://schemas.microsoft.com/office/drawing/2014/main" id="{D734571C-1D37-7587-5D14-33DA54675304}"/>
              </a:ext>
            </a:extLst>
          </p:cNvPr>
          <p:cNvCxnSpPr/>
          <p:nvPr/>
        </p:nvCxnSpPr>
        <p:spPr>
          <a:xfrm flipH="1">
            <a:off x="4677976" y="10137600"/>
            <a:ext cx="1080000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87E37BFA-0F2F-77E9-6950-20030E5CB49B}"/>
              </a:ext>
            </a:extLst>
          </p:cNvPr>
          <p:cNvCxnSpPr/>
          <p:nvPr/>
        </p:nvCxnSpPr>
        <p:spPr>
          <a:xfrm flipV="1">
            <a:off x="4319999" y="9966960"/>
            <a:ext cx="0" cy="18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B4D7B790-EDC7-162C-CCBB-E01C712B7B6D}"/>
              </a:ext>
            </a:extLst>
          </p:cNvPr>
          <p:cNvCxnSpPr/>
          <p:nvPr/>
        </p:nvCxnSpPr>
        <p:spPr>
          <a:xfrm flipV="1">
            <a:off x="4683600" y="9968400"/>
            <a:ext cx="0" cy="180000"/>
          </a:xfrm>
          <a:prstGeom prst="straightConnector1">
            <a:avLst/>
          </a:prstGeom>
          <a:ln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 Verbindung 73">
            <a:extLst>
              <a:ext uri="{FF2B5EF4-FFF2-40B4-BE49-F238E27FC236}">
                <a16:creationId xmlns:a16="http://schemas.microsoft.com/office/drawing/2014/main" id="{BAD51BB4-8DF0-E35B-E348-D2CFB208E105}"/>
              </a:ext>
            </a:extLst>
          </p:cNvPr>
          <p:cNvCxnSpPr>
            <a:cxnSpLocks/>
          </p:cNvCxnSpPr>
          <p:nvPr/>
        </p:nvCxnSpPr>
        <p:spPr>
          <a:xfrm flipH="1" flipV="1">
            <a:off x="8270008" y="10137600"/>
            <a:ext cx="1" cy="18000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Gerade Verbindung 75">
            <a:extLst>
              <a:ext uri="{FF2B5EF4-FFF2-40B4-BE49-F238E27FC236}">
                <a16:creationId xmlns:a16="http://schemas.microsoft.com/office/drawing/2014/main" id="{4EC3B887-8053-ACB0-31D9-3AF27BCD0C75}"/>
              </a:ext>
            </a:extLst>
          </p:cNvPr>
          <p:cNvCxnSpPr>
            <a:cxnSpLocks/>
          </p:cNvCxnSpPr>
          <p:nvPr/>
        </p:nvCxnSpPr>
        <p:spPr>
          <a:xfrm flipH="1" flipV="1">
            <a:off x="10787984" y="10137600"/>
            <a:ext cx="1" cy="18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hteck 77">
            <a:extLst>
              <a:ext uri="{FF2B5EF4-FFF2-40B4-BE49-F238E27FC236}">
                <a16:creationId xmlns:a16="http://schemas.microsoft.com/office/drawing/2014/main" id="{BC6C122C-DCFB-BD5C-0BF5-271830D7F1BD}"/>
              </a:ext>
            </a:extLst>
          </p:cNvPr>
          <p:cNvSpPr/>
          <p:nvPr/>
        </p:nvSpPr>
        <p:spPr>
          <a:xfrm>
            <a:off x="8676808" y="9360000"/>
            <a:ext cx="1708484" cy="57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Apply Scale &amp; Shift</a:t>
            </a:r>
          </a:p>
        </p:txBody>
      </p:sp>
      <p:cxnSp>
        <p:nvCxnSpPr>
          <p:cNvPr id="80" name="Gerade Verbindung 79">
            <a:extLst>
              <a:ext uri="{FF2B5EF4-FFF2-40B4-BE49-F238E27FC236}">
                <a16:creationId xmlns:a16="http://schemas.microsoft.com/office/drawing/2014/main" id="{93EB1262-0ECA-A5E4-F42B-CA6BFA647B3C}"/>
              </a:ext>
            </a:extLst>
          </p:cNvPr>
          <p:cNvCxnSpPr>
            <a:cxnSpLocks/>
          </p:cNvCxnSpPr>
          <p:nvPr/>
        </p:nvCxnSpPr>
        <p:spPr>
          <a:xfrm>
            <a:off x="8270007" y="10137600"/>
            <a:ext cx="1080000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 Verbindung 80">
            <a:extLst>
              <a:ext uri="{FF2B5EF4-FFF2-40B4-BE49-F238E27FC236}">
                <a16:creationId xmlns:a16="http://schemas.microsoft.com/office/drawing/2014/main" id="{A7DF0CF2-7346-6ACA-897C-89BA8AD693C5}"/>
              </a:ext>
            </a:extLst>
          </p:cNvPr>
          <p:cNvCxnSpPr/>
          <p:nvPr/>
        </p:nvCxnSpPr>
        <p:spPr>
          <a:xfrm flipH="1">
            <a:off x="9707984" y="10137600"/>
            <a:ext cx="108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F9D9E22D-DC71-6E69-3C90-95B926D93878}"/>
              </a:ext>
            </a:extLst>
          </p:cNvPr>
          <p:cNvCxnSpPr/>
          <p:nvPr/>
        </p:nvCxnSpPr>
        <p:spPr>
          <a:xfrm flipV="1">
            <a:off x="9350007" y="9968400"/>
            <a:ext cx="0" cy="180000"/>
          </a:xfrm>
          <a:prstGeom prst="straightConnector1">
            <a:avLst/>
          </a:prstGeom>
          <a:ln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Gerade Verbindung mit Pfeil 82">
            <a:extLst>
              <a:ext uri="{FF2B5EF4-FFF2-40B4-BE49-F238E27FC236}">
                <a16:creationId xmlns:a16="http://schemas.microsoft.com/office/drawing/2014/main" id="{F7A7EEC5-B58F-9DB0-87FA-4CCD1C0F924B}"/>
              </a:ext>
            </a:extLst>
          </p:cNvPr>
          <p:cNvCxnSpPr/>
          <p:nvPr/>
        </p:nvCxnSpPr>
        <p:spPr>
          <a:xfrm flipV="1">
            <a:off x="9715063" y="9968400"/>
            <a:ext cx="0" cy="18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chteck 83">
            <a:extLst>
              <a:ext uri="{FF2B5EF4-FFF2-40B4-BE49-F238E27FC236}">
                <a16:creationId xmlns:a16="http://schemas.microsoft.com/office/drawing/2014/main" id="{94119E8E-366E-C5B2-5393-2FD20652341E}"/>
              </a:ext>
            </a:extLst>
          </p:cNvPr>
          <p:cNvSpPr/>
          <p:nvPr/>
        </p:nvSpPr>
        <p:spPr>
          <a:xfrm>
            <a:off x="3646800" y="8609204"/>
            <a:ext cx="1708484" cy="370800"/>
          </a:xfrm>
          <a:prstGeom prst="rect">
            <a:avLst/>
          </a:prstGeom>
          <a:solidFill>
            <a:schemeClr val="tx2">
              <a:lumMod val="10000"/>
              <a:lumOff val="90000"/>
              <a:alpha val="6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Image Linear1</a:t>
            </a: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F535003F-5B1D-DC9B-97A2-54C6B9BDACFE}"/>
              </a:ext>
            </a:extLst>
          </p:cNvPr>
          <p:cNvCxnSpPr>
            <a:cxnSpLocks/>
          </p:cNvCxnSpPr>
          <p:nvPr/>
        </p:nvCxnSpPr>
        <p:spPr>
          <a:xfrm flipV="1">
            <a:off x="4501042" y="8989148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hteck 89">
            <a:extLst>
              <a:ext uri="{FF2B5EF4-FFF2-40B4-BE49-F238E27FC236}">
                <a16:creationId xmlns:a16="http://schemas.microsoft.com/office/drawing/2014/main" id="{7B3DBB60-76CE-F6BA-FFE1-B8EE0B946956}"/>
              </a:ext>
            </a:extLst>
          </p:cNvPr>
          <p:cNvSpPr/>
          <p:nvPr/>
        </p:nvSpPr>
        <p:spPr>
          <a:xfrm>
            <a:off x="8676808" y="8614686"/>
            <a:ext cx="1708484" cy="370800"/>
          </a:xfrm>
          <a:prstGeom prst="rect">
            <a:avLst/>
          </a:prstGeom>
          <a:solidFill>
            <a:schemeClr val="tx2">
              <a:lumMod val="10000"/>
              <a:lumOff val="90000"/>
              <a:alpha val="6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Text Linear1</a:t>
            </a: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9CAF1049-2177-CFD3-EBB1-0588054EDDB7}"/>
              </a:ext>
            </a:extLst>
          </p:cNvPr>
          <p:cNvCxnSpPr>
            <a:cxnSpLocks/>
          </p:cNvCxnSpPr>
          <p:nvPr/>
        </p:nvCxnSpPr>
        <p:spPr>
          <a:xfrm flipV="1">
            <a:off x="9531050" y="8994630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hteck 91">
            <a:extLst>
              <a:ext uri="{FF2B5EF4-FFF2-40B4-BE49-F238E27FC236}">
                <a16:creationId xmlns:a16="http://schemas.microsoft.com/office/drawing/2014/main" id="{E165ACAA-54B7-A1F0-BD46-7336D39899E8}"/>
              </a:ext>
            </a:extLst>
          </p:cNvPr>
          <p:cNvSpPr/>
          <p:nvPr/>
        </p:nvSpPr>
        <p:spPr>
          <a:xfrm>
            <a:off x="3646800" y="7863006"/>
            <a:ext cx="1708484" cy="3708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RMS Norm</a:t>
            </a:r>
          </a:p>
        </p:txBody>
      </p:sp>
      <p:cxnSp>
        <p:nvCxnSpPr>
          <p:cNvPr id="93" name="Gerade Verbindung mit Pfeil 92">
            <a:extLst>
              <a:ext uri="{FF2B5EF4-FFF2-40B4-BE49-F238E27FC236}">
                <a16:creationId xmlns:a16="http://schemas.microsoft.com/office/drawing/2014/main" id="{C4E08964-A3E5-3BE4-B894-16834FC8742D}"/>
              </a:ext>
            </a:extLst>
          </p:cNvPr>
          <p:cNvCxnSpPr>
            <a:cxnSpLocks/>
          </p:cNvCxnSpPr>
          <p:nvPr/>
        </p:nvCxnSpPr>
        <p:spPr>
          <a:xfrm flipV="1">
            <a:off x="4501042" y="8249204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Rechteck 96">
            <a:extLst>
              <a:ext uri="{FF2B5EF4-FFF2-40B4-BE49-F238E27FC236}">
                <a16:creationId xmlns:a16="http://schemas.microsoft.com/office/drawing/2014/main" id="{D8F187AA-E799-F5BC-D194-01E444934CF3}"/>
              </a:ext>
            </a:extLst>
          </p:cNvPr>
          <p:cNvSpPr/>
          <p:nvPr/>
        </p:nvSpPr>
        <p:spPr>
          <a:xfrm>
            <a:off x="8676808" y="7862373"/>
            <a:ext cx="1708484" cy="3708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RMS Norm</a:t>
            </a:r>
          </a:p>
        </p:txBody>
      </p:sp>
      <p:cxnSp>
        <p:nvCxnSpPr>
          <p:cNvPr id="99" name="Gerade Verbindung mit Pfeil 98">
            <a:extLst>
              <a:ext uri="{FF2B5EF4-FFF2-40B4-BE49-F238E27FC236}">
                <a16:creationId xmlns:a16="http://schemas.microsoft.com/office/drawing/2014/main" id="{B5162EDB-0DAD-F945-3030-6CC675FC4A25}"/>
              </a:ext>
            </a:extLst>
          </p:cNvPr>
          <p:cNvCxnSpPr>
            <a:cxnSpLocks/>
          </p:cNvCxnSpPr>
          <p:nvPr/>
        </p:nvCxnSpPr>
        <p:spPr>
          <a:xfrm flipV="1">
            <a:off x="9531050" y="8248571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Gerade Verbindung 104">
            <a:extLst>
              <a:ext uri="{FF2B5EF4-FFF2-40B4-BE49-F238E27FC236}">
                <a16:creationId xmlns:a16="http://schemas.microsoft.com/office/drawing/2014/main" id="{B4FD6F76-1871-E0D2-9336-01D9A4B0C3FF}"/>
              </a:ext>
            </a:extLst>
          </p:cNvPr>
          <p:cNvCxnSpPr>
            <a:cxnSpLocks/>
          </p:cNvCxnSpPr>
          <p:nvPr/>
        </p:nvCxnSpPr>
        <p:spPr>
          <a:xfrm flipV="1">
            <a:off x="4500000" y="7682400"/>
            <a:ext cx="0" cy="18204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Gerade Verbindung 106">
            <a:extLst>
              <a:ext uri="{FF2B5EF4-FFF2-40B4-BE49-F238E27FC236}">
                <a16:creationId xmlns:a16="http://schemas.microsoft.com/office/drawing/2014/main" id="{62EDBC45-89FC-AFBD-F4FB-8437F19EDF89}"/>
              </a:ext>
            </a:extLst>
          </p:cNvPr>
          <p:cNvCxnSpPr>
            <a:cxnSpLocks/>
          </p:cNvCxnSpPr>
          <p:nvPr/>
        </p:nvCxnSpPr>
        <p:spPr>
          <a:xfrm flipV="1">
            <a:off x="9532800" y="7680960"/>
            <a:ext cx="0" cy="1814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8" name="Gruppieren 107">
            <a:extLst>
              <a:ext uri="{FF2B5EF4-FFF2-40B4-BE49-F238E27FC236}">
                <a16:creationId xmlns:a16="http://schemas.microsoft.com/office/drawing/2014/main" id="{7E26C5D7-4CD1-53DD-06C7-5A955F84FED8}"/>
              </a:ext>
            </a:extLst>
          </p:cNvPr>
          <p:cNvGrpSpPr/>
          <p:nvPr/>
        </p:nvGrpSpPr>
        <p:grpSpPr>
          <a:xfrm>
            <a:off x="6930106" y="7593386"/>
            <a:ext cx="180000" cy="180000"/>
            <a:chOff x="2993721" y="5110619"/>
            <a:chExt cx="180000" cy="180000"/>
          </a:xfrm>
        </p:grpSpPr>
        <p:sp>
          <p:nvSpPr>
            <p:cNvPr id="109" name="Oval 108">
              <a:extLst>
                <a:ext uri="{FF2B5EF4-FFF2-40B4-BE49-F238E27FC236}">
                  <a16:creationId xmlns:a16="http://schemas.microsoft.com/office/drawing/2014/main" id="{7756B2F8-3A9B-B474-A9DE-95D35CBE24A3}"/>
                </a:ext>
              </a:extLst>
            </p:cNvPr>
            <p:cNvSpPr/>
            <p:nvPr/>
          </p:nvSpPr>
          <p:spPr>
            <a:xfrm>
              <a:off x="2993721" y="5110619"/>
              <a:ext cx="180000" cy="180000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110" name="Gerade Verbindung 109">
              <a:extLst>
                <a:ext uri="{FF2B5EF4-FFF2-40B4-BE49-F238E27FC236}">
                  <a16:creationId xmlns:a16="http://schemas.microsoft.com/office/drawing/2014/main" id="{7F78BD66-0220-417A-9AE8-B396B66D39E4}"/>
                </a:ext>
              </a:extLst>
            </p:cNvPr>
            <p:cNvCxnSpPr>
              <a:stCxn id="109" idx="0"/>
              <a:endCxn id="109" idx="4"/>
            </p:cNvCxnSpPr>
            <p:nvPr/>
          </p:nvCxnSpPr>
          <p:spPr>
            <a:xfrm>
              <a:off x="3083721" y="5110619"/>
              <a:ext cx="0" cy="1800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Gerade Verbindung 110">
              <a:extLst>
                <a:ext uri="{FF2B5EF4-FFF2-40B4-BE49-F238E27FC236}">
                  <a16:creationId xmlns:a16="http://schemas.microsoft.com/office/drawing/2014/main" id="{3B21FD2C-ACB1-30E4-F981-9FF8FECA8387}"/>
                </a:ext>
              </a:extLst>
            </p:cNvPr>
            <p:cNvCxnSpPr>
              <a:stCxn id="109" idx="2"/>
              <a:endCxn id="109" idx="6"/>
            </p:cNvCxnSpPr>
            <p:nvPr/>
          </p:nvCxnSpPr>
          <p:spPr>
            <a:xfrm>
              <a:off x="2993721" y="5200619"/>
              <a:ext cx="180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C99362C5-9445-1F96-D5D4-4277A160A85C}"/>
              </a:ext>
            </a:extLst>
          </p:cNvPr>
          <p:cNvCxnSpPr>
            <a:cxnSpLocks/>
          </p:cNvCxnSpPr>
          <p:nvPr/>
        </p:nvCxnSpPr>
        <p:spPr>
          <a:xfrm>
            <a:off x="4501042" y="7680960"/>
            <a:ext cx="24336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Gerade Verbindung mit Pfeil 115">
            <a:extLst>
              <a:ext uri="{FF2B5EF4-FFF2-40B4-BE49-F238E27FC236}">
                <a16:creationId xmlns:a16="http://schemas.microsoft.com/office/drawing/2014/main" id="{3523F4E3-422E-C827-109A-C6DC5C54E375}"/>
              </a:ext>
            </a:extLst>
          </p:cNvPr>
          <p:cNvCxnSpPr/>
          <p:nvPr/>
        </p:nvCxnSpPr>
        <p:spPr>
          <a:xfrm flipH="1">
            <a:off x="7110106" y="7680960"/>
            <a:ext cx="24209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hteck 116">
            <a:extLst>
              <a:ext uri="{FF2B5EF4-FFF2-40B4-BE49-F238E27FC236}">
                <a16:creationId xmlns:a16="http://schemas.microsoft.com/office/drawing/2014/main" id="{2AB43C4F-F0B0-3EAC-26D9-1DA4E8539929}"/>
              </a:ext>
            </a:extLst>
          </p:cNvPr>
          <p:cNvSpPr/>
          <p:nvPr/>
        </p:nvSpPr>
        <p:spPr>
          <a:xfrm>
            <a:off x="6165864" y="7026031"/>
            <a:ext cx="1708484" cy="370800"/>
          </a:xfrm>
          <a:prstGeom prst="rect">
            <a:avLst/>
          </a:prstGeom>
          <a:solidFill>
            <a:schemeClr val="tx2">
              <a:lumMod val="25000"/>
              <a:lumOff val="75000"/>
              <a:alpha val="5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Attention</a:t>
            </a:r>
          </a:p>
        </p:txBody>
      </p:sp>
      <p:cxnSp>
        <p:nvCxnSpPr>
          <p:cNvPr id="119" name="Gerade Verbindung mit Pfeil 118">
            <a:extLst>
              <a:ext uri="{FF2B5EF4-FFF2-40B4-BE49-F238E27FC236}">
                <a16:creationId xmlns:a16="http://schemas.microsoft.com/office/drawing/2014/main" id="{F565D259-8502-880C-EE8F-97E5D8E3BCC1}"/>
              </a:ext>
            </a:extLst>
          </p:cNvPr>
          <p:cNvCxnSpPr>
            <a:stCxn id="109" idx="0"/>
          </p:cNvCxnSpPr>
          <p:nvPr/>
        </p:nvCxnSpPr>
        <p:spPr>
          <a:xfrm flipV="1">
            <a:off x="7020106" y="7405372"/>
            <a:ext cx="0" cy="1880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Gerade Verbindung 122">
            <a:extLst>
              <a:ext uri="{FF2B5EF4-FFF2-40B4-BE49-F238E27FC236}">
                <a16:creationId xmlns:a16="http://schemas.microsoft.com/office/drawing/2014/main" id="{C6B4F2B5-BAB3-448F-41F7-0C23F4088383}"/>
              </a:ext>
            </a:extLst>
          </p:cNvPr>
          <p:cNvCxnSpPr>
            <a:cxnSpLocks/>
          </p:cNvCxnSpPr>
          <p:nvPr/>
        </p:nvCxnSpPr>
        <p:spPr>
          <a:xfrm flipV="1">
            <a:off x="7020106" y="6846031"/>
            <a:ext cx="0" cy="18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124">
            <a:extLst>
              <a:ext uri="{FF2B5EF4-FFF2-40B4-BE49-F238E27FC236}">
                <a16:creationId xmlns:a16="http://schemas.microsoft.com/office/drawing/2014/main" id="{8D33FC84-4941-AC22-6DC2-8CE111F11A5C}"/>
              </a:ext>
            </a:extLst>
          </p:cNvPr>
          <p:cNvCxnSpPr>
            <a:cxnSpLocks/>
          </p:cNvCxnSpPr>
          <p:nvPr/>
        </p:nvCxnSpPr>
        <p:spPr>
          <a:xfrm flipH="1">
            <a:off x="4501042" y="6846031"/>
            <a:ext cx="251906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Gerade Verbindung 126">
            <a:extLst>
              <a:ext uri="{FF2B5EF4-FFF2-40B4-BE49-F238E27FC236}">
                <a16:creationId xmlns:a16="http://schemas.microsoft.com/office/drawing/2014/main" id="{16B0D93D-B953-3205-0642-FEE32D5BE370}"/>
              </a:ext>
            </a:extLst>
          </p:cNvPr>
          <p:cNvCxnSpPr>
            <a:cxnSpLocks/>
          </p:cNvCxnSpPr>
          <p:nvPr/>
        </p:nvCxnSpPr>
        <p:spPr>
          <a:xfrm flipH="1">
            <a:off x="7010475" y="6846031"/>
            <a:ext cx="251906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Gerade Verbindung mit Pfeil 128">
            <a:extLst>
              <a:ext uri="{FF2B5EF4-FFF2-40B4-BE49-F238E27FC236}">
                <a16:creationId xmlns:a16="http://schemas.microsoft.com/office/drawing/2014/main" id="{5CC00D0F-9432-4EFE-E6CB-D237D47609FC}"/>
              </a:ext>
            </a:extLst>
          </p:cNvPr>
          <p:cNvCxnSpPr/>
          <p:nvPr/>
        </p:nvCxnSpPr>
        <p:spPr>
          <a:xfrm flipV="1">
            <a:off x="4500000" y="6667200"/>
            <a:ext cx="0" cy="180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Gerade Verbindung mit Pfeil 130">
            <a:extLst>
              <a:ext uri="{FF2B5EF4-FFF2-40B4-BE49-F238E27FC236}">
                <a16:creationId xmlns:a16="http://schemas.microsoft.com/office/drawing/2014/main" id="{35856754-EFEC-FF33-3BEE-04AE257A7BD7}"/>
              </a:ext>
            </a:extLst>
          </p:cNvPr>
          <p:cNvCxnSpPr/>
          <p:nvPr/>
        </p:nvCxnSpPr>
        <p:spPr>
          <a:xfrm flipV="1">
            <a:off x="9532800" y="6667200"/>
            <a:ext cx="0" cy="180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Rechteck 131">
            <a:extLst>
              <a:ext uri="{FF2B5EF4-FFF2-40B4-BE49-F238E27FC236}">
                <a16:creationId xmlns:a16="http://schemas.microsoft.com/office/drawing/2014/main" id="{9D18B03B-2421-9A8A-7E2A-6DE0C8B2DA7E}"/>
              </a:ext>
            </a:extLst>
          </p:cNvPr>
          <p:cNvSpPr/>
          <p:nvPr/>
        </p:nvSpPr>
        <p:spPr>
          <a:xfrm>
            <a:off x="3645758" y="6066000"/>
            <a:ext cx="1708484" cy="579600"/>
          </a:xfrm>
          <a:prstGeom prst="rect">
            <a:avLst/>
          </a:prstGeom>
          <a:solidFill>
            <a:schemeClr val="tx2">
              <a:lumMod val="10000"/>
              <a:lumOff val="90000"/>
              <a:alpha val="6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Image Projection</a:t>
            </a:r>
          </a:p>
        </p:txBody>
      </p:sp>
      <p:sp>
        <p:nvSpPr>
          <p:cNvPr id="133" name="Rechteck 132">
            <a:extLst>
              <a:ext uri="{FF2B5EF4-FFF2-40B4-BE49-F238E27FC236}">
                <a16:creationId xmlns:a16="http://schemas.microsoft.com/office/drawing/2014/main" id="{F909694A-A963-6741-A5A3-CB3DC16A0567}"/>
              </a:ext>
            </a:extLst>
          </p:cNvPr>
          <p:cNvSpPr/>
          <p:nvPr/>
        </p:nvSpPr>
        <p:spPr>
          <a:xfrm>
            <a:off x="8675297" y="6066000"/>
            <a:ext cx="1708484" cy="579600"/>
          </a:xfrm>
          <a:prstGeom prst="rect">
            <a:avLst/>
          </a:prstGeom>
          <a:solidFill>
            <a:schemeClr val="tx2">
              <a:lumMod val="10000"/>
              <a:lumOff val="90000"/>
              <a:alpha val="6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Text</a:t>
            </a:r>
          </a:p>
          <a:p>
            <a:pPr algn="ctr"/>
            <a:r>
              <a:rPr lang="en-GB" dirty="0">
                <a:solidFill>
                  <a:schemeClr val="tx1"/>
                </a:solidFill>
              </a:rPr>
              <a:t> Projection</a:t>
            </a:r>
          </a:p>
        </p:txBody>
      </p:sp>
      <p:sp>
        <p:nvSpPr>
          <p:cNvPr id="134" name="Rechteck 133">
            <a:extLst>
              <a:ext uri="{FF2B5EF4-FFF2-40B4-BE49-F238E27FC236}">
                <a16:creationId xmlns:a16="http://schemas.microsoft.com/office/drawing/2014/main" id="{A54F2C52-2FC2-BFA9-34D5-CC76ACF26CAF}"/>
              </a:ext>
            </a:extLst>
          </p:cNvPr>
          <p:cNvSpPr/>
          <p:nvPr/>
        </p:nvSpPr>
        <p:spPr>
          <a:xfrm>
            <a:off x="3645758" y="4248209"/>
            <a:ext cx="1708484" cy="3708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>
                <a:solidFill>
                  <a:schemeClr val="tx1"/>
                </a:solidFill>
              </a:rPr>
              <a:t>LayerNorm</a:t>
            </a:r>
            <a:endParaRPr lang="en-GB" dirty="0">
              <a:solidFill>
                <a:schemeClr val="tx1"/>
              </a:solidFill>
            </a:endParaRPr>
          </a:p>
        </p:txBody>
      </p:sp>
      <p:cxnSp>
        <p:nvCxnSpPr>
          <p:cNvPr id="136" name="Gerade Verbindung mit Pfeil 135">
            <a:extLst>
              <a:ext uri="{FF2B5EF4-FFF2-40B4-BE49-F238E27FC236}">
                <a16:creationId xmlns:a16="http://schemas.microsoft.com/office/drawing/2014/main" id="{698281BE-3165-3BD3-2ACF-9B87EE161CBC}"/>
              </a:ext>
            </a:extLst>
          </p:cNvPr>
          <p:cNvCxnSpPr>
            <a:cxnSpLocks/>
          </p:cNvCxnSpPr>
          <p:nvPr/>
        </p:nvCxnSpPr>
        <p:spPr>
          <a:xfrm flipV="1">
            <a:off x="4500000" y="5713200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Gerade Verbindung mit Pfeil 136">
            <a:extLst>
              <a:ext uri="{FF2B5EF4-FFF2-40B4-BE49-F238E27FC236}">
                <a16:creationId xmlns:a16="http://schemas.microsoft.com/office/drawing/2014/main" id="{D8DAF278-492A-43CF-8D27-0558F82BC80B}"/>
              </a:ext>
            </a:extLst>
          </p:cNvPr>
          <p:cNvCxnSpPr>
            <a:cxnSpLocks/>
          </p:cNvCxnSpPr>
          <p:nvPr/>
        </p:nvCxnSpPr>
        <p:spPr>
          <a:xfrm flipV="1">
            <a:off x="9532800" y="5169600"/>
            <a:ext cx="0" cy="18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Rechteck 137">
            <a:extLst>
              <a:ext uri="{FF2B5EF4-FFF2-40B4-BE49-F238E27FC236}">
                <a16:creationId xmlns:a16="http://schemas.microsoft.com/office/drawing/2014/main" id="{4E838F96-AFBA-660E-C396-CCAF109CA7F0}"/>
              </a:ext>
            </a:extLst>
          </p:cNvPr>
          <p:cNvSpPr/>
          <p:nvPr/>
        </p:nvSpPr>
        <p:spPr>
          <a:xfrm>
            <a:off x="8675297" y="4248209"/>
            <a:ext cx="1708484" cy="3708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>
                <a:solidFill>
                  <a:schemeClr val="tx1"/>
                </a:solidFill>
              </a:rPr>
              <a:t>LayerNorm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39" name="Rechteck 138">
            <a:extLst>
              <a:ext uri="{FF2B5EF4-FFF2-40B4-BE49-F238E27FC236}">
                <a16:creationId xmlns:a16="http://schemas.microsoft.com/office/drawing/2014/main" id="{4C2F396F-C027-4BF4-6834-852C288A1D6F}"/>
              </a:ext>
            </a:extLst>
          </p:cNvPr>
          <p:cNvSpPr/>
          <p:nvPr/>
        </p:nvSpPr>
        <p:spPr>
          <a:xfrm>
            <a:off x="3645758" y="3294209"/>
            <a:ext cx="1708484" cy="57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Apply Scale &amp; Shift</a:t>
            </a:r>
          </a:p>
        </p:txBody>
      </p:sp>
      <p:cxnSp>
        <p:nvCxnSpPr>
          <p:cNvPr id="140" name="Gerade Verbindung mit Pfeil 139">
            <a:extLst>
              <a:ext uri="{FF2B5EF4-FFF2-40B4-BE49-F238E27FC236}">
                <a16:creationId xmlns:a16="http://schemas.microsoft.com/office/drawing/2014/main" id="{33786928-A378-4CA9-C5F5-C2E4E8B331E7}"/>
              </a:ext>
            </a:extLst>
          </p:cNvPr>
          <p:cNvCxnSpPr>
            <a:cxnSpLocks/>
          </p:cNvCxnSpPr>
          <p:nvPr/>
        </p:nvCxnSpPr>
        <p:spPr>
          <a:xfrm flipV="1">
            <a:off x="4500000" y="3888209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echteck 140">
            <a:extLst>
              <a:ext uri="{FF2B5EF4-FFF2-40B4-BE49-F238E27FC236}">
                <a16:creationId xmlns:a16="http://schemas.microsoft.com/office/drawing/2014/main" id="{964C67F0-FBCB-E3E8-8717-FF31449A1439}"/>
              </a:ext>
            </a:extLst>
          </p:cNvPr>
          <p:cNvSpPr/>
          <p:nvPr/>
        </p:nvSpPr>
        <p:spPr>
          <a:xfrm>
            <a:off x="8675297" y="3294209"/>
            <a:ext cx="1708484" cy="57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Apply Scale &amp; Shift</a:t>
            </a:r>
          </a:p>
        </p:txBody>
      </p:sp>
      <p:cxnSp>
        <p:nvCxnSpPr>
          <p:cNvPr id="142" name="Gerade Verbindung mit Pfeil 141">
            <a:extLst>
              <a:ext uri="{FF2B5EF4-FFF2-40B4-BE49-F238E27FC236}">
                <a16:creationId xmlns:a16="http://schemas.microsoft.com/office/drawing/2014/main" id="{FF8D8B94-6C90-145E-11F9-9F736576C964}"/>
              </a:ext>
            </a:extLst>
          </p:cNvPr>
          <p:cNvCxnSpPr>
            <a:cxnSpLocks/>
          </p:cNvCxnSpPr>
          <p:nvPr/>
        </p:nvCxnSpPr>
        <p:spPr>
          <a:xfrm flipV="1">
            <a:off x="9532800" y="3888209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Rechteck 142">
            <a:extLst>
              <a:ext uri="{FF2B5EF4-FFF2-40B4-BE49-F238E27FC236}">
                <a16:creationId xmlns:a16="http://schemas.microsoft.com/office/drawing/2014/main" id="{8265FB00-8880-B91B-0EC2-7933502B4E26}"/>
              </a:ext>
            </a:extLst>
          </p:cNvPr>
          <p:cNvSpPr/>
          <p:nvPr/>
        </p:nvSpPr>
        <p:spPr>
          <a:xfrm>
            <a:off x="3645758" y="2556209"/>
            <a:ext cx="1708484" cy="370800"/>
          </a:xfrm>
          <a:prstGeom prst="rect">
            <a:avLst/>
          </a:prstGeom>
          <a:solidFill>
            <a:schemeClr val="tx2">
              <a:lumMod val="10000"/>
              <a:lumOff val="90000"/>
              <a:alpha val="6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Image MLP</a:t>
            </a:r>
          </a:p>
        </p:txBody>
      </p:sp>
      <p:cxnSp>
        <p:nvCxnSpPr>
          <p:cNvPr id="144" name="Gerade Verbindung mit Pfeil 143">
            <a:extLst>
              <a:ext uri="{FF2B5EF4-FFF2-40B4-BE49-F238E27FC236}">
                <a16:creationId xmlns:a16="http://schemas.microsoft.com/office/drawing/2014/main" id="{ED0E26E9-2E74-9F18-145B-10EA924BF3EC}"/>
              </a:ext>
            </a:extLst>
          </p:cNvPr>
          <p:cNvCxnSpPr>
            <a:cxnSpLocks/>
          </p:cNvCxnSpPr>
          <p:nvPr/>
        </p:nvCxnSpPr>
        <p:spPr>
          <a:xfrm flipV="1">
            <a:off x="4500000" y="2930609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Rechteck 144">
            <a:extLst>
              <a:ext uri="{FF2B5EF4-FFF2-40B4-BE49-F238E27FC236}">
                <a16:creationId xmlns:a16="http://schemas.microsoft.com/office/drawing/2014/main" id="{FB58D8E0-5C67-CDA6-E43E-D74C234340F5}"/>
              </a:ext>
            </a:extLst>
          </p:cNvPr>
          <p:cNvSpPr/>
          <p:nvPr/>
        </p:nvSpPr>
        <p:spPr>
          <a:xfrm>
            <a:off x="8676000" y="2556209"/>
            <a:ext cx="1708484" cy="370800"/>
          </a:xfrm>
          <a:prstGeom prst="rect">
            <a:avLst/>
          </a:prstGeom>
          <a:solidFill>
            <a:schemeClr val="tx2">
              <a:lumMod val="10000"/>
              <a:lumOff val="90000"/>
              <a:alpha val="6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Text MLP</a:t>
            </a:r>
          </a:p>
        </p:txBody>
      </p:sp>
      <p:cxnSp>
        <p:nvCxnSpPr>
          <p:cNvPr id="146" name="Gerade Verbindung mit Pfeil 145">
            <a:extLst>
              <a:ext uri="{FF2B5EF4-FFF2-40B4-BE49-F238E27FC236}">
                <a16:creationId xmlns:a16="http://schemas.microsoft.com/office/drawing/2014/main" id="{967A3216-5419-7FDC-1F09-51D782D319A6}"/>
              </a:ext>
            </a:extLst>
          </p:cNvPr>
          <p:cNvCxnSpPr>
            <a:cxnSpLocks/>
          </p:cNvCxnSpPr>
          <p:nvPr/>
        </p:nvCxnSpPr>
        <p:spPr>
          <a:xfrm flipV="1">
            <a:off x="9529539" y="2930609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echteck 146">
            <a:extLst>
              <a:ext uri="{FF2B5EF4-FFF2-40B4-BE49-F238E27FC236}">
                <a16:creationId xmlns:a16="http://schemas.microsoft.com/office/drawing/2014/main" id="{D08A17E1-DE75-DFC0-AC9C-7AB56AB16C62}"/>
              </a:ext>
            </a:extLst>
          </p:cNvPr>
          <p:cNvSpPr/>
          <p:nvPr/>
        </p:nvSpPr>
        <p:spPr>
          <a:xfrm>
            <a:off x="3640825" y="5347800"/>
            <a:ext cx="1708484" cy="370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Gating</a:t>
            </a:r>
          </a:p>
        </p:txBody>
      </p:sp>
      <p:cxnSp>
        <p:nvCxnSpPr>
          <p:cNvPr id="148" name="Gerade Verbindung mit Pfeil 147">
            <a:extLst>
              <a:ext uri="{FF2B5EF4-FFF2-40B4-BE49-F238E27FC236}">
                <a16:creationId xmlns:a16="http://schemas.microsoft.com/office/drawing/2014/main" id="{99D80F63-7D57-2399-F3A5-B803E197FD40}"/>
              </a:ext>
            </a:extLst>
          </p:cNvPr>
          <p:cNvCxnSpPr>
            <a:cxnSpLocks/>
          </p:cNvCxnSpPr>
          <p:nvPr/>
        </p:nvCxnSpPr>
        <p:spPr>
          <a:xfrm flipH="1" flipV="1">
            <a:off x="4500000" y="5169600"/>
            <a:ext cx="0" cy="1782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Gerade Verbindung 149">
            <a:extLst>
              <a:ext uri="{FF2B5EF4-FFF2-40B4-BE49-F238E27FC236}">
                <a16:creationId xmlns:a16="http://schemas.microsoft.com/office/drawing/2014/main" id="{324D55EE-E5C2-05C0-DB4B-055114F84AF5}"/>
              </a:ext>
            </a:extLst>
          </p:cNvPr>
          <p:cNvCxnSpPr>
            <a:cxnSpLocks/>
          </p:cNvCxnSpPr>
          <p:nvPr/>
        </p:nvCxnSpPr>
        <p:spPr>
          <a:xfrm flipV="1">
            <a:off x="6100344" y="2001600"/>
            <a:ext cx="0" cy="8314686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Gerade Verbindung 152">
            <a:extLst>
              <a:ext uri="{FF2B5EF4-FFF2-40B4-BE49-F238E27FC236}">
                <a16:creationId xmlns:a16="http://schemas.microsoft.com/office/drawing/2014/main" id="{DDC8DEE4-39E1-393D-89DA-6C0A9788B454}"/>
              </a:ext>
            </a:extLst>
          </p:cNvPr>
          <p:cNvCxnSpPr>
            <a:cxnSpLocks/>
          </p:cNvCxnSpPr>
          <p:nvPr/>
        </p:nvCxnSpPr>
        <p:spPr>
          <a:xfrm flipV="1">
            <a:off x="7943613" y="2001600"/>
            <a:ext cx="0" cy="8314686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Textfeld 153">
            <a:extLst>
              <a:ext uri="{FF2B5EF4-FFF2-40B4-BE49-F238E27FC236}">
                <a16:creationId xmlns:a16="http://schemas.microsoft.com/office/drawing/2014/main" id="{A44F37D7-8401-D465-794E-87B9DA59B903}"/>
              </a:ext>
            </a:extLst>
          </p:cNvPr>
          <p:cNvSpPr txBox="1"/>
          <p:nvPr/>
        </p:nvSpPr>
        <p:spPr>
          <a:xfrm>
            <a:off x="4656591" y="9906818"/>
            <a:ext cx="12432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i="1" dirty="0"/>
              <a:t>Scale1, Shift1</a:t>
            </a:r>
          </a:p>
        </p:txBody>
      </p:sp>
      <p:sp>
        <p:nvSpPr>
          <p:cNvPr id="155" name="Textfeld 154">
            <a:extLst>
              <a:ext uri="{FF2B5EF4-FFF2-40B4-BE49-F238E27FC236}">
                <a16:creationId xmlns:a16="http://schemas.microsoft.com/office/drawing/2014/main" id="{721F0A33-ED09-BA95-DD10-934D078C9EEA}"/>
              </a:ext>
            </a:extLst>
          </p:cNvPr>
          <p:cNvSpPr txBox="1"/>
          <p:nvPr/>
        </p:nvSpPr>
        <p:spPr>
          <a:xfrm>
            <a:off x="8188394" y="9903071"/>
            <a:ext cx="12432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i="1" dirty="0"/>
              <a:t>Scale1, Shift1</a:t>
            </a:r>
          </a:p>
        </p:txBody>
      </p:sp>
      <p:cxnSp>
        <p:nvCxnSpPr>
          <p:cNvPr id="157" name="Gerade Verbindung mit Pfeil 156">
            <a:extLst>
              <a:ext uri="{FF2B5EF4-FFF2-40B4-BE49-F238E27FC236}">
                <a16:creationId xmlns:a16="http://schemas.microsoft.com/office/drawing/2014/main" id="{26B7767F-9A1D-6631-A057-707A40A7D26A}"/>
              </a:ext>
            </a:extLst>
          </p:cNvPr>
          <p:cNvCxnSpPr/>
          <p:nvPr/>
        </p:nvCxnSpPr>
        <p:spPr>
          <a:xfrm flipH="1">
            <a:off x="5349309" y="5533200"/>
            <a:ext cx="751035" cy="0"/>
          </a:xfrm>
          <a:prstGeom prst="straightConnector1">
            <a:avLst/>
          </a:prstGeom>
          <a:ln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feld 157">
            <a:extLst>
              <a:ext uri="{FF2B5EF4-FFF2-40B4-BE49-F238E27FC236}">
                <a16:creationId xmlns:a16="http://schemas.microsoft.com/office/drawing/2014/main" id="{F1CC36C1-2DE5-0AAC-9BDD-F4F09276BBDC}"/>
              </a:ext>
            </a:extLst>
          </p:cNvPr>
          <p:cNvSpPr txBox="1"/>
          <p:nvPr/>
        </p:nvSpPr>
        <p:spPr>
          <a:xfrm>
            <a:off x="5452363" y="5279671"/>
            <a:ext cx="12147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i="1" dirty="0"/>
              <a:t>Gate1</a:t>
            </a:r>
          </a:p>
        </p:txBody>
      </p: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7E4A32EB-53E6-FBD5-76F2-A0AD93258E11}"/>
              </a:ext>
            </a:extLst>
          </p:cNvPr>
          <p:cNvCxnSpPr>
            <a:cxnSpLocks/>
          </p:cNvCxnSpPr>
          <p:nvPr/>
        </p:nvCxnSpPr>
        <p:spPr>
          <a:xfrm flipV="1">
            <a:off x="9534472" y="5711108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echteck 159">
            <a:extLst>
              <a:ext uri="{FF2B5EF4-FFF2-40B4-BE49-F238E27FC236}">
                <a16:creationId xmlns:a16="http://schemas.microsoft.com/office/drawing/2014/main" id="{A5B31867-3BC8-9CDE-2BEB-FA84E5DE5B34}"/>
              </a:ext>
            </a:extLst>
          </p:cNvPr>
          <p:cNvSpPr/>
          <p:nvPr/>
        </p:nvSpPr>
        <p:spPr>
          <a:xfrm>
            <a:off x="8675297" y="5345708"/>
            <a:ext cx="1708484" cy="370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Gating</a:t>
            </a:r>
          </a:p>
        </p:txBody>
      </p:sp>
      <p:cxnSp>
        <p:nvCxnSpPr>
          <p:cNvPr id="162" name="Gerade Verbindung mit Pfeil 161">
            <a:extLst>
              <a:ext uri="{FF2B5EF4-FFF2-40B4-BE49-F238E27FC236}">
                <a16:creationId xmlns:a16="http://schemas.microsoft.com/office/drawing/2014/main" id="{54A5742D-418C-73FE-8A63-5927DE51771D}"/>
              </a:ext>
            </a:extLst>
          </p:cNvPr>
          <p:cNvCxnSpPr>
            <a:cxnSpLocks/>
            <a:endCxn id="160" idx="1"/>
          </p:cNvCxnSpPr>
          <p:nvPr/>
        </p:nvCxnSpPr>
        <p:spPr>
          <a:xfrm>
            <a:off x="7943612" y="5531108"/>
            <a:ext cx="731685" cy="0"/>
          </a:xfrm>
          <a:prstGeom prst="straightConnector1">
            <a:avLst/>
          </a:prstGeom>
          <a:ln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Textfeld 163">
            <a:extLst>
              <a:ext uri="{FF2B5EF4-FFF2-40B4-BE49-F238E27FC236}">
                <a16:creationId xmlns:a16="http://schemas.microsoft.com/office/drawing/2014/main" id="{4C959017-3F06-37C1-1A6B-9AEEDA35E3A2}"/>
              </a:ext>
            </a:extLst>
          </p:cNvPr>
          <p:cNvSpPr txBox="1"/>
          <p:nvPr/>
        </p:nvSpPr>
        <p:spPr>
          <a:xfrm>
            <a:off x="7999200" y="5273710"/>
            <a:ext cx="12147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i="1" dirty="0"/>
              <a:t>Gate1</a:t>
            </a:r>
          </a:p>
        </p:txBody>
      </p: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7DB67F26-1FAC-77A7-0D6D-073550693C08}"/>
              </a:ext>
            </a:extLst>
          </p:cNvPr>
          <p:cNvCxnSpPr>
            <a:cxnSpLocks/>
            <a:endCxn id="139" idx="3"/>
          </p:cNvCxnSpPr>
          <p:nvPr/>
        </p:nvCxnSpPr>
        <p:spPr>
          <a:xfrm flipH="1">
            <a:off x="5354242" y="3582860"/>
            <a:ext cx="746102" cy="1149"/>
          </a:xfrm>
          <a:prstGeom prst="straightConnector1">
            <a:avLst/>
          </a:prstGeom>
          <a:ln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F81F5E01-9261-35AD-2098-A062EAB39790}"/>
              </a:ext>
            </a:extLst>
          </p:cNvPr>
          <p:cNvCxnSpPr>
            <a:cxnSpLocks/>
            <a:endCxn id="141" idx="1"/>
          </p:cNvCxnSpPr>
          <p:nvPr/>
        </p:nvCxnSpPr>
        <p:spPr>
          <a:xfrm>
            <a:off x="7943612" y="3582860"/>
            <a:ext cx="731685" cy="1149"/>
          </a:xfrm>
          <a:prstGeom prst="straightConnector1">
            <a:avLst/>
          </a:prstGeom>
          <a:ln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Textfeld 170">
            <a:extLst>
              <a:ext uri="{FF2B5EF4-FFF2-40B4-BE49-F238E27FC236}">
                <a16:creationId xmlns:a16="http://schemas.microsoft.com/office/drawing/2014/main" id="{B94D6A6B-CD3F-E126-D765-B9D21C153F9B}"/>
              </a:ext>
            </a:extLst>
          </p:cNvPr>
          <p:cNvSpPr txBox="1"/>
          <p:nvPr/>
        </p:nvSpPr>
        <p:spPr>
          <a:xfrm>
            <a:off x="5416066" y="3346468"/>
            <a:ext cx="7607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i="1" dirty="0"/>
              <a:t>Scale2,</a:t>
            </a:r>
          </a:p>
          <a:p>
            <a:r>
              <a:rPr lang="en-GB" sz="1400" i="1" dirty="0"/>
              <a:t> Shift2</a:t>
            </a:r>
          </a:p>
        </p:txBody>
      </p:sp>
      <p:sp>
        <p:nvSpPr>
          <p:cNvPr id="172" name="Textfeld 171">
            <a:extLst>
              <a:ext uri="{FF2B5EF4-FFF2-40B4-BE49-F238E27FC236}">
                <a16:creationId xmlns:a16="http://schemas.microsoft.com/office/drawing/2014/main" id="{B7A9A0E0-4555-675B-1675-10598F19BE96}"/>
              </a:ext>
            </a:extLst>
          </p:cNvPr>
          <p:cNvSpPr txBox="1"/>
          <p:nvPr/>
        </p:nvSpPr>
        <p:spPr>
          <a:xfrm>
            <a:off x="7914576" y="3343476"/>
            <a:ext cx="7607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i="1" dirty="0"/>
              <a:t>Scale2,</a:t>
            </a:r>
          </a:p>
          <a:p>
            <a:r>
              <a:rPr lang="en-GB" sz="1400" i="1" dirty="0"/>
              <a:t> Shift2</a:t>
            </a:r>
          </a:p>
        </p:txBody>
      </p:sp>
      <p:sp>
        <p:nvSpPr>
          <p:cNvPr id="174" name="Oval 173">
            <a:extLst>
              <a:ext uri="{FF2B5EF4-FFF2-40B4-BE49-F238E27FC236}">
                <a16:creationId xmlns:a16="http://schemas.microsoft.com/office/drawing/2014/main" id="{E8BDE52D-C4AF-57B6-DB78-2BA3F215B304}"/>
              </a:ext>
            </a:extLst>
          </p:cNvPr>
          <p:cNvSpPr/>
          <p:nvPr/>
        </p:nvSpPr>
        <p:spPr>
          <a:xfrm>
            <a:off x="4405067" y="4987555"/>
            <a:ext cx="180000" cy="180000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+</a:t>
            </a:r>
          </a:p>
        </p:txBody>
      </p:sp>
      <p:sp>
        <p:nvSpPr>
          <p:cNvPr id="176" name="Oval 175">
            <a:extLst>
              <a:ext uri="{FF2B5EF4-FFF2-40B4-BE49-F238E27FC236}">
                <a16:creationId xmlns:a16="http://schemas.microsoft.com/office/drawing/2014/main" id="{AC3DF2B2-3B8F-7201-B86E-3B9489E356B1}"/>
              </a:ext>
            </a:extLst>
          </p:cNvPr>
          <p:cNvSpPr/>
          <p:nvPr/>
        </p:nvSpPr>
        <p:spPr>
          <a:xfrm>
            <a:off x="9439200" y="4981901"/>
            <a:ext cx="180000" cy="180000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+</a:t>
            </a:r>
          </a:p>
        </p:txBody>
      </p:sp>
      <p:cxnSp>
        <p:nvCxnSpPr>
          <p:cNvPr id="177" name="Gerade Verbindung mit Pfeil 176">
            <a:extLst>
              <a:ext uri="{FF2B5EF4-FFF2-40B4-BE49-F238E27FC236}">
                <a16:creationId xmlns:a16="http://schemas.microsoft.com/office/drawing/2014/main" id="{0C24F9AE-7D85-4A1E-40C1-020964C67D22}"/>
              </a:ext>
            </a:extLst>
          </p:cNvPr>
          <p:cNvCxnSpPr>
            <a:cxnSpLocks/>
          </p:cNvCxnSpPr>
          <p:nvPr/>
        </p:nvCxnSpPr>
        <p:spPr>
          <a:xfrm flipH="1" flipV="1">
            <a:off x="4495067" y="4626000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E1D8E7C9-596A-C594-0999-B2EE52D5C65F}"/>
              </a:ext>
            </a:extLst>
          </p:cNvPr>
          <p:cNvCxnSpPr>
            <a:cxnSpLocks/>
          </p:cNvCxnSpPr>
          <p:nvPr/>
        </p:nvCxnSpPr>
        <p:spPr>
          <a:xfrm flipV="1">
            <a:off x="9532800" y="4626000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Gerade Verbindung 179">
            <a:extLst>
              <a:ext uri="{FF2B5EF4-FFF2-40B4-BE49-F238E27FC236}">
                <a16:creationId xmlns:a16="http://schemas.microsoft.com/office/drawing/2014/main" id="{FBF2CD24-675E-542D-57F3-C44B76CA3250}"/>
              </a:ext>
            </a:extLst>
          </p:cNvPr>
          <p:cNvCxnSpPr/>
          <p:nvPr/>
        </p:nvCxnSpPr>
        <p:spPr>
          <a:xfrm flipH="1">
            <a:off x="1806497" y="11163600"/>
            <a:ext cx="144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Gerade Verbindung 180">
            <a:extLst>
              <a:ext uri="{FF2B5EF4-FFF2-40B4-BE49-F238E27FC236}">
                <a16:creationId xmlns:a16="http://schemas.microsoft.com/office/drawing/2014/main" id="{9D4E462C-2D31-5F2A-ED72-3BB4172AB1BF}"/>
              </a:ext>
            </a:extLst>
          </p:cNvPr>
          <p:cNvCxnSpPr/>
          <p:nvPr/>
        </p:nvCxnSpPr>
        <p:spPr>
          <a:xfrm flipH="1">
            <a:off x="10796964" y="11163600"/>
            <a:ext cx="144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Gerade Verbindung 182">
            <a:extLst>
              <a:ext uri="{FF2B5EF4-FFF2-40B4-BE49-F238E27FC236}">
                <a16:creationId xmlns:a16="http://schemas.microsoft.com/office/drawing/2014/main" id="{EE37C1BF-A06F-BCA0-C8F3-0F663D8FA470}"/>
              </a:ext>
            </a:extLst>
          </p:cNvPr>
          <p:cNvCxnSpPr/>
          <p:nvPr/>
        </p:nvCxnSpPr>
        <p:spPr>
          <a:xfrm flipV="1">
            <a:off x="1800000" y="5077555"/>
            <a:ext cx="0" cy="608566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Gerade Verbindung 183">
            <a:extLst>
              <a:ext uri="{FF2B5EF4-FFF2-40B4-BE49-F238E27FC236}">
                <a16:creationId xmlns:a16="http://schemas.microsoft.com/office/drawing/2014/main" id="{BE75B3C6-2B78-349E-8541-E802A5C8E1E2}"/>
              </a:ext>
            </a:extLst>
          </p:cNvPr>
          <p:cNvCxnSpPr/>
          <p:nvPr/>
        </p:nvCxnSpPr>
        <p:spPr>
          <a:xfrm flipV="1">
            <a:off x="12232800" y="5077555"/>
            <a:ext cx="0" cy="608566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Gerade Verbindung mit Pfeil 185">
            <a:extLst>
              <a:ext uri="{FF2B5EF4-FFF2-40B4-BE49-F238E27FC236}">
                <a16:creationId xmlns:a16="http://schemas.microsoft.com/office/drawing/2014/main" id="{A72B2C76-1EC6-7E4C-DE89-F1A9E82352C0}"/>
              </a:ext>
            </a:extLst>
          </p:cNvPr>
          <p:cNvCxnSpPr>
            <a:cxnSpLocks/>
          </p:cNvCxnSpPr>
          <p:nvPr/>
        </p:nvCxnSpPr>
        <p:spPr>
          <a:xfrm>
            <a:off x="1803600" y="5077555"/>
            <a:ext cx="260239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Gerade Verbindung mit Pfeil 188">
            <a:extLst>
              <a:ext uri="{FF2B5EF4-FFF2-40B4-BE49-F238E27FC236}">
                <a16:creationId xmlns:a16="http://schemas.microsoft.com/office/drawing/2014/main" id="{C2F0E835-4D95-8109-F346-B4CABECA7A66}"/>
              </a:ext>
            </a:extLst>
          </p:cNvPr>
          <p:cNvCxnSpPr>
            <a:cxnSpLocks/>
            <a:endCxn id="176" idx="6"/>
          </p:cNvCxnSpPr>
          <p:nvPr/>
        </p:nvCxnSpPr>
        <p:spPr>
          <a:xfrm flipH="1" flipV="1">
            <a:off x="9619200" y="5071901"/>
            <a:ext cx="2616004" cy="56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Gerade Verbindung mit Pfeil 190">
            <a:extLst>
              <a:ext uri="{FF2B5EF4-FFF2-40B4-BE49-F238E27FC236}">
                <a16:creationId xmlns:a16="http://schemas.microsoft.com/office/drawing/2014/main" id="{6453628E-B642-0E17-5044-BDC49000C9B1}"/>
              </a:ext>
            </a:extLst>
          </p:cNvPr>
          <p:cNvCxnSpPr>
            <a:cxnSpLocks/>
          </p:cNvCxnSpPr>
          <p:nvPr/>
        </p:nvCxnSpPr>
        <p:spPr>
          <a:xfrm flipV="1">
            <a:off x="9529200" y="2175200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Rechteck 191">
            <a:extLst>
              <a:ext uri="{FF2B5EF4-FFF2-40B4-BE49-F238E27FC236}">
                <a16:creationId xmlns:a16="http://schemas.microsoft.com/office/drawing/2014/main" id="{D64414C0-F7C2-C135-35EE-90DB8EB7F069}"/>
              </a:ext>
            </a:extLst>
          </p:cNvPr>
          <p:cNvSpPr/>
          <p:nvPr/>
        </p:nvSpPr>
        <p:spPr>
          <a:xfrm>
            <a:off x="8675297" y="1810895"/>
            <a:ext cx="1708484" cy="370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Gating</a:t>
            </a:r>
          </a:p>
        </p:txBody>
      </p:sp>
      <p:cxnSp>
        <p:nvCxnSpPr>
          <p:cNvPr id="193" name="Gerade Verbindung mit Pfeil 192">
            <a:extLst>
              <a:ext uri="{FF2B5EF4-FFF2-40B4-BE49-F238E27FC236}">
                <a16:creationId xmlns:a16="http://schemas.microsoft.com/office/drawing/2014/main" id="{C433FEB1-E517-5AA4-A12A-FF53CD95D14B}"/>
              </a:ext>
            </a:extLst>
          </p:cNvPr>
          <p:cNvCxnSpPr>
            <a:cxnSpLocks/>
          </p:cNvCxnSpPr>
          <p:nvPr/>
        </p:nvCxnSpPr>
        <p:spPr>
          <a:xfrm flipV="1">
            <a:off x="4500000" y="2175200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4" name="Rechteck 193">
            <a:extLst>
              <a:ext uri="{FF2B5EF4-FFF2-40B4-BE49-F238E27FC236}">
                <a16:creationId xmlns:a16="http://schemas.microsoft.com/office/drawing/2014/main" id="{0EA988EC-7FB3-3161-A680-74E4CE68DD7B}"/>
              </a:ext>
            </a:extLst>
          </p:cNvPr>
          <p:cNvSpPr/>
          <p:nvPr/>
        </p:nvSpPr>
        <p:spPr>
          <a:xfrm>
            <a:off x="3640825" y="1811600"/>
            <a:ext cx="1708484" cy="370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Gating</a:t>
            </a:r>
          </a:p>
        </p:txBody>
      </p:sp>
      <p:cxnSp>
        <p:nvCxnSpPr>
          <p:cNvPr id="197" name="Gerade Verbindung mit Pfeil 196">
            <a:extLst>
              <a:ext uri="{FF2B5EF4-FFF2-40B4-BE49-F238E27FC236}">
                <a16:creationId xmlns:a16="http://schemas.microsoft.com/office/drawing/2014/main" id="{284B5DB1-1935-34D5-AAFE-0CB4AE016C6D}"/>
              </a:ext>
            </a:extLst>
          </p:cNvPr>
          <p:cNvCxnSpPr>
            <a:cxnSpLocks/>
            <a:endCxn id="194" idx="3"/>
          </p:cNvCxnSpPr>
          <p:nvPr/>
        </p:nvCxnSpPr>
        <p:spPr>
          <a:xfrm flipH="1">
            <a:off x="5349309" y="1993617"/>
            <a:ext cx="751035" cy="0"/>
          </a:xfrm>
          <a:prstGeom prst="straightConnector1">
            <a:avLst/>
          </a:prstGeom>
          <a:ln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1" name="Textfeld 200">
            <a:extLst>
              <a:ext uri="{FF2B5EF4-FFF2-40B4-BE49-F238E27FC236}">
                <a16:creationId xmlns:a16="http://schemas.microsoft.com/office/drawing/2014/main" id="{F05EF4DC-34A3-0F64-DC5D-35C137DCD4D4}"/>
              </a:ext>
            </a:extLst>
          </p:cNvPr>
          <p:cNvSpPr txBox="1"/>
          <p:nvPr/>
        </p:nvSpPr>
        <p:spPr>
          <a:xfrm>
            <a:off x="5452363" y="1750400"/>
            <a:ext cx="12147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i="1" dirty="0"/>
              <a:t>Gate2</a:t>
            </a:r>
          </a:p>
        </p:txBody>
      </p:sp>
      <p:cxnSp>
        <p:nvCxnSpPr>
          <p:cNvPr id="203" name="Gerade Verbindung mit Pfeil 202">
            <a:extLst>
              <a:ext uri="{FF2B5EF4-FFF2-40B4-BE49-F238E27FC236}">
                <a16:creationId xmlns:a16="http://schemas.microsoft.com/office/drawing/2014/main" id="{2A9D9260-ADAE-E2B4-9352-B0363F957AE1}"/>
              </a:ext>
            </a:extLst>
          </p:cNvPr>
          <p:cNvCxnSpPr>
            <a:endCxn id="192" idx="1"/>
          </p:cNvCxnSpPr>
          <p:nvPr/>
        </p:nvCxnSpPr>
        <p:spPr>
          <a:xfrm>
            <a:off x="7943612" y="1995455"/>
            <a:ext cx="731685" cy="840"/>
          </a:xfrm>
          <a:prstGeom prst="straightConnector1">
            <a:avLst/>
          </a:prstGeom>
          <a:ln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4" name="Textfeld 203">
            <a:extLst>
              <a:ext uri="{FF2B5EF4-FFF2-40B4-BE49-F238E27FC236}">
                <a16:creationId xmlns:a16="http://schemas.microsoft.com/office/drawing/2014/main" id="{BCB0F2E7-267D-6EC9-FA08-51746DA5FDA1}"/>
              </a:ext>
            </a:extLst>
          </p:cNvPr>
          <p:cNvSpPr txBox="1"/>
          <p:nvPr/>
        </p:nvSpPr>
        <p:spPr>
          <a:xfrm>
            <a:off x="7999200" y="1750400"/>
            <a:ext cx="12147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i="1" dirty="0"/>
              <a:t>Gate2</a:t>
            </a:r>
          </a:p>
        </p:txBody>
      </p:sp>
      <p:cxnSp>
        <p:nvCxnSpPr>
          <p:cNvPr id="207" name="Gerade Verbindung mit Pfeil 206">
            <a:extLst>
              <a:ext uri="{FF2B5EF4-FFF2-40B4-BE49-F238E27FC236}">
                <a16:creationId xmlns:a16="http://schemas.microsoft.com/office/drawing/2014/main" id="{DA22A6E9-3571-95AB-8C42-32B6506C5EB3}"/>
              </a:ext>
            </a:extLst>
          </p:cNvPr>
          <p:cNvCxnSpPr>
            <a:cxnSpLocks/>
          </p:cNvCxnSpPr>
          <p:nvPr/>
        </p:nvCxnSpPr>
        <p:spPr>
          <a:xfrm flipH="1" flipV="1">
            <a:off x="4504933" y="1630800"/>
            <a:ext cx="0" cy="1782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8" name="Oval 207">
            <a:extLst>
              <a:ext uri="{FF2B5EF4-FFF2-40B4-BE49-F238E27FC236}">
                <a16:creationId xmlns:a16="http://schemas.microsoft.com/office/drawing/2014/main" id="{AEBCFE33-3C90-942D-1DEF-BF70077F9F57}"/>
              </a:ext>
            </a:extLst>
          </p:cNvPr>
          <p:cNvSpPr/>
          <p:nvPr/>
        </p:nvSpPr>
        <p:spPr>
          <a:xfrm>
            <a:off x="4410000" y="1448535"/>
            <a:ext cx="180000" cy="180000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+</a:t>
            </a:r>
          </a:p>
        </p:txBody>
      </p:sp>
      <p:cxnSp>
        <p:nvCxnSpPr>
          <p:cNvPr id="209" name="Gerade Verbindung mit Pfeil 208">
            <a:extLst>
              <a:ext uri="{FF2B5EF4-FFF2-40B4-BE49-F238E27FC236}">
                <a16:creationId xmlns:a16="http://schemas.microsoft.com/office/drawing/2014/main" id="{923A6CFE-923D-7CAE-6761-8313E1175E62}"/>
              </a:ext>
            </a:extLst>
          </p:cNvPr>
          <p:cNvCxnSpPr>
            <a:cxnSpLocks/>
          </p:cNvCxnSpPr>
          <p:nvPr/>
        </p:nvCxnSpPr>
        <p:spPr>
          <a:xfrm flipH="1" flipV="1">
            <a:off x="4500000" y="1086980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Gerade Verbindung mit Pfeil 212">
            <a:extLst>
              <a:ext uri="{FF2B5EF4-FFF2-40B4-BE49-F238E27FC236}">
                <a16:creationId xmlns:a16="http://schemas.microsoft.com/office/drawing/2014/main" id="{5FA20727-0450-06E0-200D-89F4C527EDFB}"/>
              </a:ext>
            </a:extLst>
          </p:cNvPr>
          <p:cNvCxnSpPr>
            <a:cxnSpLocks/>
          </p:cNvCxnSpPr>
          <p:nvPr/>
        </p:nvCxnSpPr>
        <p:spPr>
          <a:xfrm flipH="1" flipV="1">
            <a:off x="9529200" y="1630800"/>
            <a:ext cx="0" cy="1782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4" name="Oval 213">
            <a:extLst>
              <a:ext uri="{FF2B5EF4-FFF2-40B4-BE49-F238E27FC236}">
                <a16:creationId xmlns:a16="http://schemas.microsoft.com/office/drawing/2014/main" id="{4846E089-5A9A-3EFA-319C-9310755F4D58}"/>
              </a:ext>
            </a:extLst>
          </p:cNvPr>
          <p:cNvSpPr/>
          <p:nvPr/>
        </p:nvSpPr>
        <p:spPr>
          <a:xfrm>
            <a:off x="9439200" y="1447200"/>
            <a:ext cx="180000" cy="180000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+</a:t>
            </a:r>
          </a:p>
        </p:txBody>
      </p:sp>
      <p:cxnSp>
        <p:nvCxnSpPr>
          <p:cNvPr id="215" name="Gerade Verbindung mit Pfeil 214">
            <a:extLst>
              <a:ext uri="{FF2B5EF4-FFF2-40B4-BE49-F238E27FC236}">
                <a16:creationId xmlns:a16="http://schemas.microsoft.com/office/drawing/2014/main" id="{BC595C80-ECF2-0258-8A81-1901EEE52C1A}"/>
              </a:ext>
            </a:extLst>
          </p:cNvPr>
          <p:cNvCxnSpPr>
            <a:cxnSpLocks/>
          </p:cNvCxnSpPr>
          <p:nvPr/>
        </p:nvCxnSpPr>
        <p:spPr>
          <a:xfrm flipH="1" flipV="1">
            <a:off x="9529200" y="1087200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Gerade Verbindung 216">
            <a:extLst>
              <a:ext uri="{FF2B5EF4-FFF2-40B4-BE49-F238E27FC236}">
                <a16:creationId xmlns:a16="http://schemas.microsoft.com/office/drawing/2014/main" id="{3EC0EE29-59D0-8A33-14D8-6750046CF913}"/>
              </a:ext>
            </a:extLst>
          </p:cNvPr>
          <p:cNvCxnSpPr/>
          <p:nvPr/>
        </p:nvCxnSpPr>
        <p:spPr>
          <a:xfrm flipH="1">
            <a:off x="1793174" y="4845600"/>
            <a:ext cx="270682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Gerade Verbindung 218">
            <a:extLst>
              <a:ext uri="{FF2B5EF4-FFF2-40B4-BE49-F238E27FC236}">
                <a16:creationId xmlns:a16="http://schemas.microsoft.com/office/drawing/2014/main" id="{2601C8CC-8A92-9080-B0B1-F1ABC4351FBB}"/>
              </a:ext>
            </a:extLst>
          </p:cNvPr>
          <p:cNvCxnSpPr/>
          <p:nvPr/>
        </p:nvCxnSpPr>
        <p:spPr>
          <a:xfrm flipV="1">
            <a:off x="1800000" y="1544400"/>
            <a:ext cx="0" cy="33013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Gerade Verbindung mit Pfeil 219">
            <a:extLst>
              <a:ext uri="{FF2B5EF4-FFF2-40B4-BE49-F238E27FC236}">
                <a16:creationId xmlns:a16="http://schemas.microsoft.com/office/drawing/2014/main" id="{9191333A-0BAE-021F-6736-1989235D45AE}"/>
              </a:ext>
            </a:extLst>
          </p:cNvPr>
          <p:cNvCxnSpPr>
            <a:cxnSpLocks/>
          </p:cNvCxnSpPr>
          <p:nvPr/>
        </p:nvCxnSpPr>
        <p:spPr>
          <a:xfrm>
            <a:off x="1802674" y="1536729"/>
            <a:ext cx="260239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Gerade Verbindung 220">
            <a:extLst>
              <a:ext uri="{FF2B5EF4-FFF2-40B4-BE49-F238E27FC236}">
                <a16:creationId xmlns:a16="http://schemas.microsoft.com/office/drawing/2014/main" id="{3180723E-1704-4F3D-C921-0C8901CB74AE}"/>
              </a:ext>
            </a:extLst>
          </p:cNvPr>
          <p:cNvCxnSpPr/>
          <p:nvPr/>
        </p:nvCxnSpPr>
        <p:spPr>
          <a:xfrm flipH="1">
            <a:off x="9529539" y="4845600"/>
            <a:ext cx="270682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Gerade Verbindung 221">
            <a:extLst>
              <a:ext uri="{FF2B5EF4-FFF2-40B4-BE49-F238E27FC236}">
                <a16:creationId xmlns:a16="http://schemas.microsoft.com/office/drawing/2014/main" id="{73833C9E-CD4C-3CCD-A1EF-C9F67FD930DA}"/>
              </a:ext>
            </a:extLst>
          </p:cNvPr>
          <p:cNvCxnSpPr/>
          <p:nvPr/>
        </p:nvCxnSpPr>
        <p:spPr>
          <a:xfrm flipV="1">
            <a:off x="12232800" y="1544400"/>
            <a:ext cx="0" cy="33013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Gerade Verbindung mit Pfeil 223">
            <a:extLst>
              <a:ext uri="{FF2B5EF4-FFF2-40B4-BE49-F238E27FC236}">
                <a16:creationId xmlns:a16="http://schemas.microsoft.com/office/drawing/2014/main" id="{1AF94911-709E-B613-DA65-C166D49B0A72}"/>
              </a:ext>
            </a:extLst>
          </p:cNvPr>
          <p:cNvCxnSpPr>
            <a:cxnSpLocks/>
            <a:endCxn id="214" idx="6"/>
          </p:cNvCxnSpPr>
          <p:nvPr/>
        </p:nvCxnSpPr>
        <p:spPr>
          <a:xfrm flipH="1" flipV="1">
            <a:off x="9619200" y="1537200"/>
            <a:ext cx="26242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2EB57330-86C8-9468-99F8-DC3A4DA64962}"/>
              </a:ext>
            </a:extLst>
          </p:cNvPr>
          <p:cNvSpPr txBox="1"/>
          <p:nvPr/>
        </p:nvSpPr>
        <p:spPr>
          <a:xfrm>
            <a:off x="8849235" y="10137600"/>
            <a:ext cx="3370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11920DE-2523-7805-69D2-0A018186E2CF}"/>
              </a:ext>
            </a:extLst>
          </p:cNvPr>
          <p:cNvSpPr txBox="1"/>
          <p:nvPr/>
        </p:nvSpPr>
        <p:spPr>
          <a:xfrm>
            <a:off x="6347576" y="10137600"/>
            <a:ext cx="3370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049C687-A422-6FE0-630A-4713FC9A4C06}"/>
              </a:ext>
            </a:extLst>
          </p:cNvPr>
          <p:cNvSpPr txBox="1"/>
          <p:nvPr/>
        </p:nvSpPr>
        <p:spPr>
          <a:xfrm>
            <a:off x="10159200" y="8383694"/>
            <a:ext cx="3370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BAE447A-ECDC-0E33-5A32-8537BA9453D7}"/>
              </a:ext>
            </a:extLst>
          </p:cNvPr>
          <p:cNvSpPr txBox="1"/>
          <p:nvPr/>
        </p:nvSpPr>
        <p:spPr>
          <a:xfrm>
            <a:off x="5079600" y="8383694"/>
            <a:ext cx="3370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2281AFA3-2F6F-59FF-7B8C-A84C157125CE}"/>
              </a:ext>
            </a:extLst>
          </p:cNvPr>
          <p:cNvSpPr txBox="1"/>
          <p:nvPr/>
        </p:nvSpPr>
        <p:spPr>
          <a:xfrm>
            <a:off x="10159200" y="5839200"/>
            <a:ext cx="3370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42C07B0B-6D7D-CDB9-72D5-F5FA15974ECF}"/>
              </a:ext>
            </a:extLst>
          </p:cNvPr>
          <p:cNvSpPr txBox="1"/>
          <p:nvPr/>
        </p:nvSpPr>
        <p:spPr>
          <a:xfrm>
            <a:off x="5079600" y="5839200"/>
            <a:ext cx="3370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A447FD70-0BAB-34C0-3B08-5C6BCB97CA00}"/>
              </a:ext>
            </a:extLst>
          </p:cNvPr>
          <p:cNvSpPr txBox="1"/>
          <p:nvPr/>
        </p:nvSpPr>
        <p:spPr>
          <a:xfrm>
            <a:off x="10158651" y="2349252"/>
            <a:ext cx="3370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A05B3246-AFA2-7446-4525-23489845070A}"/>
              </a:ext>
            </a:extLst>
          </p:cNvPr>
          <p:cNvSpPr txBox="1"/>
          <p:nvPr/>
        </p:nvSpPr>
        <p:spPr>
          <a:xfrm>
            <a:off x="5079051" y="2349252"/>
            <a:ext cx="3370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>
                <a:effectLst/>
                <a:latin typeface="Apple Color Emoji" pitchFamily="2" charset="0"/>
              </a:rPr>
              <a:t>🔥</a:t>
            </a:r>
          </a:p>
        </p:txBody>
      </p:sp>
    </p:spTree>
    <p:extLst>
      <p:ext uri="{BB962C8B-B14F-4D97-AF65-F5344CB8AC3E}">
        <p14:creationId xmlns:p14="http://schemas.microsoft.com/office/powerpoint/2010/main" val="28386416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224</Words>
  <Application>Microsoft Macintosh PowerPoint</Application>
  <PresentationFormat>Benutzerdefiniert</PresentationFormat>
  <Paragraphs>140</Paragraphs>
  <Slides>5</Slides>
  <Notes>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10" baseType="lpstr">
      <vt:lpstr>Apple Color Emoji</vt:lpstr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Sabine Hofmann-Heid</dc:creator>
  <cp:lastModifiedBy>Sabine Hofmann-Heid</cp:lastModifiedBy>
  <cp:revision>68</cp:revision>
  <dcterms:created xsi:type="dcterms:W3CDTF">2025-12-02T13:46:42Z</dcterms:created>
  <dcterms:modified xsi:type="dcterms:W3CDTF">2025-12-11T14:22:50Z</dcterms:modified>
</cp:coreProperties>
</file>