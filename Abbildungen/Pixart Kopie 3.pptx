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68" r:id="rId2"/>
  </p:sldIdLst>
  <p:sldSz cx="2159952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A4"/>
    <a:srgbClr val="D97D84"/>
    <a:srgbClr val="F2B9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43"/>
    <p:restoredTop sz="93469"/>
  </p:normalViewPr>
  <p:slideViewPr>
    <p:cSldViewPr snapToGrid="0">
      <p:cViewPr varScale="1">
        <p:scale>
          <a:sx n="58" d="100"/>
          <a:sy n="58" d="100"/>
        </p:scale>
        <p:origin x="264" y="2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67A7C-5EE8-E246-8DB3-90FEFD482A1D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5827713" y="1143000"/>
            <a:ext cx="18513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2076A-CD67-1C4F-A4BF-8CD2BB01EED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04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1928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3856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5783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7711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59639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1567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3494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5422" algn="l" defTabSz="863856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690DF-B087-A3BC-59AE-2B2E12780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7887E88-C356-7D30-2509-FC10A4470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5827713" y="1143000"/>
            <a:ext cx="18513426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CD458BC-286F-4575-E729-7B271B3B9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0295DD-0C8E-F886-BF5E-28453F588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888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589241"/>
            <a:ext cx="1619964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891070"/>
            <a:ext cx="16199644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790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61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897613"/>
            <a:ext cx="1862959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2409468"/>
            <a:ext cx="1862959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26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958453"/>
            <a:ext cx="9179798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958453"/>
            <a:ext cx="9179798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4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91691"/>
            <a:ext cx="18629590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882610"/>
            <a:ext cx="9137611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1315164"/>
            <a:ext cx="9137611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882610"/>
            <a:ext cx="9182611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1315164"/>
            <a:ext cx="9182611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51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95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038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240030"/>
            <a:ext cx="696640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518398"/>
            <a:ext cx="10934760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1080135"/>
            <a:ext cx="696640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801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240030"/>
            <a:ext cx="696640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518398"/>
            <a:ext cx="10934760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1080135"/>
            <a:ext cx="696640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32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72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191691"/>
            <a:ext cx="4657398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191691"/>
            <a:ext cx="13702199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57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91691"/>
            <a:ext cx="1862959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958453"/>
            <a:ext cx="1862959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337084"/>
            <a:ext cx="485989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4C0D9-76FE-0B45-8557-3E9D7B7ECFCA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337084"/>
            <a:ext cx="728984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337084"/>
            <a:ext cx="485989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703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5E916-7B9B-41A8-3E00-39EE37434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0921CC7-D1FB-D025-EF9D-474CAC131626}"/>
              </a:ext>
            </a:extLst>
          </p:cNvPr>
          <p:cNvGrpSpPr/>
          <p:nvPr/>
        </p:nvGrpSpPr>
        <p:grpSpPr>
          <a:xfrm>
            <a:off x="11144287" y="373812"/>
            <a:ext cx="10216016" cy="3247942"/>
            <a:chOff x="291592" y="346991"/>
            <a:chExt cx="10216016" cy="3247942"/>
          </a:xfrm>
        </p:grpSpPr>
        <p:sp>
          <p:nvSpPr>
            <p:cNvPr id="79" name="Abgerundetes Rechteck 78">
              <a:extLst>
                <a:ext uri="{FF2B5EF4-FFF2-40B4-BE49-F238E27FC236}">
                  <a16:creationId xmlns:a16="http://schemas.microsoft.com/office/drawing/2014/main" id="{665ECB68-3135-4809-9912-206661CF6199}"/>
                </a:ext>
              </a:extLst>
            </p:cNvPr>
            <p:cNvSpPr/>
            <p:nvPr/>
          </p:nvSpPr>
          <p:spPr>
            <a:xfrm>
              <a:off x="710463" y="346991"/>
              <a:ext cx="9622972" cy="1723264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E6FBD67E-3277-054F-43BF-3DEC6D35AF6D}"/>
                </a:ext>
              </a:extLst>
            </p:cNvPr>
            <p:cNvSpPr/>
            <p:nvPr/>
          </p:nvSpPr>
          <p:spPr>
            <a:xfrm>
              <a:off x="2124554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261B7CD8-DB09-40A5-3E63-1F0E3F82873A}"/>
                </a:ext>
              </a:extLst>
            </p:cNvPr>
            <p:cNvSpPr/>
            <p:nvPr/>
          </p:nvSpPr>
          <p:spPr>
            <a:xfrm>
              <a:off x="2436905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35F0A2EB-7BF1-433E-F4E1-F5D31B86AD36}"/>
                </a:ext>
              </a:extLst>
            </p:cNvPr>
            <p:cNvSpPr/>
            <p:nvPr/>
          </p:nvSpPr>
          <p:spPr>
            <a:xfrm>
              <a:off x="2749256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DBD9B414-750D-CEE6-ACF6-BBF33D9D12B6}"/>
                </a:ext>
              </a:extLst>
            </p:cNvPr>
            <p:cNvSpPr/>
            <p:nvPr/>
          </p:nvSpPr>
          <p:spPr>
            <a:xfrm>
              <a:off x="3061607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4" name="Rechteck 83">
              <a:extLst>
                <a:ext uri="{FF2B5EF4-FFF2-40B4-BE49-F238E27FC236}">
                  <a16:creationId xmlns:a16="http://schemas.microsoft.com/office/drawing/2014/main" id="{A7B4CBC4-24AD-8C1C-DD9C-262B8DE655CE}"/>
                </a:ext>
              </a:extLst>
            </p:cNvPr>
            <p:cNvSpPr/>
            <p:nvPr/>
          </p:nvSpPr>
          <p:spPr>
            <a:xfrm>
              <a:off x="3373958" y="679557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8</a:t>
              </a:r>
            </a:p>
          </p:txBody>
        </p: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92858862-5FB3-6BDE-FC1B-E3B0EDAF793A}"/>
                </a:ext>
              </a:extLst>
            </p:cNvPr>
            <p:cNvSpPr/>
            <p:nvPr/>
          </p:nvSpPr>
          <p:spPr>
            <a:xfrm>
              <a:off x="3686309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6" name="Rechteck 85">
              <a:extLst>
                <a:ext uri="{FF2B5EF4-FFF2-40B4-BE49-F238E27FC236}">
                  <a16:creationId xmlns:a16="http://schemas.microsoft.com/office/drawing/2014/main" id="{2EE20349-860A-5810-32D9-411BE768C9A3}"/>
                </a:ext>
              </a:extLst>
            </p:cNvPr>
            <p:cNvSpPr/>
            <p:nvPr/>
          </p:nvSpPr>
          <p:spPr>
            <a:xfrm>
              <a:off x="3998660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BDE6CB36-0A70-AA4A-FA90-0CBAAA46A166}"/>
                </a:ext>
              </a:extLst>
            </p:cNvPr>
            <p:cNvSpPr/>
            <p:nvPr/>
          </p:nvSpPr>
          <p:spPr>
            <a:xfrm>
              <a:off x="4311011" y="679557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19000"/>
                    </a:schemeClr>
                  </a:solidFill>
                </a:rPr>
                <a:t>11</a:t>
              </a:r>
            </a:p>
          </p:txBody>
        </p:sp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822B7B49-2FA9-303D-45ED-B206AC6D78E6}"/>
                </a:ext>
              </a:extLst>
            </p:cNvPr>
            <p:cNvSpPr/>
            <p:nvPr/>
          </p:nvSpPr>
          <p:spPr>
            <a:xfrm>
              <a:off x="4623362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190204A0-FD99-FF90-BA6B-D303CB073097}"/>
                </a:ext>
              </a:extLst>
            </p:cNvPr>
            <p:cNvSpPr/>
            <p:nvPr/>
          </p:nvSpPr>
          <p:spPr>
            <a:xfrm>
              <a:off x="4935713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90" name="Rechteck 89">
              <a:extLst>
                <a:ext uri="{FF2B5EF4-FFF2-40B4-BE49-F238E27FC236}">
                  <a16:creationId xmlns:a16="http://schemas.microsoft.com/office/drawing/2014/main" id="{0ECACEE2-225F-6D63-56C1-F3A86B84526B}"/>
                </a:ext>
              </a:extLst>
            </p:cNvPr>
            <p:cNvSpPr/>
            <p:nvPr/>
          </p:nvSpPr>
          <p:spPr>
            <a:xfrm>
              <a:off x="5248064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9E711553-CE5D-DF63-349C-05F844E76955}"/>
                </a:ext>
              </a:extLst>
            </p:cNvPr>
            <p:cNvSpPr/>
            <p:nvPr/>
          </p:nvSpPr>
          <p:spPr>
            <a:xfrm>
              <a:off x="5560415" y="679557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15</a:t>
              </a:r>
            </a:p>
          </p:txBody>
        </p:sp>
        <p:sp>
          <p:nvSpPr>
            <p:cNvPr id="92" name="Rechteck 91">
              <a:extLst>
                <a:ext uri="{FF2B5EF4-FFF2-40B4-BE49-F238E27FC236}">
                  <a16:creationId xmlns:a16="http://schemas.microsoft.com/office/drawing/2014/main" id="{71CBBAD6-6C6D-1464-BEC8-69BF70A87EFC}"/>
                </a:ext>
              </a:extLst>
            </p:cNvPr>
            <p:cNvSpPr/>
            <p:nvPr/>
          </p:nvSpPr>
          <p:spPr>
            <a:xfrm>
              <a:off x="5872766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60000"/>
                    </a:schemeClr>
                  </a:solidFill>
                </a:rPr>
                <a:t>16</a:t>
              </a: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70C1708E-5497-A3F1-94B1-8082A529E458}"/>
                </a:ext>
              </a:extLst>
            </p:cNvPr>
            <p:cNvSpPr/>
            <p:nvPr/>
          </p:nvSpPr>
          <p:spPr>
            <a:xfrm>
              <a:off x="6185117" y="679557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17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6BCD30B2-98A3-4D31-39D3-5514E5EAFDA6}"/>
                </a:ext>
              </a:extLst>
            </p:cNvPr>
            <p:cNvSpPr/>
            <p:nvPr/>
          </p:nvSpPr>
          <p:spPr>
            <a:xfrm>
              <a:off x="6497468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95" name="Rechteck 94">
              <a:extLst>
                <a:ext uri="{FF2B5EF4-FFF2-40B4-BE49-F238E27FC236}">
                  <a16:creationId xmlns:a16="http://schemas.microsoft.com/office/drawing/2014/main" id="{7D4967A1-4837-7609-6A81-9A018AC79ECB}"/>
                </a:ext>
              </a:extLst>
            </p:cNvPr>
            <p:cNvSpPr/>
            <p:nvPr/>
          </p:nvSpPr>
          <p:spPr>
            <a:xfrm>
              <a:off x="6809819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5AAAEFA-A1C1-AF7D-47CA-7DE6A7119B3A}"/>
                </a:ext>
              </a:extLst>
            </p:cNvPr>
            <p:cNvSpPr/>
            <p:nvPr/>
          </p:nvSpPr>
          <p:spPr>
            <a:xfrm>
              <a:off x="7122170" y="679557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20</a:t>
              </a:r>
            </a:p>
          </p:txBody>
        </p:sp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7CF29657-7787-B10D-4914-EADDCA021463}"/>
                </a:ext>
              </a:extLst>
            </p:cNvPr>
            <p:cNvSpPr/>
            <p:nvPr/>
          </p:nvSpPr>
          <p:spPr>
            <a:xfrm>
              <a:off x="7434521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98" name="Rechteck 97">
              <a:extLst>
                <a:ext uri="{FF2B5EF4-FFF2-40B4-BE49-F238E27FC236}">
                  <a16:creationId xmlns:a16="http://schemas.microsoft.com/office/drawing/2014/main" id="{43C37946-639F-8A44-90AD-040D20A887E5}"/>
                </a:ext>
              </a:extLst>
            </p:cNvPr>
            <p:cNvSpPr/>
            <p:nvPr/>
          </p:nvSpPr>
          <p:spPr>
            <a:xfrm>
              <a:off x="7746872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F8AA9C3C-C857-E66B-6703-F993E33D37CF}"/>
                </a:ext>
              </a:extLst>
            </p:cNvPr>
            <p:cNvSpPr/>
            <p:nvPr/>
          </p:nvSpPr>
          <p:spPr>
            <a:xfrm>
              <a:off x="8059223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100" name="Rechteck 99">
              <a:extLst>
                <a:ext uri="{FF2B5EF4-FFF2-40B4-BE49-F238E27FC236}">
                  <a16:creationId xmlns:a16="http://schemas.microsoft.com/office/drawing/2014/main" id="{032696AD-26EB-4AE6-FDC7-D643F4D53302}"/>
                </a:ext>
              </a:extLst>
            </p:cNvPr>
            <p:cNvSpPr/>
            <p:nvPr/>
          </p:nvSpPr>
          <p:spPr>
            <a:xfrm>
              <a:off x="8371574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482681AE-9CD6-4811-8C02-40B8B3432911}"/>
                </a:ext>
              </a:extLst>
            </p:cNvPr>
            <p:cNvSpPr/>
            <p:nvPr/>
          </p:nvSpPr>
          <p:spPr>
            <a:xfrm>
              <a:off x="8683925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25</a:t>
              </a:r>
            </a:p>
          </p:txBody>
        </p:sp>
        <p:sp>
          <p:nvSpPr>
            <p:cNvPr id="102" name="Rechteck 101">
              <a:extLst>
                <a:ext uri="{FF2B5EF4-FFF2-40B4-BE49-F238E27FC236}">
                  <a16:creationId xmlns:a16="http://schemas.microsoft.com/office/drawing/2014/main" id="{94BC8F86-8A56-48C0-BAD9-5BF7D6320904}"/>
                </a:ext>
              </a:extLst>
            </p:cNvPr>
            <p:cNvSpPr/>
            <p:nvPr/>
          </p:nvSpPr>
          <p:spPr>
            <a:xfrm>
              <a:off x="1187501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3" name="Rechteck 102">
              <a:extLst>
                <a:ext uri="{FF2B5EF4-FFF2-40B4-BE49-F238E27FC236}">
                  <a16:creationId xmlns:a16="http://schemas.microsoft.com/office/drawing/2014/main" id="{18C5D9F4-C29C-9B89-0040-A2388E1E76A6}"/>
                </a:ext>
              </a:extLst>
            </p:cNvPr>
            <p:cNvSpPr/>
            <p:nvPr/>
          </p:nvSpPr>
          <p:spPr>
            <a:xfrm>
              <a:off x="1499852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4" name="Rechteck 103">
              <a:extLst>
                <a:ext uri="{FF2B5EF4-FFF2-40B4-BE49-F238E27FC236}">
                  <a16:creationId xmlns:a16="http://schemas.microsoft.com/office/drawing/2014/main" id="{4D7D5B1B-09D6-938C-A4F3-198388CFDE6A}"/>
                </a:ext>
              </a:extLst>
            </p:cNvPr>
            <p:cNvSpPr/>
            <p:nvPr/>
          </p:nvSpPr>
          <p:spPr>
            <a:xfrm>
              <a:off x="1812203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5" name="Rechteck 104">
              <a:extLst>
                <a:ext uri="{FF2B5EF4-FFF2-40B4-BE49-F238E27FC236}">
                  <a16:creationId xmlns:a16="http://schemas.microsoft.com/office/drawing/2014/main" id="{C750402F-11A4-6184-1B6C-5941C76BFF86}"/>
                </a:ext>
              </a:extLst>
            </p:cNvPr>
            <p:cNvSpPr/>
            <p:nvPr/>
          </p:nvSpPr>
          <p:spPr>
            <a:xfrm>
              <a:off x="8996276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26</a:t>
              </a:r>
            </a:p>
          </p:txBody>
        </p:sp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FBA5FF6E-B50B-56A8-4905-A2F7A1CD9875}"/>
                </a:ext>
              </a:extLst>
            </p:cNvPr>
            <p:cNvSpPr/>
            <p:nvPr/>
          </p:nvSpPr>
          <p:spPr>
            <a:xfrm>
              <a:off x="9308627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27</a:t>
              </a:r>
            </a:p>
          </p:txBody>
        </p:sp>
        <p:sp>
          <p:nvSpPr>
            <p:cNvPr id="107" name="Rechteck 106">
              <a:extLst>
                <a:ext uri="{FF2B5EF4-FFF2-40B4-BE49-F238E27FC236}">
                  <a16:creationId xmlns:a16="http://schemas.microsoft.com/office/drawing/2014/main" id="{C0893E0F-7DC3-305E-3020-9F34836BD468}"/>
                </a:ext>
              </a:extLst>
            </p:cNvPr>
            <p:cNvSpPr/>
            <p:nvPr/>
          </p:nvSpPr>
          <p:spPr>
            <a:xfrm>
              <a:off x="9620983" y="679557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28</a:t>
              </a:r>
            </a:p>
          </p:txBody>
        </p:sp>
        <p:cxnSp>
          <p:nvCxnSpPr>
            <p:cNvPr id="108" name="Gerade Verbindung mit Pfeil 107">
              <a:extLst>
                <a:ext uri="{FF2B5EF4-FFF2-40B4-BE49-F238E27FC236}">
                  <a16:creationId xmlns:a16="http://schemas.microsoft.com/office/drawing/2014/main" id="{75C08530-47CA-EF79-118A-2337C76A8723}"/>
                </a:ext>
              </a:extLst>
            </p:cNvPr>
            <p:cNvCxnSpPr>
              <a:cxnSpLocks/>
              <a:endCxn id="102" idx="1"/>
            </p:cNvCxnSpPr>
            <p:nvPr/>
          </p:nvCxnSpPr>
          <p:spPr>
            <a:xfrm>
              <a:off x="291592" y="1168072"/>
              <a:ext cx="895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 Verbindung mit Pfeil 108">
              <a:extLst>
                <a:ext uri="{FF2B5EF4-FFF2-40B4-BE49-F238E27FC236}">
                  <a16:creationId xmlns:a16="http://schemas.microsoft.com/office/drawing/2014/main" id="{EE77CCA9-6833-AAE0-4702-F648D93797E7}"/>
                </a:ext>
              </a:extLst>
            </p:cNvPr>
            <p:cNvCxnSpPr>
              <a:endCxn id="103" idx="1"/>
            </p:cNvCxnSpPr>
            <p:nvPr/>
          </p:nvCxnSpPr>
          <p:spPr>
            <a:xfrm>
              <a:off x="1366581" y="1168072"/>
              <a:ext cx="1332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 Verbindung mit Pfeil 109">
              <a:extLst>
                <a:ext uri="{FF2B5EF4-FFF2-40B4-BE49-F238E27FC236}">
                  <a16:creationId xmlns:a16="http://schemas.microsoft.com/office/drawing/2014/main" id="{5A31133C-8767-C033-E65D-E21EB4A265A2}"/>
                </a:ext>
              </a:extLst>
            </p:cNvPr>
            <p:cNvCxnSpPr>
              <a:stCxn id="103" idx="3"/>
              <a:endCxn id="104" idx="1"/>
            </p:cNvCxnSpPr>
            <p:nvPr/>
          </p:nvCxnSpPr>
          <p:spPr>
            <a:xfrm>
              <a:off x="1662692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mit Pfeil 110">
              <a:extLst>
                <a:ext uri="{FF2B5EF4-FFF2-40B4-BE49-F238E27FC236}">
                  <a16:creationId xmlns:a16="http://schemas.microsoft.com/office/drawing/2014/main" id="{9A3F1F1C-FB9F-DE1F-FBEB-50BE5F2CA75B}"/>
                </a:ext>
              </a:extLst>
            </p:cNvPr>
            <p:cNvCxnSpPr>
              <a:endCxn id="80" idx="1"/>
            </p:cNvCxnSpPr>
            <p:nvPr/>
          </p:nvCxnSpPr>
          <p:spPr>
            <a:xfrm>
              <a:off x="1975043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mit Pfeil 111">
              <a:extLst>
                <a:ext uri="{FF2B5EF4-FFF2-40B4-BE49-F238E27FC236}">
                  <a16:creationId xmlns:a16="http://schemas.microsoft.com/office/drawing/2014/main" id="{2239C890-7581-1F65-0488-510D00415B03}"/>
                </a:ext>
              </a:extLst>
            </p:cNvPr>
            <p:cNvCxnSpPr>
              <a:endCxn id="81" idx="1"/>
            </p:cNvCxnSpPr>
            <p:nvPr/>
          </p:nvCxnSpPr>
          <p:spPr>
            <a:xfrm>
              <a:off x="2287394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294716C9-1A0C-7EDC-68AC-4FAA011033F4}"/>
                </a:ext>
              </a:extLst>
            </p:cNvPr>
            <p:cNvCxnSpPr>
              <a:stCxn id="81" idx="3"/>
              <a:endCxn id="82" idx="1"/>
            </p:cNvCxnSpPr>
            <p:nvPr/>
          </p:nvCxnSpPr>
          <p:spPr>
            <a:xfrm>
              <a:off x="2599745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Gerade Verbindung mit Pfeil 113">
              <a:extLst>
                <a:ext uri="{FF2B5EF4-FFF2-40B4-BE49-F238E27FC236}">
                  <a16:creationId xmlns:a16="http://schemas.microsoft.com/office/drawing/2014/main" id="{A2813A30-55E2-E4BC-B3B7-54637AFDC5F7}"/>
                </a:ext>
              </a:extLst>
            </p:cNvPr>
            <p:cNvCxnSpPr>
              <a:cxnSpLocks/>
              <a:endCxn id="83" idx="1"/>
            </p:cNvCxnSpPr>
            <p:nvPr/>
          </p:nvCxnSpPr>
          <p:spPr>
            <a:xfrm>
              <a:off x="2923982" y="1168072"/>
              <a:ext cx="1376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 Verbindung mit Pfeil 114">
              <a:extLst>
                <a:ext uri="{FF2B5EF4-FFF2-40B4-BE49-F238E27FC236}">
                  <a16:creationId xmlns:a16="http://schemas.microsoft.com/office/drawing/2014/main" id="{E457D007-457E-397A-EEB7-403BCB14A14F}"/>
                </a:ext>
              </a:extLst>
            </p:cNvPr>
            <p:cNvCxnSpPr>
              <a:cxnSpLocks/>
              <a:stCxn id="83" idx="3"/>
              <a:endCxn id="84" idx="1"/>
            </p:cNvCxnSpPr>
            <p:nvPr/>
          </p:nvCxnSpPr>
          <p:spPr>
            <a:xfrm>
              <a:off x="3224447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 Verbindung mit Pfeil 115">
              <a:extLst>
                <a:ext uri="{FF2B5EF4-FFF2-40B4-BE49-F238E27FC236}">
                  <a16:creationId xmlns:a16="http://schemas.microsoft.com/office/drawing/2014/main" id="{65F52AD4-27EA-EB58-5F35-3A9DBEABF32B}"/>
                </a:ext>
              </a:extLst>
            </p:cNvPr>
            <p:cNvCxnSpPr>
              <a:stCxn id="85" idx="3"/>
              <a:endCxn id="86" idx="1"/>
            </p:cNvCxnSpPr>
            <p:nvPr/>
          </p:nvCxnSpPr>
          <p:spPr>
            <a:xfrm>
              <a:off x="3849149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 Verbindung mit Pfeil 116">
              <a:extLst>
                <a:ext uri="{FF2B5EF4-FFF2-40B4-BE49-F238E27FC236}">
                  <a16:creationId xmlns:a16="http://schemas.microsoft.com/office/drawing/2014/main" id="{B6CA9414-1CC0-E1F6-7700-AE15F1D968AE}"/>
                </a:ext>
              </a:extLst>
            </p:cNvPr>
            <p:cNvCxnSpPr>
              <a:cxnSpLocks/>
              <a:stCxn id="86" idx="3"/>
              <a:endCxn id="87" idx="1"/>
            </p:cNvCxnSpPr>
            <p:nvPr/>
          </p:nvCxnSpPr>
          <p:spPr>
            <a:xfrm>
              <a:off x="4161500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 Verbindung mit Pfeil 117">
              <a:extLst>
                <a:ext uri="{FF2B5EF4-FFF2-40B4-BE49-F238E27FC236}">
                  <a16:creationId xmlns:a16="http://schemas.microsoft.com/office/drawing/2014/main" id="{26E93E25-B0B2-D58E-A1F4-A0388AE03B04}"/>
                </a:ext>
              </a:extLst>
            </p:cNvPr>
            <p:cNvCxnSpPr>
              <a:stCxn id="88" idx="3"/>
              <a:endCxn id="89" idx="1"/>
            </p:cNvCxnSpPr>
            <p:nvPr/>
          </p:nvCxnSpPr>
          <p:spPr>
            <a:xfrm>
              <a:off x="4786202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35ECD02C-819B-9CDD-AE71-7154DB3DC377}"/>
                </a:ext>
              </a:extLst>
            </p:cNvPr>
            <p:cNvCxnSpPr>
              <a:stCxn id="89" idx="3"/>
              <a:endCxn id="90" idx="1"/>
            </p:cNvCxnSpPr>
            <p:nvPr/>
          </p:nvCxnSpPr>
          <p:spPr>
            <a:xfrm>
              <a:off x="5098553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Gerade Verbindung mit Pfeil 119">
              <a:extLst>
                <a:ext uri="{FF2B5EF4-FFF2-40B4-BE49-F238E27FC236}">
                  <a16:creationId xmlns:a16="http://schemas.microsoft.com/office/drawing/2014/main" id="{7FF15441-3F32-8F98-F74D-4FE672D5A971}"/>
                </a:ext>
              </a:extLst>
            </p:cNvPr>
            <p:cNvCxnSpPr>
              <a:cxnSpLocks/>
              <a:stCxn id="90" idx="3"/>
              <a:endCxn id="91" idx="1"/>
            </p:cNvCxnSpPr>
            <p:nvPr/>
          </p:nvCxnSpPr>
          <p:spPr>
            <a:xfrm>
              <a:off x="5410904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68116BBE-A638-2287-FE82-EA39F37E4C69}"/>
                </a:ext>
              </a:extLst>
            </p:cNvPr>
            <p:cNvCxnSpPr>
              <a:stCxn id="94" idx="3"/>
              <a:endCxn id="95" idx="1"/>
            </p:cNvCxnSpPr>
            <p:nvPr/>
          </p:nvCxnSpPr>
          <p:spPr>
            <a:xfrm>
              <a:off x="6660308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Gerade Verbindung mit Pfeil 121">
              <a:extLst>
                <a:ext uri="{FF2B5EF4-FFF2-40B4-BE49-F238E27FC236}">
                  <a16:creationId xmlns:a16="http://schemas.microsoft.com/office/drawing/2014/main" id="{2BAFB4B3-32D7-342E-65C1-4E475F656B5B}"/>
                </a:ext>
              </a:extLst>
            </p:cNvPr>
            <p:cNvCxnSpPr>
              <a:cxnSpLocks/>
              <a:stCxn id="95" idx="3"/>
              <a:endCxn id="96" idx="1"/>
            </p:cNvCxnSpPr>
            <p:nvPr/>
          </p:nvCxnSpPr>
          <p:spPr>
            <a:xfrm>
              <a:off x="6972659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 Verbindung mit Pfeil 122">
              <a:extLst>
                <a:ext uri="{FF2B5EF4-FFF2-40B4-BE49-F238E27FC236}">
                  <a16:creationId xmlns:a16="http://schemas.microsoft.com/office/drawing/2014/main" id="{BD817F91-8F72-C54B-E37B-4102983BE0D8}"/>
                </a:ext>
              </a:extLst>
            </p:cNvPr>
            <p:cNvCxnSpPr>
              <a:stCxn id="97" idx="3"/>
              <a:endCxn id="98" idx="1"/>
            </p:cNvCxnSpPr>
            <p:nvPr/>
          </p:nvCxnSpPr>
          <p:spPr>
            <a:xfrm>
              <a:off x="7597361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Gerade Verbindung mit Pfeil 123">
              <a:extLst>
                <a:ext uri="{FF2B5EF4-FFF2-40B4-BE49-F238E27FC236}">
                  <a16:creationId xmlns:a16="http://schemas.microsoft.com/office/drawing/2014/main" id="{68E0C6DA-D14D-0CCF-EDB5-DA525EA72E36}"/>
                </a:ext>
              </a:extLst>
            </p:cNvPr>
            <p:cNvCxnSpPr>
              <a:stCxn id="98" idx="3"/>
              <a:endCxn id="99" idx="1"/>
            </p:cNvCxnSpPr>
            <p:nvPr/>
          </p:nvCxnSpPr>
          <p:spPr>
            <a:xfrm>
              <a:off x="7909712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D92B5181-0F9D-7925-641D-E0BB4CDF7D92}"/>
                </a:ext>
              </a:extLst>
            </p:cNvPr>
            <p:cNvCxnSpPr>
              <a:stCxn id="99" idx="3"/>
              <a:endCxn id="100" idx="1"/>
            </p:cNvCxnSpPr>
            <p:nvPr/>
          </p:nvCxnSpPr>
          <p:spPr>
            <a:xfrm>
              <a:off x="8222063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Gerade Verbindung mit Pfeil 125">
              <a:extLst>
                <a:ext uri="{FF2B5EF4-FFF2-40B4-BE49-F238E27FC236}">
                  <a16:creationId xmlns:a16="http://schemas.microsoft.com/office/drawing/2014/main" id="{F58392ED-2E52-36FA-B152-174235E0646A}"/>
                </a:ext>
              </a:extLst>
            </p:cNvPr>
            <p:cNvCxnSpPr>
              <a:stCxn id="100" idx="3"/>
              <a:endCxn id="101" idx="1"/>
            </p:cNvCxnSpPr>
            <p:nvPr/>
          </p:nvCxnSpPr>
          <p:spPr>
            <a:xfrm>
              <a:off x="8534414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mit Pfeil 126">
              <a:extLst>
                <a:ext uri="{FF2B5EF4-FFF2-40B4-BE49-F238E27FC236}">
                  <a16:creationId xmlns:a16="http://schemas.microsoft.com/office/drawing/2014/main" id="{EFB5E3DA-E686-0B48-CC01-14E1B7E7C528}"/>
                </a:ext>
              </a:extLst>
            </p:cNvPr>
            <p:cNvCxnSpPr>
              <a:stCxn id="101" idx="3"/>
              <a:endCxn id="105" idx="1"/>
            </p:cNvCxnSpPr>
            <p:nvPr/>
          </p:nvCxnSpPr>
          <p:spPr>
            <a:xfrm>
              <a:off x="8846765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 Verbindung mit Pfeil 127">
              <a:extLst>
                <a:ext uri="{FF2B5EF4-FFF2-40B4-BE49-F238E27FC236}">
                  <a16:creationId xmlns:a16="http://schemas.microsoft.com/office/drawing/2014/main" id="{BA47AC12-8226-D5D7-8367-572778686A3B}"/>
                </a:ext>
              </a:extLst>
            </p:cNvPr>
            <p:cNvCxnSpPr>
              <a:stCxn id="105" idx="3"/>
              <a:endCxn id="106" idx="1"/>
            </p:cNvCxnSpPr>
            <p:nvPr/>
          </p:nvCxnSpPr>
          <p:spPr>
            <a:xfrm>
              <a:off x="9159116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Gerade Verbindung mit Pfeil 128">
              <a:extLst>
                <a:ext uri="{FF2B5EF4-FFF2-40B4-BE49-F238E27FC236}">
                  <a16:creationId xmlns:a16="http://schemas.microsoft.com/office/drawing/2014/main" id="{F7FE3DEE-722F-E8A3-182D-90F0F87B36B4}"/>
                </a:ext>
              </a:extLst>
            </p:cNvPr>
            <p:cNvCxnSpPr>
              <a:stCxn id="106" idx="3"/>
              <a:endCxn id="107" idx="1"/>
            </p:cNvCxnSpPr>
            <p:nvPr/>
          </p:nvCxnSpPr>
          <p:spPr>
            <a:xfrm>
              <a:off x="9471465" y="1168072"/>
              <a:ext cx="1495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 Verbindung mit Pfeil 129">
              <a:extLst>
                <a:ext uri="{FF2B5EF4-FFF2-40B4-BE49-F238E27FC236}">
                  <a16:creationId xmlns:a16="http://schemas.microsoft.com/office/drawing/2014/main" id="{27AF8370-9525-AF6E-8FDB-C3CA358BD818}"/>
                </a:ext>
              </a:extLst>
            </p:cNvPr>
            <p:cNvCxnSpPr>
              <a:stCxn id="107" idx="3"/>
            </p:cNvCxnSpPr>
            <p:nvPr/>
          </p:nvCxnSpPr>
          <p:spPr>
            <a:xfrm>
              <a:off x="9783823" y="1168072"/>
              <a:ext cx="7237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Gerade Verbindung mit Pfeil 132">
              <a:extLst>
                <a:ext uri="{FF2B5EF4-FFF2-40B4-BE49-F238E27FC236}">
                  <a16:creationId xmlns:a16="http://schemas.microsoft.com/office/drawing/2014/main" id="{BA88AE2B-7C43-CD41-CAAB-28E6DFC5253F}"/>
                </a:ext>
              </a:extLst>
            </p:cNvPr>
            <p:cNvCxnSpPr>
              <a:stCxn id="84" idx="3"/>
              <a:endCxn id="85" idx="1"/>
            </p:cNvCxnSpPr>
            <p:nvPr/>
          </p:nvCxnSpPr>
          <p:spPr>
            <a:xfrm>
              <a:off x="3536798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2661C11D-547B-6867-B736-AF263FAE7C1F}"/>
                </a:ext>
              </a:extLst>
            </p:cNvPr>
            <p:cNvCxnSpPr>
              <a:stCxn id="87" idx="3"/>
              <a:endCxn id="88" idx="1"/>
            </p:cNvCxnSpPr>
            <p:nvPr/>
          </p:nvCxnSpPr>
          <p:spPr>
            <a:xfrm>
              <a:off x="4473851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Gerade Verbindung mit Pfeil 140">
              <a:extLst>
                <a:ext uri="{FF2B5EF4-FFF2-40B4-BE49-F238E27FC236}">
                  <a16:creationId xmlns:a16="http://schemas.microsoft.com/office/drawing/2014/main" id="{24FF1B61-AE3E-3F12-F9D4-403DE811ABEB}"/>
                </a:ext>
              </a:extLst>
            </p:cNvPr>
            <p:cNvCxnSpPr>
              <a:cxnSpLocks/>
              <a:stCxn id="91" idx="3"/>
              <a:endCxn id="92" idx="1"/>
            </p:cNvCxnSpPr>
            <p:nvPr/>
          </p:nvCxnSpPr>
          <p:spPr>
            <a:xfrm>
              <a:off x="5723255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Gerade Verbindung mit Pfeil 143">
              <a:extLst>
                <a:ext uri="{FF2B5EF4-FFF2-40B4-BE49-F238E27FC236}">
                  <a16:creationId xmlns:a16="http://schemas.microsoft.com/office/drawing/2014/main" id="{AA018E0E-991A-F539-6766-3970C18873D7}"/>
                </a:ext>
              </a:extLst>
            </p:cNvPr>
            <p:cNvCxnSpPr>
              <a:stCxn id="92" idx="3"/>
              <a:endCxn id="93" idx="1"/>
            </p:cNvCxnSpPr>
            <p:nvPr/>
          </p:nvCxnSpPr>
          <p:spPr>
            <a:xfrm>
              <a:off x="6035606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Gerade Verbindung mit Pfeil 145">
              <a:extLst>
                <a:ext uri="{FF2B5EF4-FFF2-40B4-BE49-F238E27FC236}">
                  <a16:creationId xmlns:a16="http://schemas.microsoft.com/office/drawing/2014/main" id="{01C94663-410F-CF26-BA12-6619318D7A2F}"/>
                </a:ext>
              </a:extLst>
            </p:cNvPr>
            <p:cNvCxnSpPr>
              <a:stCxn id="93" idx="3"/>
              <a:endCxn id="94" idx="1"/>
            </p:cNvCxnSpPr>
            <p:nvPr/>
          </p:nvCxnSpPr>
          <p:spPr>
            <a:xfrm>
              <a:off x="6347957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erade Verbindung mit Pfeil 148">
              <a:extLst>
                <a:ext uri="{FF2B5EF4-FFF2-40B4-BE49-F238E27FC236}">
                  <a16:creationId xmlns:a16="http://schemas.microsoft.com/office/drawing/2014/main" id="{801E3A3A-B49B-7E55-B5F2-F8BB2C816F84}"/>
                </a:ext>
              </a:extLst>
            </p:cNvPr>
            <p:cNvCxnSpPr>
              <a:stCxn id="96" idx="3"/>
              <a:endCxn id="97" idx="1"/>
            </p:cNvCxnSpPr>
            <p:nvPr/>
          </p:nvCxnSpPr>
          <p:spPr>
            <a:xfrm>
              <a:off x="7285010" y="1168072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Rechteck 152">
              <a:extLst>
                <a:ext uri="{FF2B5EF4-FFF2-40B4-BE49-F238E27FC236}">
                  <a16:creationId xmlns:a16="http://schemas.microsoft.com/office/drawing/2014/main" id="{25279444-2557-1168-7180-D8B412A5AE8B}"/>
                </a:ext>
              </a:extLst>
            </p:cNvPr>
            <p:cNvSpPr/>
            <p:nvPr/>
          </p:nvSpPr>
          <p:spPr>
            <a:xfrm>
              <a:off x="986340" y="2244069"/>
              <a:ext cx="162838" cy="9770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alpha val="6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i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Textfeld 153">
                  <a:extLst>
                    <a:ext uri="{FF2B5EF4-FFF2-40B4-BE49-F238E27FC236}">
                      <a16:creationId xmlns:a16="http://schemas.microsoft.com/office/drawing/2014/main" id="{D6CE2C9D-9835-17F4-2DA5-118F3CCA7D7F}"/>
                    </a:ext>
                  </a:extLst>
                </p:cNvPr>
                <p:cNvSpPr txBox="1"/>
                <p:nvPr/>
              </p:nvSpPr>
              <p:spPr>
                <a:xfrm>
                  <a:off x="410688" y="3256379"/>
                  <a:ext cx="247272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600" dirty="0"/>
                    <a:t>SVD compressed block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GB" sz="1600" dirty="0"/>
                </a:p>
              </p:txBody>
            </p:sp>
          </mc:Choice>
          <mc:Fallback>
            <p:sp>
              <p:nvSpPr>
                <p:cNvPr id="154" name="Textfeld 153">
                  <a:extLst>
                    <a:ext uri="{FF2B5EF4-FFF2-40B4-BE49-F238E27FC236}">
                      <a16:creationId xmlns:a16="http://schemas.microsoft.com/office/drawing/2014/main" id="{D6CE2C9D-9835-17F4-2DA5-118F3CCA7D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688" y="3256379"/>
                  <a:ext cx="2472728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538" t="-3571" b="-178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747CED59-891F-5232-7D48-2DE1236F8199}"/>
              </a:ext>
            </a:extLst>
          </p:cNvPr>
          <p:cNvGrpSpPr/>
          <p:nvPr/>
        </p:nvGrpSpPr>
        <p:grpSpPr>
          <a:xfrm>
            <a:off x="152032" y="373812"/>
            <a:ext cx="10216016" cy="3247942"/>
            <a:chOff x="2217650" y="4812363"/>
            <a:chExt cx="10216016" cy="3247942"/>
          </a:xfrm>
        </p:grpSpPr>
        <p:sp>
          <p:nvSpPr>
            <p:cNvPr id="57" name="Abgerundetes Rechteck 56">
              <a:extLst>
                <a:ext uri="{FF2B5EF4-FFF2-40B4-BE49-F238E27FC236}">
                  <a16:creationId xmlns:a16="http://schemas.microsoft.com/office/drawing/2014/main" id="{EE668B9E-BAFF-B369-FDC8-DF11F729BD9A}"/>
                </a:ext>
              </a:extLst>
            </p:cNvPr>
            <p:cNvSpPr/>
            <p:nvPr/>
          </p:nvSpPr>
          <p:spPr>
            <a:xfrm>
              <a:off x="2636523" y="4812363"/>
              <a:ext cx="9622972" cy="1723264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B5E5ABB9-11A4-B4A6-86F5-D06B94CEB9F4}"/>
                </a:ext>
              </a:extLst>
            </p:cNvPr>
            <p:cNvSpPr/>
            <p:nvPr/>
          </p:nvSpPr>
          <p:spPr>
            <a:xfrm>
              <a:off x="4050614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2D7DF387-F6E5-B9A9-3F85-F7B87A28DAB8}"/>
                </a:ext>
              </a:extLst>
            </p:cNvPr>
            <p:cNvSpPr/>
            <p:nvPr/>
          </p:nvSpPr>
          <p:spPr>
            <a:xfrm>
              <a:off x="4362965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75F905AE-F881-D96F-7D48-D3AE6DFF5A0A}"/>
                </a:ext>
              </a:extLst>
            </p:cNvPr>
            <p:cNvSpPr/>
            <p:nvPr/>
          </p:nvSpPr>
          <p:spPr>
            <a:xfrm>
              <a:off x="4675316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1FF0E9D4-4670-1089-5796-792BBAA55D1B}"/>
                </a:ext>
              </a:extLst>
            </p:cNvPr>
            <p:cNvSpPr/>
            <p:nvPr/>
          </p:nvSpPr>
          <p:spPr>
            <a:xfrm>
              <a:off x="4987667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140F9443-82C2-1FB3-8AB0-0B4A6F8140CF}"/>
                </a:ext>
              </a:extLst>
            </p:cNvPr>
            <p:cNvSpPr/>
            <p:nvPr/>
          </p:nvSpPr>
          <p:spPr>
            <a:xfrm>
              <a:off x="5300018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solidFill>
                <a:schemeClr val="bg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8</a:t>
              </a:r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F9E245EB-84B7-21F9-8828-95DE0124E07B}"/>
                </a:ext>
              </a:extLst>
            </p:cNvPr>
            <p:cNvSpPr/>
            <p:nvPr/>
          </p:nvSpPr>
          <p:spPr>
            <a:xfrm>
              <a:off x="5612369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3BA1FEDD-44CF-95D8-94CF-411E62891F27}"/>
                </a:ext>
              </a:extLst>
            </p:cNvPr>
            <p:cNvSpPr/>
            <p:nvPr/>
          </p:nvSpPr>
          <p:spPr>
            <a:xfrm>
              <a:off x="5924720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D2A3803F-98AF-9225-A6B1-82505B490FEB}"/>
                </a:ext>
              </a:extLst>
            </p:cNvPr>
            <p:cNvSpPr/>
            <p:nvPr/>
          </p:nvSpPr>
          <p:spPr>
            <a:xfrm>
              <a:off x="6237071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solidFill>
                <a:schemeClr val="bg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19000"/>
                    </a:schemeClr>
                  </a:solidFill>
                </a:rPr>
                <a:t>11</a:t>
              </a:r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2713EF0F-E78D-E3EE-AC4B-69EF9D492F26}"/>
                </a:ext>
              </a:extLst>
            </p:cNvPr>
            <p:cNvSpPr/>
            <p:nvPr/>
          </p:nvSpPr>
          <p:spPr>
            <a:xfrm>
              <a:off x="6549422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4A77A53F-7A78-E05A-4385-B38A8D221779}"/>
                </a:ext>
              </a:extLst>
            </p:cNvPr>
            <p:cNvSpPr/>
            <p:nvPr/>
          </p:nvSpPr>
          <p:spPr>
            <a:xfrm>
              <a:off x="6861773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BC0C9A2E-C252-30D8-1822-88AB2942D470}"/>
                </a:ext>
              </a:extLst>
            </p:cNvPr>
            <p:cNvSpPr/>
            <p:nvPr/>
          </p:nvSpPr>
          <p:spPr>
            <a:xfrm>
              <a:off x="7174124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EFA09A6B-482D-EAF3-C438-70B27CF2492A}"/>
                </a:ext>
              </a:extLst>
            </p:cNvPr>
            <p:cNvSpPr/>
            <p:nvPr/>
          </p:nvSpPr>
          <p:spPr>
            <a:xfrm>
              <a:off x="7486475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solidFill>
                <a:schemeClr val="bg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15</a:t>
              </a:r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4C6C4E07-95F9-9B3D-6281-8D8EC3676F09}"/>
                </a:ext>
              </a:extLst>
            </p:cNvPr>
            <p:cNvSpPr/>
            <p:nvPr/>
          </p:nvSpPr>
          <p:spPr>
            <a:xfrm>
              <a:off x="7798826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60000"/>
                    </a:schemeClr>
                  </a:solidFill>
                </a:rPr>
                <a:t>16</a:t>
              </a: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A4365ECE-C179-6E2F-8344-F8844495D6B2}"/>
                </a:ext>
              </a:extLst>
            </p:cNvPr>
            <p:cNvSpPr/>
            <p:nvPr/>
          </p:nvSpPr>
          <p:spPr>
            <a:xfrm>
              <a:off x="8111177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solidFill>
                <a:schemeClr val="bg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17</a:t>
              </a:r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4105D56F-D152-F722-4443-EE594D2E5316}"/>
                </a:ext>
              </a:extLst>
            </p:cNvPr>
            <p:cNvSpPr/>
            <p:nvPr/>
          </p:nvSpPr>
          <p:spPr>
            <a:xfrm>
              <a:off x="8423528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58C61EC9-3C24-235D-F2BA-D7CB337BD5EC}"/>
                </a:ext>
              </a:extLst>
            </p:cNvPr>
            <p:cNvSpPr/>
            <p:nvPr/>
          </p:nvSpPr>
          <p:spPr>
            <a:xfrm>
              <a:off x="8735879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19</a:t>
              </a: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DD9D6815-D938-5D69-1A71-652106EA060C}"/>
                </a:ext>
              </a:extLst>
            </p:cNvPr>
            <p:cNvSpPr/>
            <p:nvPr/>
          </p:nvSpPr>
          <p:spPr>
            <a:xfrm>
              <a:off x="9048230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solidFill>
                <a:schemeClr val="bg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20</a:t>
              </a: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3E912BE-0222-542A-14E1-205071FCB968}"/>
                </a:ext>
              </a:extLst>
            </p:cNvPr>
            <p:cNvSpPr/>
            <p:nvPr/>
          </p:nvSpPr>
          <p:spPr>
            <a:xfrm>
              <a:off x="9360581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21</a:t>
              </a:r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9BAB2964-666F-525C-DEDF-7C3EB9DEB573}"/>
                </a:ext>
              </a:extLst>
            </p:cNvPr>
            <p:cNvSpPr/>
            <p:nvPr/>
          </p:nvSpPr>
          <p:spPr>
            <a:xfrm>
              <a:off x="9672932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22</a:t>
              </a:r>
            </a:p>
          </p:txBody>
        </p:sp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AC947FCA-D530-0716-5EC2-3E95568E53D9}"/>
                </a:ext>
              </a:extLst>
            </p:cNvPr>
            <p:cNvSpPr/>
            <p:nvPr/>
          </p:nvSpPr>
          <p:spPr>
            <a:xfrm>
              <a:off x="9985283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41E8F5D2-D31C-6759-5ECC-5EBD050C7327}"/>
                </a:ext>
              </a:extLst>
            </p:cNvPr>
            <p:cNvSpPr/>
            <p:nvPr/>
          </p:nvSpPr>
          <p:spPr>
            <a:xfrm>
              <a:off x="10297634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24</a:t>
              </a:r>
            </a:p>
          </p:txBody>
        </p:sp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5E451CD7-7DDA-52CC-9027-62C9B4EE802B}"/>
                </a:ext>
              </a:extLst>
            </p:cNvPr>
            <p:cNvSpPr/>
            <p:nvPr/>
          </p:nvSpPr>
          <p:spPr>
            <a:xfrm>
              <a:off x="10609985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25</a:t>
              </a:r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95098740-A8A9-94C5-4871-2B0E72C4CAC5}"/>
                </a:ext>
              </a:extLst>
            </p:cNvPr>
            <p:cNvSpPr/>
            <p:nvPr/>
          </p:nvSpPr>
          <p:spPr>
            <a:xfrm>
              <a:off x="3113561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8A2C8BDB-2D76-8350-582C-F75A8942155A}"/>
                </a:ext>
              </a:extLst>
            </p:cNvPr>
            <p:cNvSpPr/>
            <p:nvPr/>
          </p:nvSpPr>
          <p:spPr>
            <a:xfrm>
              <a:off x="3425912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5" name="Rechteck 134">
              <a:extLst>
                <a:ext uri="{FF2B5EF4-FFF2-40B4-BE49-F238E27FC236}">
                  <a16:creationId xmlns:a16="http://schemas.microsoft.com/office/drawing/2014/main" id="{5C57B436-9273-682E-635F-D2267F3D99B4}"/>
                </a:ext>
              </a:extLst>
            </p:cNvPr>
            <p:cNvSpPr/>
            <p:nvPr/>
          </p:nvSpPr>
          <p:spPr>
            <a:xfrm>
              <a:off x="3738263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BEDDBBC0-6850-6827-B9E0-20C7BF7E6FD9}"/>
                </a:ext>
              </a:extLst>
            </p:cNvPr>
            <p:cNvSpPr/>
            <p:nvPr/>
          </p:nvSpPr>
          <p:spPr>
            <a:xfrm>
              <a:off x="10922336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26</a:t>
              </a:r>
            </a:p>
          </p:txBody>
        </p:sp>
        <p:sp>
          <p:nvSpPr>
            <p:cNvPr id="138" name="Rechteck 137">
              <a:extLst>
                <a:ext uri="{FF2B5EF4-FFF2-40B4-BE49-F238E27FC236}">
                  <a16:creationId xmlns:a16="http://schemas.microsoft.com/office/drawing/2014/main" id="{E95277A4-54C0-C288-12AD-DFB187D31EF9}"/>
                </a:ext>
              </a:extLst>
            </p:cNvPr>
            <p:cNvSpPr/>
            <p:nvPr/>
          </p:nvSpPr>
          <p:spPr>
            <a:xfrm>
              <a:off x="11234687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27</a:t>
              </a:r>
            </a:p>
          </p:txBody>
        </p:sp>
        <p:sp>
          <p:nvSpPr>
            <p:cNvPr id="139" name="Rechteck 138">
              <a:extLst>
                <a:ext uri="{FF2B5EF4-FFF2-40B4-BE49-F238E27FC236}">
                  <a16:creationId xmlns:a16="http://schemas.microsoft.com/office/drawing/2014/main" id="{A34B466F-2D80-40A8-1856-12DFF5907D34}"/>
                </a:ext>
              </a:extLst>
            </p:cNvPr>
            <p:cNvSpPr/>
            <p:nvPr/>
          </p:nvSpPr>
          <p:spPr>
            <a:xfrm>
              <a:off x="11547043" y="5144929"/>
              <a:ext cx="162838" cy="97703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28</a:t>
              </a:r>
            </a:p>
          </p:txBody>
        </p:sp>
        <p:cxnSp>
          <p:nvCxnSpPr>
            <p:cNvPr id="140" name="Gerade Verbindung mit Pfeil 139">
              <a:extLst>
                <a:ext uri="{FF2B5EF4-FFF2-40B4-BE49-F238E27FC236}">
                  <a16:creationId xmlns:a16="http://schemas.microsoft.com/office/drawing/2014/main" id="{701DEECB-2815-9511-819D-40BAC80DD29A}"/>
                </a:ext>
              </a:extLst>
            </p:cNvPr>
            <p:cNvCxnSpPr>
              <a:cxnSpLocks/>
              <a:endCxn id="132" idx="1"/>
            </p:cNvCxnSpPr>
            <p:nvPr/>
          </p:nvCxnSpPr>
          <p:spPr>
            <a:xfrm>
              <a:off x="2217650" y="5633444"/>
              <a:ext cx="895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Gerade Verbindung mit Pfeil 141">
              <a:extLst>
                <a:ext uri="{FF2B5EF4-FFF2-40B4-BE49-F238E27FC236}">
                  <a16:creationId xmlns:a16="http://schemas.microsoft.com/office/drawing/2014/main" id="{AA9118F0-A1FB-F029-52A3-C50537BC4F15}"/>
                </a:ext>
              </a:extLst>
            </p:cNvPr>
            <p:cNvCxnSpPr>
              <a:endCxn id="134" idx="1"/>
            </p:cNvCxnSpPr>
            <p:nvPr/>
          </p:nvCxnSpPr>
          <p:spPr>
            <a:xfrm>
              <a:off x="3292639" y="5633444"/>
              <a:ext cx="1332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Gerade Verbindung mit Pfeil 142">
              <a:extLst>
                <a:ext uri="{FF2B5EF4-FFF2-40B4-BE49-F238E27FC236}">
                  <a16:creationId xmlns:a16="http://schemas.microsoft.com/office/drawing/2014/main" id="{0671F092-E47B-64D0-877C-6CC0E2A72549}"/>
                </a:ext>
              </a:extLst>
            </p:cNvPr>
            <p:cNvCxnSpPr>
              <a:stCxn id="134" idx="3"/>
              <a:endCxn id="135" idx="1"/>
            </p:cNvCxnSpPr>
            <p:nvPr/>
          </p:nvCxnSpPr>
          <p:spPr>
            <a:xfrm>
              <a:off x="3588750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Gerade Verbindung mit Pfeil 144">
              <a:extLst>
                <a:ext uri="{FF2B5EF4-FFF2-40B4-BE49-F238E27FC236}">
                  <a16:creationId xmlns:a16="http://schemas.microsoft.com/office/drawing/2014/main" id="{967CB142-F281-CD88-E4C3-19A7B9AC1918}"/>
                </a:ext>
              </a:extLst>
            </p:cNvPr>
            <p:cNvCxnSpPr>
              <a:endCxn id="58" idx="1"/>
            </p:cNvCxnSpPr>
            <p:nvPr/>
          </p:nvCxnSpPr>
          <p:spPr>
            <a:xfrm>
              <a:off x="3901101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Gerade Verbindung mit Pfeil 146">
              <a:extLst>
                <a:ext uri="{FF2B5EF4-FFF2-40B4-BE49-F238E27FC236}">
                  <a16:creationId xmlns:a16="http://schemas.microsoft.com/office/drawing/2014/main" id="{456E11CC-D51E-C120-6E36-767A8AD79C34}"/>
                </a:ext>
              </a:extLst>
            </p:cNvPr>
            <p:cNvCxnSpPr>
              <a:endCxn id="59" idx="1"/>
            </p:cNvCxnSpPr>
            <p:nvPr/>
          </p:nvCxnSpPr>
          <p:spPr>
            <a:xfrm>
              <a:off x="4213452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Gerade Verbindung mit Pfeil 147">
              <a:extLst>
                <a:ext uri="{FF2B5EF4-FFF2-40B4-BE49-F238E27FC236}">
                  <a16:creationId xmlns:a16="http://schemas.microsoft.com/office/drawing/2014/main" id="{3396A938-4535-7598-B331-03C3DECAA292}"/>
                </a:ext>
              </a:extLst>
            </p:cNvPr>
            <p:cNvCxnSpPr>
              <a:stCxn id="59" idx="3"/>
              <a:endCxn id="60" idx="1"/>
            </p:cNvCxnSpPr>
            <p:nvPr/>
          </p:nvCxnSpPr>
          <p:spPr>
            <a:xfrm>
              <a:off x="4525803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erade Verbindung mit Pfeil 149">
              <a:extLst>
                <a:ext uri="{FF2B5EF4-FFF2-40B4-BE49-F238E27FC236}">
                  <a16:creationId xmlns:a16="http://schemas.microsoft.com/office/drawing/2014/main" id="{CB3004DD-A2CF-29A7-6552-D6E38047E3C3}"/>
                </a:ext>
              </a:extLst>
            </p:cNvPr>
            <p:cNvCxnSpPr>
              <a:cxnSpLocks/>
              <a:endCxn id="61" idx="1"/>
            </p:cNvCxnSpPr>
            <p:nvPr/>
          </p:nvCxnSpPr>
          <p:spPr>
            <a:xfrm>
              <a:off x="4850040" y="5633444"/>
              <a:ext cx="1376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Gerade Verbindung mit Pfeil 150">
              <a:extLst>
                <a:ext uri="{FF2B5EF4-FFF2-40B4-BE49-F238E27FC236}">
                  <a16:creationId xmlns:a16="http://schemas.microsoft.com/office/drawing/2014/main" id="{1701EA74-EFBC-134D-3B2D-009ED1D533CC}"/>
                </a:ext>
              </a:extLst>
            </p:cNvPr>
            <p:cNvCxnSpPr>
              <a:cxnSpLocks/>
              <a:stCxn id="61" idx="3"/>
              <a:endCxn id="63" idx="1"/>
            </p:cNvCxnSpPr>
            <p:nvPr/>
          </p:nvCxnSpPr>
          <p:spPr>
            <a:xfrm>
              <a:off x="5150505" y="5633444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 Verbindung mit Pfeil 156">
              <a:extLst>
                <a:ext uri="{FF2B5EF4-FFF2-40B4-BE49-F238E27FC236}">
                  <a16:creationId xmlns:a16="http://schemas.microsoft.com/office/drawing/2014/main" id="{4025907B-DF66-7D64-21D0-706BC3D75AE0}"/>
                </a:ext>
              </a:extLst>
            </p:cNvPr>
            <p:cNvCxnSpPr>
              <a:stCxn id="63" idx="3"/>
              <a:endCxn id="64" idx="1"/>
            </p:cNvCxnSpPr>
            <p:nvPr/>
          </p:nvCxnSpPr>
          <p:spPr>
            <a:xfrm>
              <a:off x="5775207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Gerade Verbindung mit Pfeil 157">
              <a:extLst>
                <a:ext uri="{FF2B5EF4-FFF2-40B4-BE49-F238E27FC236}">
                  <a16:creationId xmlns:a16="http://schemas.microsoft.com/office/drawing/2014/main" id="{71610D0F-2D11-BFAA-CD67-87E0ED9E4D0E}"/>
                </a:ext>
              </a:extLst>
            </p:cNvPr>
            <p:cNvCxnSpPr>
              <a:cxnSpLocks/>
              <a:stCxn id="64" idx="3"/>
              <a:endCxn id="66" idx="1"/>
            </p:cNvCxnSpPr>
            <p:nvPr/>
          </p:nvCxnSpPr>
          <p:spPr>
            <a:xfrm>
              <a:off x="6087558" y="5633444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Gerade Verbindung mit Pfeil 158">
              <a:extLst>
                <a:ext uri="{FF2B5EF4-FFF2-40B4-BE49-F238E27FC236}">
                  <a16:creationId xmlns:a16="http://schemas.microsoft.com/office/drawing/2014/main" id="{07BFC195-410A-6495-716D-1FEA67493A1C}"/>
                </a:ext>
              </a:extLst>
            </p:cNvPr>
            <p:cNvCxnSpPr>
              <a:stCxn id="66" idx="3"/>
              <a:endCxn id="67" idx="1"/>
            </p:cNvCxnSpPr>
            <p:nvPr/>
          </p:nvCxnSpPr>
          <p:spPr>
            <a:xfrm>
              <a:off x="6712260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Gerade Verbindung mit Pfeil 159">
              <a:extLst>
                <a:ext uri="{FF2B5EF4-FFF2-40B4-BE49-F238E27FC236}">
                  <a16:creationId xmlns:a16="http://schemas.microsoft.com/office/drawing/2014/main" id="{435770FA-F5F1-A484-1F73-C28C467599BF}"/>
                </a:ext>
              </a:extLst>
            </p:cNvPr>
            <p:cNvCxnSpPr>
              <a:stCxn id="67" idx="3"/>
              <a:endCxn id="68" idx="1"/>
            </p:cNvCxnSpPr>
            <p:nvPr/>
          </p:nvCxnSpPr>
          <p:spPr>
            <a:xfrm>
              <a:off x="7024611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Gerade Verbindung mit Pfeil 160">
              <a:extLst>
                <a:ext uri="{FF2B5EF4-FFF2-40B4-BE49-F238E27FC236}">
                  <a16:creationId xmlns:a16="http://schemas.microsoft.com/office/drawing/2014/main" id="{A170FAE0-896D-1973-959E-F649AADB7C92}"/>
                </a:ext>
              </a:extLst>
            </p:cNvPr>
            <p:cNvCxnSpPr>
              <a:cxnSpLocks/>
              <a:stCxn id="68" idx="3"/>
              <a:endCxn id="70" idx="1"/>
            </p:cNvCxnSpPr>
            <p:nvPr/>
          </p:nvCxnSpPr>
          <p:spPr>
            <a:xfrm>
              <a:off x="7336962" y="5633444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Gerade Verbindung mit Pfeil 161">
              <a:extLst>
                <a:ext uri="{FF2B5EF4-FFF2-40B4-BE49-F238E27FC236}">
                  <a16:creationId xmlns:a16="http://schemas.microsoft.com/office/drawing/2014/main" id="{A0FE49AA-D355-8917-0F3C-C2B4AE5551D2}"/>
                </a:ext>
              </a:extLst>
            </p:cNvPr>
            <p:cNvCxnSpPr>
              <a:stCxn id="72" idx="3"/>
              <a:endCxn id="73" idx="1"/>
            </p:cNvCxnSpPr>
            <p:nvPr/>
          </p:nvCxnSpPr>
          <p:spPr>
            <a:xfrm>
              <a:off x="8586366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Gerade Verbindung mit Pfeil 162">
              <a:extLst>
                <a:ext uri="{FF2B5EF4-FFF2-40B4-BE49-F238E27FC236}">
                  <a16:creationId xmlns:a16="http://schemas.microsoft.com/office/drawing/2014/main" id="{18AACBD2-3A8D-155A-E00F-BA6EC8044207}"/>
                </a:ext>
              </a:extLst>
            </p:cNvPr>
            <p:cNvCxnSpPr>
              <a:cxnSpLocks/>
              <a:stCxn id="73" idx="3"/>
              <a:endCxn id="75" idx="1"/>
            </p:cNvCxnSpPr>
            <p:nvPr/>
          </p:nvCxnSpPr>
          <p:spPr>
            <a:xfrm>
              <a:off x="8898717" y="5633444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Gerade Verbindung mit Pfeil 163">
              <a:extLst>
                <a:ext uri="{FF2B5EF4-FFF2-40B4-BE49-F238E27FC236}">
                  <a16:creationId xmlns:a16="http://schemas.microsoft.com/office/drawing/2014/main" id="{D0D9DE21-896B-0433-5908-A2A90EF6B47C}"/>
                </a:ext>
              </a:extLst>
            </p:cNvPr>
            <p:cNvCxnSpPr>
              <a:stCxn id="75" idx="3"/>
              <a:endCxn id="76" idx="1"/>
            </p:cNvCxnSpPr>
            <p:nvPr/>
          </p:nvCxnSpPr>
          <p:spPr>
            <a:xfrm>
              <a:off x="9523419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Gerade Verbindung mit Pfeil 164">
              <a:extLst>
                <a:ext uri="{FF2B5EF4-FFF2-40B4-BE49-F238E27FC236}">
                  <a16:creationId xmlns:a16="http://schemas.microsoft.com/office/drawing/2014/main" id="{D8B1BB8C-F825-9444-31B3-651ACAE4A693}"/>
                </a:ext>
              </a:extLst>
            </p:cNvPr>
            <p:cNvCxnSpPr>
              <a:stCxn id="76" idx="3"/>
              <a:endCxn id="77" idx="1"/>
            </p:cNvCxnSpPr>
            <p:nvPr/>
          </p:nvCxnSpPr>
          <p:spPr>
            <a:xfrm>
              <a:off x="9835770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Gerade Verbindung mit Pfeil 165">
              <a:extLst>
                <a:ext uri="{FF2B5EF4-FFF2-40B4-BE49-F238E27FC236}">
                  <a16:creationId xmlns:a16="http://schemas.microsoft.com/office/drawing/2014/main" id="{B337CA10-1278-A420-2D9E-3ECBCFAECD66}"/>
                </a:ext>
              </a:extLst>
            </p:cNvPr>
            <p:cNvCxnSpPr>
              <a:stCxn id="77" idx="3"/>
              <a:endCxn id="78" idx="1"/>
            </p:cNvCxnSpPr>
            <p:nvPr/>
          </p:nvCxnSpPr>
          <p:spPr>
            <a:xfrm>
              <a:off x="10148121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Gerade Verbindung mit Pfeil 166">
              <a:extLst>
                <a:ext uri="{FF2B5EF4-FFF2-40B4-BE49-F238E27FC236}">
                  <a16:creationId xmlns:a16="http://schemas.microsoft.com/office/drawing/2014/main" id="{DFAF8B85-CE42-51C6-1C70-974CBB4475E8}"/>
                </a:ext>
              </a:extLst>
            </p:cNvPr>
            <p:cNvCxnSpPr>
              <a:stCxn id="78" idx="3"/>
              <a:endCxn id="131" idx="1"/>
            </p:cNvCxnSpPr>
            <p:nvPr/>
          </p:nvCxnSpPr>
          <p:spPr>
            <a:xfrm>
              <a:off x="10460472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Gerade Verbindung mit Pfeil 167">
              <a:extLst>
                <a:ext uri="{FF2B5EF4-FFF2-40B4-BE49-F238E27FC236}">
                  <a16:creationId xmlns:a16="http://schemas.microsoft.com/office/drawing/2014/main" id="{48E72B84-299B-DEE6-5CC7-1EE1D42A5C74}"/>
                </a:ext>
              </a:extLst>
            </p:cNvPr>
            <p:cNvCxnSpPr>
              <a:stCxn id="131" idx="3"/>
              <a:endCxn id="137" idx="1"/>
            </p:cNvCxnSpPr>
            <p:nvPr/>
          </p:nvCxnSpPr>
          <p:spPr>
            <a:xfrm>
              <a:off x="10772823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Gerade Verbindung mit Pfeil 168">
              <a:extLst>
                <a:ext uri="{FF2B5EF4-FFF2-40B4-BE49-F238E27FC236}">
                  <a16:creationId xmlns:a16="http://schemas.microsoft.com/office/drawing/2014/main" id="{5B9B273F-D136-3C8A-931E-EACE400D7DA1}"/>
                </a:ext>
              </a:extLst>
            </p:cNvPr>
            <p:cNvCxnSpPr>
              <a:stCxn id="137" idx="3"/>
              <a:endCxn id="138" idx="1"/>
            </p:cNvCxnSpPr>
            <p:nvPr/>
          </p:nvCxnSpPr>
          <p:spPr>
            <a:xfrm>
              <a:off x="11085174" y="5633444"/>
              <a:ext cx="1495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Gerade Verbindung mit Pfeil 169">
              <a:extLst>
                <a:ext uri="{FF2B5EF4-FFF2-40B4-BE49-F238E27FC236}">
                  <a16:creationId xmlns:a16="http://schemas.microsoft.com/office/drawing/2014/main" id="{A2DCA4A8-BD55-BA0E-8995-EE319AF7756E}"/>
                </a:ext>
              </a:extLst>
            </p:cNvPr>
            <p:cNvCxnSpPr>
              <a:stCxn id="138" idx="3"/>
              <a:endCxn id="139" idx="1"/>
            </p:cNvCxnSpPr>
            <p:nvPr/>
          </p:nvCxnSpPr>
          <p:spPr>
            <a:xfrm>
              <a:off x="11397525" y="5633444"/>
              <a:ext cx="1495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Gerade Verbindung mit Pfeil 170">
              <a:extLst>
                <a:ext uri="{FF2B5EF4-FFF2-40B4-BE49-F238E27FC236}">
                  <a16:creationId xmlns:a16="http://schemas.microsoft.com/office/drawing/2014/main" id="{2D307C20-E6E4-73DD-B1F6-837CC7F386C7}"/>
                </a:ext>
              </a:extLst>
            </p:cNvPr>
            <p:cNvCxnSpPr>
              <a:stCxn id="139" idx="3"/>
            </p:cNvCxnSpPr>
            <p:nvPr/>
          </p:nvCxnSpPr>
          <p:spPr>
            <a:xfrm>
              <a:off x="11709881" y="5633444"/>
              <a:ext cx="7237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Gerade Verbindung mit Pfeil 171">
              <a:extLst>
                <a:ext uri="{FF2B5EF4-FFF2-40B4-BE49-F238E27FC236}">
                  <a16:creationId xmlns:a16="http://schemas.microsoft.com/office/drawing/2014/main" id="{EFA74310-FAD8-75F5-9DA0-D8A7B7A1BC60}"/>
                </a:ext>
              </a:extLst>
            </p:cNvPr>
            <p:cNvCxnSpPr>
              <a:stCxn id="70" idx="3"/>
            </p:cNvCxnSpPr>
            <p:nvPr/>
          </p:nvCxnSpPr>
          <p:spPr>
            <a:xfrm>
              <a:off x="7961664" y="5633444"/>
              <a:ext cx="4618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Rechteck 172">
              <a:extLst>
                <a:ext uri="{FF2B5EF4-FFF2-40B4-BE49-F238E27FC236}">
                  <a16:creationId xmlns:a16="http://schemas.microsoft.com/office/drawing/2014/main" id="{0671F6F7-643B-8E8B-7D8D-176AE1B8F270}"/>
                </a:ext>
              </a:extLst>
            </p:cNvPr>
            <p:cNvSpPr/>
            <p:nvPr/>
          </p:nvSpPr>
          <p:spPr>
            <a:xfrm>
              <a:off x="2912400" y="6710151"/>
              <a:ext cx="162838" cy="977030"/>
            </a:xfrm>
            <a:prstGeom prst="rect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solidFill>
                <a:schemeClr val="bg2">
                  <a:lumMod val="50000"/>
                  <a:alpha val="2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>
                      <a:alpha val="20000"/>
                    </a:schemeClr>
                  </a:solidFill>
                </a:rPr>
                <a:t>i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4" name="Textfeld 173">
                  <a:extLst>
                    <a:ext uri="{FF2B5EF4-FFF2-40B4-BE49-F238E27FC236}">
                      <a16:creationId xmlns:a16="http://schemas.microsoft.com/office/drawing/2014/main" id="{DA3CCD6B-CFD6-C185-61BC-44E6B43B27FF}"/>
                    </a:ext>
                  </a:extLst>
                </p:cNvPr>
                <p:cNvSpPr txBox="1"/>
                <p:nvPr/>
              </p:nvSpPr>
              <p:spPr>
                <a:xfrm>
                  <a:off x="2405274" y="7721751"/>
                  <a:ext cx="17818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600" dirty="0"/>
                    <a:t>Removed block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GB" sz="1600" dirty="0"/>
                </a:p>
              </p:txBody>
            </p:sp>
          </mc:Choice>
          <mc:Fallback>
            <p:sp>
              <p:nvSpPr>
                <p:cNvPr id="174" name="Textfeld 173">
                  <a:extLst>
                    <a:ext uri="{FF2B5EF4-FFF2-40B4-BE49-F238E27FC236}">
                      <a16:creationId xmlns:a16="http://schemas.microsoft.com/office/drawing/2014/main" id="{DA3CCD6B-CFD6-C185-61BC-44E6B43B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5274" y="7721751"/>
                  <a:ext cx="1781898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1408" t="-3571" b="-178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6" name="Gerade Verbindung 175">
            <a:extLst>
              <a:ext uri="{FF2B5EF4-FFF2-40B4-BE49-F238E27FC236}">
                <a16:creationId xmlns:a16="http://schemas.microsoft.com/office/drawing/2014/main" id="{B8312AFE-002C-7F2D-48E7-15E2ABCFBCF5}"/>
              </a:ext>
            </a:extLst>
          </p:cNvPr>
          <p:cNvCxnSpPr/>
          <p:nvPr/>
        </p:nvCxnSpPr>
        <p:spPr>
          <a:xfrm>
            <a:off x="10799762" y="0"/>
            <a:ext cx="0" cy="3600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77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66</Words>
  <Application>Microsoft Macintosh PowerPoint</Application>
  <PresentationFormat>Benutzerdefiniert</PresentationFormat>
  <Paragraphs>61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99</cp:revision>
  <dcterms:created xsi:type="dcterms:W3CDTF">2025-09-15T09:41:49Z</dcterms:created>
  <dcterms:modified xsi:type="dcterms:W3CDTF">2026-01-26T12:36:00Z</dcterms:modified>
</cp:coreProperties>
</file>