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4" r:id="rId2"/>
  </p:sldIdLst>
  <p:sldSz cx="14400213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A4"/>
    <a:srgbClr val="D97D84"/>
    <a:srgbClr val="F2B9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4"/>
    <p:restoredTop sz="93451"/>
  </p:normalViewPr>
  <p:slideViewPr>
    <p:cSldViewPr snapToGrid="0">
      <p:cViewPr varScale="1">
        <p:scale>
          <a:sx n="84" d="100"/>
          <a:sy n="84" d="100"/>
        </p:scale>
        <p:origin x="11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67A7C-5EE8-E246-8DB3-90FEFD482A1D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2076A-CD67-1C4F-A4BF-8CD2BB01EED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04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1pPr>
    <a:lvl2pPr marL="69119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2pPr>
    <a:lvl3pPr marL="138239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3pPr>
    <a:lvl4pPr marL="207358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4pPr>
    <a:lvl5pPr marL="276478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5pPr>
    <a:lvl6pPr marL="345597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717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836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2956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8036-C9AD-F758-2C84-C9AB9D70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78301F8-048F-0BC4-EBE6-3483B2766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8F8E3CE-9485-68D2-FFE1-9BE0C67CB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FBDCA1-5DDA-75EF-71C2-BEF3712A8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535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472842"/>
            <a:ext cx="10800160" cy="313317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726842"/>
            <a:ext cx="10800160" cy="217280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261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67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2243636"/>
            <a:ext cx="12420184" cy="37435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6022609"/>
            <a:ext cx="12420184" cy="19686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630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395710"/>
            <a:ext cx="6120091" cy="57101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395710"/>
            <a:ext cx="6120091" cy="57101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36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79143"/>
            <a:ext cx="12420184" cy="17394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2206137"/>
            <a:ext cx="6091965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3287331"/>
            <a:ext cx="6091965" cy="48351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2206137"/>
            <a:ext cx="6121966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3287331"/>
            <a:ext cx="6121966" cy="48351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72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04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35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295767"/>
            <a:ext cx="7290108" cy="639550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909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295767"/>
            <a:ext cx="7290108" cy="639550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16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40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79142"/>
            <a:ext cx="3105046" cy="762669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79142"/>
            <a:ext cx="9135135" cy="762669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69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79143"/>
            <a:ext cx="12420184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395710"/>
            <a:ext cx="12420184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8341239"/>
            <a:ext cx="486007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50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17FD-ABB5-CF60-728F-B0E0ED05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1950B35-BD87-5AEA-1BFB-433F6CA284C1}"/>
              </a:ext>
            </a:extLst>
          </p:cNvPr>
          <p:cNvGrpSpPr/>
          <p:nvPr/>
        </p:nvGrpSpPr>
        <p:grpSpPr>
          <a:xfrm>
            <a:off x="553160" y="762987"/>
            <a:ext cx="13293892" cy="7473565"/>
            <a:chOff x="87702" y="1367523"/>
            <a:chExt cx="13293892" cy="7473565"/>
          </a:xfrm>
        </p:grpSpPr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27262170-F210-A378-CC2D-4532C0DCEE2F}"/>
                </a:ext>
              </a:extLst>
            </p:cNvPr>
            <p:cNvSpPr txBox="1"/>
            <p:nvPr/>
          </p:nvSpPr>
          <p:spPr>
            <a:xfrm>
              <a:off x="376428" y="7554620"/>
              <a:ext cx="7954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Image</a:t>
              </a:r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FF5DB747-3847-BD8B-7E8E-1F6F3D4B4056}"/>
                </a:ext>
              </a:extLst>
            </p:cNvPr>
            <p:cNvSpPr/>
            <p:nvPr/>
          </p:nvSpPr>
          <p:spPr>
            <a:xfrm>
              <a:off x="5248800" y="6642000"/>
              <a:ext cx="586802" cy="21924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61BC2EB5-30F4-B11C-E8F7-5615FBC8000D}"/>
                </a:ext>
              </a:extLst>
            </p:cNvPr>
            <p:cNvSpPr txBox="1"/>
            <p:nvPr/>
          </p:nvSpPr>
          <p:spPr>
            <a:xfrm rot="16200000">
              <a:off x="4438551" y="7576355"/>
              <a:ext cx="21909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Transformer Block 1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E2358208-3374-9EC8-919A-A96D36FBE85B}"/>
                </a:ext>
              </a:extLst>
            </p:cNvPr>
            <p:cNvSpPr txBox="1"/>
            <p:nvPr/>
          </p:nvSpPr>
          <p:spPr>
            <a:xfrm>
              <a:off x="7859294" y="7431642"/>
              <a:ext cx="986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/>
                <a:t>…</a:t>
              </a: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A7AA271A-1DF4-E876-C276-62CACB173847}"/>
                </a:ext>
              </a:extLst>
            </p:cNvPr>
            <p:cNvSpPr txBox="1"/>
            <p:nvPr/>
          </p:nvSpPr>
          <p:spPr>
            <a:xfrm>
              <a:off x="182714" y="4725067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Prompt</a:t>
              </a:r>
            </a:p>
          </p:txBody>
        </p: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1040136F-9E5D-D2E3-D966-1221AA782D06}"/>
                </a:ext>
              </a:extLst>
            </p:cNvPr>
            <p:cNvCxnSpPr>
              <a:cxnSpLocks/>
            </p:cNvCxnSpPr>
            <p:nvPr/>
          </p:nvCxnSpPr>
          <p:spPr>
            <a:xfrm>
              <a:off x="1171838" y="49176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D9B7AA76-95C3-E4C4-6A44-22321A29E922}"/>
                </a:ext>
              </a:extLst>
            </p:cNvPr>
            <p:cNvSpPr/>
            <p:nvPr/>
          </p:nvSpPr>
          <p:spPr>
            <a:xfrm rot="16200000">
              <a:off x="723600" y="4789133"/>
              <a:ext cx="2192400" cy="2412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Tokenizer</a:t>
              </a:r>
            </a:p>
          </p:txBody>
        </p: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231ECF04-D4AA-0AEB-7A03-6F8984FFFBB3}"/>
                </a:ext>
              </a:extLst>
            </p:cNvPr>
            <p:cNvCxnSpPr>
              <a:cxnSpLocks/>
            </p:cNvCxnSpPr>
            <p:nvPr/>
          </p:nvCxnSpPr>
          <p:spPr>
            <a:xfrm>
              <a:off x="2131200" y="49176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995860FA-BA0C-2922-4E5F-E61CD577EA9A}"/>
                </a:ext>
              </a:extLst>
            </p:cNvPr>
            <p:cNvSpPr/>
            <p:nvPr/>
          </p:nvSpPr>
          <p:spPr>
            <a:xfrm rot="16200000">
              <a:off x="1692363" y="4788852"/>
              <a:ext cx="2192400" cy="241762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T5 Encoder</a:t>
              </a:r>
            </a:p>
          </p:txBody>
        </p:sp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7F7B8014-8BBB-9651-CB81-C4DED51AC3B2}"/>
                </a:ext>
              </a:extLst>
            </p:cNvPr>
            <p:cNvCxnSpPr>
              <a:cxnSpLocks/>
            </p:cNvCxnSpPr>
            <p:nvPr/>
          </p:nvCxnSpPr>
          <p:spPr>
            <a:xfrm>
              <a:off x="1190889" y="7760068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E8EDC1C9-8AF7-5C77-D2AC-C96B9D8FFC5C}"/>
                </a:ext>
              </a:extLst>
            </p:cNvPr>
            <p:cNvSpPr txBox="1"/>
            <p:nvPr/>
          </p:nvSpPr>
          <p:spPr>
            <a:xfrm>
              <a:off x="87702" y="2315910"/>
              <a:ext cx="1103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Timestep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D8934695-927E-FB2E-FF61-97E4B5647D63}"/>
                </a:ext>
              </a:extLst>
            </p:cNvPr>
            <p:cNvSpPr/>
            <p:nvPr/>
          </p:nvSpPr>
          <p:spPr>
            <a:xfrm rot="16200000">
              <a:off x="722463" y="2343123"/>
              <a:ext cx="2192400" cy="241200"/>
            </a:xfrm>
            <a:prstGeom prst="rect">
              <a:avLst/>
            </a:prstGeom>
            <a:solidFill>
              <a:srgbClr val="D97D8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Timestep Embedding</a:t>
              </a:r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537F9DBC-8EAE-0A5E-D127-6429F069F181}"/>
                </a:ext>
              </a:extLst>
            </p:cNvPr>
            <p:cNvCxnSpPr>
              <a:cxnSpLocks/>
            </p:cNvCxnSpPr>
            <p:nvPr/>
          </p:nvCxnSpPr>
          <p:spPr>
            <a:xfrm>
              <a:off x="1190889" y="25308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77B6CCA0-CC5F-CAE8-84B0-FF13DBE5D05B}"/>
                </a:ext>
              </a:extLst>
            </p:cNvPr>
            <p:cNvCxnSpPr>
              <a:cxnSpLocks/>
            </p:cNvCxnSpPr>
            <p:nvPr/>
          </p:nvCxnSpPr>
          <p:spPr>
            <a:xfrm>
              <a:off x="2131200" y="7760572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B582ED16-BCE5-FE88-42C9-F5570EC3ADF2}"/>
                </a:ext>
              </a:extLst>
            </p:cNvPr>
            <p:cNvSpPr/>
            <p:nvPr/>
          </p:nvSpPr>
          <p:spPr>
            <a:xfrm rot="16200000">
              <a:off x="1862796" y="7425821"/>
              <a:ext cx="2192400" cy="586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Patch Embedding</a:t>
              </a: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58420036-CFD3-5B87-C9D8-726F054A42D8}"/>
                </a:ext>
              </a:extLst>
            </p:cNvPr>
            <p:cNvCxnSpPr>
              <a:cxnSpLocks/>
            </p:cNvCxnSpPr>
            <p:nvPr/>
          </p:nvCxnSpPr>
          <p:spPr>
            <a:xfrm>
              <a:off x="3425014" y="7759457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D93F71F-B8B6-4648-5852-540C316668DD}"/>
                </a:ext>
              </a:extLst>
            </p:cNvPr>
            <p:cNvSpPr/>
            <p:nvPr/>
          </p:nvSpPr>
          <p:spPr>
            <a:xfrm rot="16200000">
              <a:off x="3154832" y="7426800"/>
              <a:ext cx="2192400" cy="586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Positional Embedding</a:t>
              </a:r>
            </a:p>
          </p:txBody>
        </p: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573AF383-1A2E-C858-ED02-717B55C387B4}"/>
                </a:ext>
              </a:extLst>
            </p:cNvPr>
            <p:cNvCxnSpPr>
              <a:cxnSpLocks/>
            </p:cNvCxnSpPr>
            <p:nvPr/>
          </p:nvCxnSpPr>
          <p:spPr>
            <a:xfrm>
              <a:off x="4716616" y="776394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6669D5EE-DEA1-E846-BF18-D4CF6288E49D}"/>
                </a:ext>
              </a:extLst>
            </p:cNvPr>
            <p:cNvSpPr/>
            <p:nvPr/>
          </p:nvSpPr>
          <p:spPr>
            <a:xfrm>
              <a:off x="6541706" y="6642000"/>
              <a:ext cx="586802" cy="219091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1EFEC5CA-DB8E-36EE-B4FC-DEBAD36252B7}"/>
                </a:ext>
              </a:extLst>
            </p:cNvPr>
            <p:cNvSpPr txBox="1"/>
            <p:nvPr/>
          </p:nvSpPr>
          <p:spPr>
            <a:xfrm rot="16200000">
              <a:off x="5724801" y="7562108"/>
              <a:ext cx="21909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Transformer Block 2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9DABEAA4-EA9B-94E9-7468-00A95BACE298}"/>
                </a:ext>
              </a:extLst>
            </p:cNvPr>
            <p:cNvSpPr/>
            <p:nvPr/>
          </p:nvSpPr>
          <p:spPr>
            <a:xfrm>
              <a:off x="9043974" y="6642000"/>
              <a:ext cx="586802" cy="219091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675F76B6-2C63-2368-86F8-B230FFB98F71}"/>
                </a:ext>
              </a:extLst>
            </p:cNvPr>
            <p:cNvSpPr txBox="1"/>
            <p:nvPr/>
          </p:nvSpPr>
          <p:spPr>
            <a:xfrm rot="16200000">
              <a:off x="8235178" y="7576355"/>
              <a:ext cx="21909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Transformer Block 28</a:t>
              </a:r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0FE7A375-5459-F338-4EC9-0D7CD533E725}"/>
                </a:ext>
              </a:extLst>
            </p:cNvPr>
            <p:cNvCxnSpPr>
              <a:cxnSpLocks/>
            </p:cNvCxnSpPr>
            <p:nvPr/>
          </p:nvCxnSpPr>
          <p:spPr>
            <a:xfrm>
              <a:off x="6008654" y="77616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Gerade Verbindung 28">
              <a:extLst>
                <a:ext uri="{FF2B5EF4-FFF2-40B4-BE49-F238E27FC236}">
                  <a16:creationId xmlns:a16="http://schemas.microsoft.com/office/drawing/2014/main" id="{B3045EDC-4347-4549-0B5F-619639CE68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8996" y="4917600"/>
              <a:ext cx="6228834" cy="1800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036F9604-32F0-3B2B-1749-28C2325976A7}"/>
                </a:ext>
              </a:extLst>
            </p:cNvPr>
            <p:cNvCxnSpPr>
              <a:cxnSpLocks/>
            </p:cNvCxnSpPr>
            <p:nvPr/>
          </p:nvCxnSpPr>
          <p:spPr>
            <a:xfrm>
              <a:off x="5392800" y="4936968"/>
              <a:ext cx="0" cy="171320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A0473122-7BCC-BC87-0E83-37C53A18402F}"/>
                </a:ext>
              </a:extLst>
            </p:cNvPr>
            <p:cNvCxnSpPr>
              <a:cxnSpLocks/>
            </p:cNvCxnSpPr>
            <p:nvPr/>
          </p:nvCxnSpPr>
          <p:spPr>
            <a:xfrm>
              <a:off x="6685200" y="4936968"/>
              <a:ext cx="0" cy="172703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AA84CF99-5E30-8DE7-C194-D561B9BB21A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830" y="4935600"/>
              <a:ext cx="0" cy="172800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9" name="Gerade Verbindung 48">
              <a:extLst>
                <a:ext uri="{FF2B5EF4-FFF2-40B4-BE49-F238E27FC236}">
                  <a16:creationId xmlns:a16="http://schemas.microsoft.com/office/drawing/2014/main" id="{4C5660A1-BFA6-AE9F-CCDA-B75F11BDD6D5}"/>
                </a:ext>
              </a:extLst>
            </p:cNvPr>
            <p:cNvCxnSpPr>
              <a:cxnSpLocks/>
            </p:cNvCxnSpPr>
            <p:nvPr/>
          </p:nvCxnSpPr>
          <p:spPr>
            <a:xfrm>
              <a:off x="3080084" y="2530800"/>
              <a:ext cx="6251746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892F0A83-6986-E5F9-01C9-BB320E8B7C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6800" y="2587857"/>
              <a:ext cx="0" cy="406231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>
              <a:extLst>
                <a:ext uri="{FF2B5EF4-FFF2-40B4-BE49-F238E27FC236}">
                  <a16:creationId xmlns:a16="http://schemas.microsoft.com/office/drawing/2014/main" id="{FD34A93D-1F20-6113-1E98-7BB6C47089F5}"/>
                </a:ext>
              </a:extLst>
            </p:cNvPr>
            <p:cNvCxnSpPr>
              <a:cxnSpLocks/>
            </p:cNvCxnSpPr>
            <p:nvPr/>
          </p:nvCxnSpPr>
          <p:spPr>
            <a:xfrm>
              <a:off x="6829200" y="2560702"/>
              <a:ext cx="0" cy="410329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D16AB822-E392-330F-9254-C4E8EAA58B39}"/>
                </a:ext>
              </a:extLst>
            </p:cNvPr>
            <p:cNvCxnSpPr>
              <a:cxnSpLocks/>
            </p:cNvCxnSpPr>
            <p:nvPr/>
          </p:nvCxnSpPr>
          <p:spPr>
            <a:xfrm>
              <a:off x="9337375" y="2530800"/>
              <a:ext cx="22061" cy="4119376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D33B9552-7F3C-1F63-A5DB-4DDDAF3925B6}"/>
                </a:ext>
              </a:extLst>
            </p:cNvPr>
            <p:cNvCxnSpPr>
              <a:cxnSpLocks/>
            </p:cNvCxnSpPr>
            <p:nvPr/>
          </p:nvCxnSpPr>
          <p:spPr>
            <a:xfrm>
              <a:off x="9749147" y="77616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5BBFC737-EC5D-E137-D528-C2E0F6ABAF35}"/>
                </a:ext>
              </a:extLst>
            </p:cNvPr>
            <p:cNvSpPr/>
            <p:nvPr/>
          </p:nvSpPr>
          <p:spPr>
            <a:xfrm rot="16200000">
              <a:off x="723600" y="7598621"/>
              <a:ext cx="2192400" cy="2412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Encoder</a:t>
              </a:r>
            </a:p>
          </p:txBody>
        </p:sp>
        <p:cxnSp>
          <p:nvCxnSpPr>
            <p:cNvPr id="78" name="Gerade Verbindung mit Pfeil 77">
              <a:extLst>
                <a:ext uri="{FF2B5EF4-FFF2-40B4-BE49-F238E27FC236}">
                  <a16:creationId xmlns:a16="http://schemas.microsoft.com/office/drawing/2014/main" id="{BDF9F918-4FB5-DFDA-DA12-DB74BCE04AEB}"/>
                </a:ext>
              </a:extLst>
            </p:cNvPr>
            <p:cNvCxnSpPr>
              <a:cxnSpLocks/>
            </p:cNvCxnSpPr>
            <p:nvPr/>
          </p:nvCxnSpPr>
          <p:spPr>
            <a:xfrm>
              <a:off x="7300800" y="77616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3933300C-7D53-B9E2-1890-F8126AB14D99}"/>
                </a:ext>
              </a:extLst>
            </p:cNvPr>
            <p:cNvSpPr/>
            <p:nvPr/>
          </p:nvSpPr>
          <p:spPr>
            <a:xfrm rot="16200000">
              <a:off x="9278100" y="7584436"/>
              <a:ext cx="2192400" cy="241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Modulation</a:t>
              </a:r>
            </a:p>
          </p:txBody>
        </p:sp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C19774B6-94D5-E9F8-A2F2-3AE585162BA6}"/>
                </a:ext>
              </a:extLst>
            </p:cNvPr>
            <p:cNvSpPr/>
            <p:nvPr/>
          </p:nvSpPr>
          <p:spPr>
            <a:xfrm rot="16200000">
              <a:off x="10224900" y="7584436"/>
              <a:ext cx="2192400" cy="2412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Linear Layer</a:t>
              </a:r>
            </a:p>
          </p:txBody>
        </p: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F0C61483-3F35-3C3E-91C5-435A52F9C99A}"/>
                </a:ext>
              </a:extLst>
            </p:cNvPr>
            <p:cNvCxnSpPr>
              <a:cxnSpLocks/>
            </p:cNvCxnSpPr>
            <p:nvPr/>
          </p:nvCxnSpPr>
          <p:spPr>
            <a:xfrm>
              <a:off x="10667700" y="77616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04C99EEB-BD26-7E17-882C-0B39E3DE9809}"/>
                </a:ext>
              </a:extLst>
            </p:cNvPr>
            <p:cNvCxnSpPr>
              <a:cxnSpLocks/>
            </p:cNvCxnSpPr>
            <p:nvPr/>
          </p:nvCxnSpPr>
          <p:spPr>
            <a:xfrm>
              <a:off x="11614500" y="7761773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290395B1-3B9B-18CA-031E-ADD42E4360E3}"/>
                </a:ext>
              </a:extLst>
            </p:cNvPr>
            <p:cNvSpPr txBox="1"/>
            <p:nvPr/>
          </p:nvSpPr>
          <p:spPr>
            <a:xfrm>
              <a:off x="12180624" y="7554622"/>
              <a:ext cx="12009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Noise </a:t>
              </a:r>
            </a:p>
            <a:p>
              <a:r>
                <a:rPr lang="en-GB" dirty="0"/>
                <a:t>Prediction</a:t>
              </a:r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94B66126-C7BF-52CC-A9E5-7F8A47BF77E3}"/>
                </a:ext>
              </a:extLst>
            </p:cNvPr>
            <p:cNvCxnSpPr>
              <a:cxnSpLocks/>
            </p:cNvCxnSpPr>
            <p:nvPr/>
          </p:nvCxnSpPr>
          <p:spPr>
            <a:xfrm>
              <a:off x="2131200" y="25308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B2BDBC28-B006-CA04-F95B-91216ECF4BB8}"/>
                </a:ext>
              </a:extLst>
            </p:cNvPr>
            <p:cNvSpPr/>
            <p:nvPr/>
          </p:nvSpPr>
          <p:spPr>
            <a:xfrm rot="16200000">
              <a:off x="1692645" y="2343123"/>
              <a:ext cx="2192400" cy="241200"/>
            </a:xfrm>
            <a:prstGeom prst="rect">
              <a:avLst/>
            </a:prstGeom>
            <a:solidFill>
              <a:srgbClr val="F2F2A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MLP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105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</Words>
  <Application>Microsoft Macintosh PowerPoint</Application>
  <PresentationFormat>Benutzerdefiniert</PresentationFormat>
  <Paragraphs>20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85</cp:revision>
  <dcterms:created xsi:type="dcterms:W3CDTF">2025-09-15T09:41:49Z</dcterms:created>
  <dcterms:modified xsi:type="dcterms:W3CDTF">2025-12-23T14:03:03Z</dcterms:modified>
</cp:coreProperties>
</file>