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60" r:id="rId2"/>
  </p:sldIdLst>
  <p:sldSz cx="8999538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893"/>
    <a:srgbClr val="CED396"/>
    <a:srgbClr val="FFFFB8"/>
    <a:srgbClr val="827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4626"/>
  </p:normalViewPr>
  <p:slideViewPr>
    <p:cSldViewPr snapToGrid="0">
      <p:cViewPr varScale="1">
        <p:scale>
          <a:sx n="74" d="100"/>
          <a:sy n="74" d="100"/>
        </p:scale>
        <p:origin x="2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B2131-93BF-BC44-B00B-3FB86A347CA6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144713" y="1143000"/>
            <a:ext cx="2568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67588-EEFF-624B-9E35-AB42EB90CE6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73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1pPr>
    <a:lvl2pPr marL="863971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2pPr>
    <a:lvl3pPr marL="1727942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3pPr>
    <a:lvl4pPr marL="259191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4pPr>
    <a:lvl5pPr marL="345588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5pPr>
    <a:lvl6pPr marL="4319854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6pPr>
    <a:lvl7pPr marL="5183825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7pPr>
    <a:lvl8pPr marL="6047796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8pPr>
    <a:lvl9pPr marL="6911767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4F74F-E1EB-F71D-F4A5-2CAE4CD8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03DA67-3D91-0792-A380-00D242C9B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44713" y="1143000"/>
            <a:ext cx="2568575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03F444-5840-C055-4453-90236B451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7A8219-0D2E-B5E7-C095-A50F20342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422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767462"/>
            <a:ext cx="7649607" cy="3759917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5672376"/>
            <a:ext cx="6749654" cy="2607442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688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30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2692444"/>
            <a:ext cx="7762102" cy="4492401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7227345"/>
            <a:ext cx="7762102" cy="2362447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5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2874937"/>
            <a:ext cx="3824804" cy="6852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2874937"/>
            <a:ext cx="3824804" cy="6852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5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574990"/>
            <a:ext cx="7762102" cy="208745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2647443"/>
            <a:ext cx="3807226" cy="1297471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3944914"/>
            <a:ext cx="3807226" cy="58023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2647443"/>
            <a:ext cx="3825976" cy="1297471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3944914"/>
            <a:ext cx="3825976" cy="58023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0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0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939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719984"/>
            <a:ext cx="2902585" cy="2519945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554968"/>
            <a:ext cx="4556016" cy="7674832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239929"/>
            <a:ext cx="2902585" cy="6002369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8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719984"/>
            <a:ext cx="2902585" cy="2519945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554968"/>
            <a:ext cx="4556016" cy="7674832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239929"/>
            <a:ext cx="2902585" cy="6002369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86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80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574987"/>
            <a:ext cx="1940525" cy="91523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574987"/>
            <a:ext cx="5709082" cy="91523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73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574990"/>
            <a:ext cx="776210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2874937"/>
            <a:ext cx="776210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10009783"/>
            <a:ext cx="202489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0DAA9-D872-7549-A01D-4215341119AE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10009783"/>
            <a:ext cx="303734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10009783"/>
            <a:ext cx="202489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63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863F-E72E-B9B1-5398-E6A8FFE2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7136EC9-9D6D-0CB7-73BC-085001391626}"/>
              </a:ext>
            </a:extLst>
          </p:cNvPr>
          <p:cNvGrpSpPr/>
          <p:nvPr/>
        </p:nvGrpSpPr>
        <p:grpSpPr>
          <a:xfrm>
            <a:off x="1026035" y="378332"/>
            <a:ext cx="6947467" cy="10043099"/>
            <a:chOff x="5759999" y="2178557"/>
            <a:chExt cx="6947467" cy="10043099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621D4807-EF9C-C1F8-5C48-7E1D20953F07}"/>
                </a:ext>
              </a:extLst>
            </p:cNvPr>
            <p:cNvSpPr/>
            <p:nvPr/>
          </p:nvSpPr>
          <p:spPr>
            <a:xfrm>
              <a:off x="5759999" y="2178557"/>
              <a:ext cx="6480000" cy="8722800"/>
            </a:xfrm>
            <a:prstGeom prst="rect">
              <a:avLst/>
            </a:prstGeom>
            <a:solidFill>
              <a:srgbClr val="E3C893">
                <a:alpha val="41961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C98AD370-0D88-C6BF-6917-8A167F5F7A33}"/>
                </a:ext>
              </a:extLst>
            </p:cNvPr>
            <p:cNvSpPr txBox="1"/>
            <p:nvPr/>
          </p:nvSpPr>
          <p:spPr>
            <a:xfrm>
              <a:off x="7920000" y="10532605"/>
              <a:ext cx="2162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Single Stream Block</a:t>
              </a:r>
            </a:p>
          </p:txBody>
        </p: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BC6E740E-04ED-421D-2361-DA1E4B3CC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000" y="9986211"/>
              <a:ext cx="0" cy="15159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3E2FBFA6-26AD-CE47-6491-3A36FAC6163E}"/>
                </a:ext>
              </a:extLst>
            </p:cNvPr>
            <p:cNvSpPr txBox="1"/>
            <p:nvPr/>
          </p:nvSpPr>
          <p:spPr>
            <a:xfrm>
              <a:off x="7055621" y="11659073"/>
              <a:ext cx="529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X</a:t>
              </a: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257936A4-5E83-A92D-FC94-2055DEB4D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9986211"/>
              <a:ext cx="0" cy="1515978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C62FF0F8-06C9-B3A7-F3F3-782C7830062C}"/>
                </a:ext>
              </a:extLst>
            </p:cNvPr>
            <p:cNvSpPr txBox="1"/>
            <p:nvPr/>
          </p:nvSpPr>
          <p:spPr>
            <a:xfrm>
              <a:off x="10199515" y="11575325"/>
              <a:ext cx="12009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Guidance </a:t>
              </a:r>
            </a:p>
            <a:p>
              <a:r>
                <a:rPr lang="en-GB" dirty="0"/>
                <a:t>Vector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27927E0B-DF59-E999-B180-B8B09C940BD7}"/>
                </a:ext>
              </a:extLst>
            </p:cNvPr>
            <p:cNvSpPr/>
            <p:nvPr/>
          </p:nvSpPr>
          <p:spPr>
            <a:xfrm>
              <a:off x="9945758" y="9385959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Modulation Projection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737B4E09-9E13-8DBD-5CF4-763D2D86CA97}"/>
                </a:ext>
              </a:extLst>
            </p:cNvPr>
            <p:cNvSpPr/>
            <p:nvPr/>
          </p:nvSpPr>
          <p:spPr>
            <a:xfrm>
              <a:off x="6357307" y="9590069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LayerNorm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Gerade Verbindung 17">
              <a:extLst>
                <a:ext uri="{FF2B5EF4-FFF2-40B4-BE49-F238E27FC236}">
                  <a16:creationId xmlns:a16="http://schemas.microsoft.com/office/drawing/2014/main" id="{A3EEBA39-7E4B-06BF-A277-0FF0E2A97D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0000" y="9005608"/>
              <a:ext cx="0" cy="5900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20">
              <a:extLst>
                <a:ext uri="{FF2B5EF4-FFF2-40B4-BE49-F238E27FC236}">
                  <a16:creationId xmlns:a16="http://schemas.microsoft.com/office/drawing/2014/main" id="{68F21D8F-A048-9131-9263-1EF8374CB612}"/>
                </a:ext>
              </a:extLst>
            </p:cNvPr>
            <p:cNvCxnSpPr>
              <a:cxnSpLocks/>
            </p:cNvCxnSpPr>
            <p:nvPr/>
          </p:nvCxnSpPr>
          <p:spPr>
            <a:xfrm>
              <a:off x="7200000" y="9014400"/>
              <a:ext cx="148194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22">
              <a:extLst>
                <a:ext uri="{FF2B5EF4-FFF2-40B4-BE49-F238E27FC236}">
                  <a16:creationId xmlns:a16="http://schemas.microsoft.com/office/drawing/2014/main" id="{061D4CF6-7317-F7C3-C09A-E3D22ED413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0" y="9011480"/>
              <a:ext cx="0" cy="36000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1B904953-E326-7D66-68D4-808E69DBE9BB}"/>
                </a:ext>
              </a:extLst>
            </p:cNvPr>
            <p:cNvCxnSpPr/>
            <p:nvPr/>
          </p:nvCxnSpPr>
          <p:spPr>
            <a:xfrm flipV="1">
              <a:off x="8681947" y="8465608"/>
              <a:ext cx="0" cy="54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EAFDA547-4E36-E8CC-2994-90250A330222}"/>
                </a:ext>
              </a:extLst>
            </p:cNvPr>
            <p:cNvSpPr/>
            <p:nvPr/>
          </p:nvSpPr>
          <p:spPr>
            <a:xfrm>
              <a:off x="8145757" y="7873084"/>
              <a:ext cx="1708484" cy="57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Apply Scale &amp; Shift</a:t>
              </a:r>
            </a:p>
          </p:txBody>
        </p: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BCEF45AC-538A-6CD9-0503-E9C7CCEC51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9999" y="7328448"/>
              <a:ext cx="0" cy="54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6071045-4854-BA3E-41FF-FD84B66EE4D8}"/>
                </a:ext>
              </a:extLst>
            </p:cNvPr>
            <p:cNvSpPr/>
            <p:nvPr/>
          </p:nvSpPr>
          <p:spPr>
            <a:xfrm>
              <a:off x="8145757" y="6945335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Linear1</a:t>
              </a:r>
            </a:p>
          </p:txBody>
        </p:sp>
        <p:cxnSp>
          <p:nvCxnSpPr>
            <p:cNvPr id="33" name="Gerade Verbindung 32">
              <a:extLst>
                <a:ext uri="{FF2B5EF4-FFF2-40B4-BE49-F238E27FC236}">
                  <a16:creationId xmlns:a16="http://schemas.microsoft.com/office/drawing/2014/main" id="{AD485B54-942C-1ED8-90C7-D44592C62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9999" y="6584447"/>
              <a:ext cx="0" cy="36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4">
              <a:extLst>
                <a:ext uri="{FF2B5EF4-FFF2-40B4-BE49-F238E27FC236}">
                  <a16:creationId xmlns:a16="http://schemas.microsoft.com/office/drawing/2014/main" id="{3C9B0FB9-C4A2-41B0-66EE-B6D0522E6F61}"/>
                </a:ext>
              </a:extLst>
            </p:cNvPr>
            <p:cNvCxnSpPr/>
            <p:nvPr/>
          </p:nvCxnSpPr>
          <p:spPr>
            <a:xfrm>
              <a:off x="7199999" y="6584447"/>
              <a:ext cx="360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C93675D1-51F3-6704-8CE9-B7056D9B2666}"/>
                </a:ext>
              </a:extLst>
            </p:cNvPr>
            <p:cNvCxnSpPr/>
            <p:nvPr/>
          </p:nvCxnSpPr>
          <p:spPr>
            <a:xfrm flipV="1">
              <a:off x="7211549" y="622574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76C8AF53-5126-27F8-91F7-0F7A4F54610A}"/>
                </a:ext>
              </a:extLst>
            </p:cNvPr>
            <p:cNvCxnSpPr/>
            <p:nvPr/>
          </p:nvCxnSpPr>
          <p:spPr>
            <a:xfrm flipV="1">
              <a:off x="10799999" y="6225745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F2FFC9E4-2BE9-8D78-35D5-0F7A3753C182}"/>
                </a:ext>
              </a:extLst>
            </p:cNvPr>
            <p:cNvSpPr/>
            <p:nvPr/>
          </p:nvSpPr>
          <p:spPr>
            <a:xfrm>
              <a:off x="6345757" y="5844984"/>
              <a:ext cx="1708484" cy="370800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Self-Attention</a:t>
              </a: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7FC18E61-126E-2052-F3DD-1F67AF4412EE}"/>
                </a:ext>
              </a:extLst>
            </p:cNvPr>
            <p:cNvSpPr/>
            <p:nvPr/>
          </p:nvSpPr>
          <p:spPr>
            <a:xfrm>
              <a:off x="9945757" y="5844984"/>
              <a:ext cx="1708484" cy="3708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GELU</a:t>
              </a:r>
            </a:p>
          </p:txBody>
        </p:sp>
        <p:cxnSp>
          <p:nvCxnSpPr>
            <p:cNvPr id="44" name="Gerade Verbindung 43">
              <a:extLst>
                <a:ext uri="{FF2B5EF4-FFF2-40B4-BE49-F238E27FC236}">
                  <a16:creationId xmlns:a16="http://schemas.microsoft.com/office/drawing/2014/main" id="{9F1C56A8-D2AC-BF0C-E4E2-65864D4409A9}"/>
                </a:ext>
              </a:extLst>
            </p:cNvPr>
            <p:cNvCxnSpPr>
              <a:stCxn id="41" idx="0"/>
            </p:cNvCxnSpPr>
            <p:nvPr/>
          </p:nvCxnSpPr>
          <p:spPr>
            <a:xfrm flipV="1">
              <a:off x="7199999" y="5486710"/>
              <a:ext cx="0" cy="3582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5">
              <a:extLst>
                <a:ext uri="{FF2B5EF4-FFF2-40B4-BE49-F238E27FC236}">
                  <a16:creationId xmlns:a16="http://schemas.microsoft.com/office/drawing/2014/main" id="{BF51A6EE-A848-DA7F-D633-1F8DB7DE3A50}"/>
                </a:ext>
              </a:extLst>
            </p:cNvPr>
            <p:cNvCxnSpPr>
              <a:stCxn id="42" idx="0"/>
            </p:cNvCxnSpPr>
            <p:nvPr/>
          </p:nvCxnSpPr>
          <p:spPr>
            <a:xfrm flipV="1">
              <a:off x="10799999" y="5486710"/>
              <a:ext cx="0" cy="3582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EAEBA638-7CA0-94FA-97E6-AD30223C6187}"/>
                </a:ext>
              </a:extLst>
            </p:cNvPr>
            <p:cNvGrpSpPr/>
            <p:nvPr/>
          </p:nvGrpSpPr>
          <p:grpSpPr>
            <a:xfrm>
              <a:off x="8909999" y="5398826"/>
              <a:ext cx="180000" cy="180000"/>
              <a:chOff x="2993721" y="5110619"/>
              <a:chExt cx="180000" cy="180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7FE4C25-9B80-2CA0-78DB-F6CADDBEE3DE}"/>
                  </a:ext>
                </a:extLst>
              </p:cNvPr>
              <p:cNvSpPr/>
              <p:nvPr/>
            </p:nvSpPr>
            <p:spPr>
              <a:xfrm>
                <a:off x="2993721" y="5110619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9" name="Gerade Verbindung 48">
                <a:extLst>
                  <a:ext uri="{FF2B5EF4-FFF2-40B4-BE49-F238E27FC236}">
                    <a16:creationId xmlns:a16="http://schemas.microsoft.com/office/drawing/2014/main" id="{EACE9CE7-D02A-5B02-1536-84221AB5772D}"/>
                  </a:ext>
                </a:extLst>
              </p:cNvPr>
              <p:cNvCxnSpPr>
                <a:stCxn id="47" idx="0"/>
                <a:endCxn id="47" idx="4"/>
              </p:cNvCxnSpPr>
              <p:nvPr/>
            </p:nvCxnSpPr>
            <p:spPr>
              <a:xfrm>
                <a:off x="3083721" y="5110619"/>
                <a:ext cx="0" cy="18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 Verbindung 50">
                <a:extLst>
                  <a:ext uri="{FF2B5EF4-FFF2-40B4-BE49-F238E27FC236}">
                    <a16:creationId xmlns:a16="http://schemas.microsoft.com/office/drawing/2014/main" id="{09D42E60-6387-B266-BBE6-2EF836BE0897}"/>
                  </a:ext>
                </a:extLst>
              </p:cNvPr>
              <p:cNvCxnSpPr>
                <a:stCxn id="47" idx="2"/>
                <a:endCxn id="47" idx="6"/>
              </p:cNvCxnSpPr>
              <p:nvPr/>
            </p:nvCxnSpPr>
            <p:spPr>
              <a:xfrm>
                <a:off x="2993721" y="5200619"/>
                <a:ext cx="18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E67324B7-D6B3-9E7B-83BB-E91085C5986B}"/>
                </a:ext>
              </a:extLst>
            </p:cNvPr>
            <p:cNvCxnSpPr/>
            <p:nvPr/>
          </p:nvCxnSpPr>
          <p:spPr>
            <a:xfrm>
              <a:off x="7199999" y="5486710"/>
              <a:ext cx="171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51AFFC7A-5D94-D651-0A34-70EE383FCF0B}"/>
                </a:ext>
              </a:extLst>
            </p:cNvPr>
            <p:cNvCxnSpPr/>
            <p:nvPr/>
          </p:nvCxnSpPr>
          <p:spPr>
            <a:xfrm flipH="1">
              <a:off x="9090000" y="5486710"/>
              <a:ext cx="17099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8AC7087C-479A-43A0-4ECA-CD54CE70A322}"/>
                </a:ext>
              </a:extLst>
            </p:cNvPr>
            <p:cNvCxnSpPr/>
            <p:nvPr/>
          </p:nvCxnSpPr>
          <p:spPr>
            <a:xfrm flipV="1">
              <a:off x="8999999" y="5035773"/>
              <a:ext cx="0" cy="36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4CB67D58-F520-BB77-2411-78464544CB44}"/>
                </a:ext>
              </a:extLst>
            </p:cNvPr>
            <p:cNvSpPr/>
            <p:nvPr/>
          </p:nvSpPr>
          <p:spPr>
            <a:xfrm>
              <a:off x="8145757" y="4654216"/>
              <a:ext cx="1708484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Projection</a:t>
              </a:r>
            </a:p>
          </p:txBody>
        </p: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CC34B0D0-907B-840C-B817-2DE017BC2494}"/>
                </a:ext>
              </a:extLst>
            </p:cNvPr>
            <p:cNvSpPr txBox="1"/>
            <p:nvPr/>
          </p:nvSpPr>
          <p:spPr>
            <a:xfrm>
              <a:off x="9754587" y="8747353"/>
              <a:ext cx="10454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i="1" dirty="0"/>
                <a:t>Scale, Shift</a:t>
              </a:r>
            </a:p>
          </p:txBody>
        </p:sp>
        <p:cxnSp>
          <p:nvCxnSpPr>
            <p:cNvPr id="64" name="Gerade Verbindung 63">
              <a:extLst>
                <a:ext uri="{FF2B5EF4-FFF2-40B4-BE49-F238E27FC236}">
                  <a16:creationId xmlns:a16="http://schemas.microsoft.com/office/drawing/2014/main" id="{E12E4D7C-68DF-8CB0-5447-9EBF72A149C7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11654242" y="9675759"/>
              <a:ext cx="349690" cy="354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65">
              <a:extLst>
                <a:ext uri="{FF2B5EF4-FFF2-40B4-BE49-F238E27FC236}">
                  <a16:creationId xmlns:a16="http://schemas.microsoft.com/office/drawing/2014/main" id="{3D1871C1-FDC6-5D2F-0BC1-68E0D34A33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03932" y="3915336"/>
              <a:ext cx="0" cy="576077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mit Pfeil 67">
              <a:extLst>
                <a:ext uri="{FF2B5EF4-FFF2-40B4-BE49-F238E27FC236}">
                  <a16:creationId xmlns:a16="http://schemas.microsoft.com/office/drawing/2014/main" id="{9A6B3C7A-A0A0-7B1C-4C16-D2AC8AF63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9999" y="4112311"/>
              <a:ext cx="0" cy="54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C2F692FE-A7FD-8B69-6568-5F27B32EB48C}"/>
                </a:ext>
              </a:extLst>
            </p:cNvPr>
            <p:cNvSpPr/>
            <p:nvPr/>
          </p:nvSpPr>
          <p:spPr>
            <a:xfrm>
              <a:off x="8145757" y="3722009"/>
              <a:ext cx="1708484" cy="370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Gating</a:t>
              </a:r>
            </a:p>
          </p:txBody>
        </p: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F554CDDD-7BD7-B7D8-5D13-F0752B4F49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4241" y="3915336"/>
              <a:ext cx="2149691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9EB5E043-6D8F-830A-9BA5-E517616C4AE4}"/>
                </a:ext>
              </a:extLst>
            </p:cNvPr>
            <p:cNvSpPr txBox="1"/>
            <p:nvPr/>
          </p:nvSpPr>
          <p:spPr>
            <a:xfrm>
              <a:off x="11492710" y="3668974"/>
              <a:ext cx="12147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i="1" dirty="0"/>
                <a:t>Gate</a:t>
              </a:r>
            </a:p>
          </p:txBody>
        </p:sp>
        <p:cxnSp>
          <p:nvCxnSpPr>
            <p:cNvPr id="77" name="Gerade Verbindung 76">
              <a:extLst>
                <a:ext uri="{FF2B5EF4-FFF2-40B4-BE49-F238E27FC236}">
                  <a16:creationId xmlns:a16="http://schemas.microsoft.com/office/drawing/2014/main" id="{730C4E1F-1963-2BB5-B1B8-1CEAE4EAB3F8}"/>
                </a:ext>
              </a:extLst>
            </p:cNvPr>
            <p:cNvCxnSpPr>
              <a:stCxn id="69" idx="0"/>
            </p:cNvCxnSpPr>
            <p:nvPr/>
          </p:nvCxnSpPr>
          <p:spPr>
            <a:xfrm flipV="1">
              <a:off x="8999999" y="3349496"/>
              <a:ext cx="0" cy="3725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AAAF5EA-265A-0DC2-1293-D9B3EBD49060}"/>
                </a:ext>
              </a:extLst>
            </p:cNvPr>
            <p:cNvSpPr/>
            <p:nvPr/>
          </p:nvSpPr>
          <p:spPr>
            <a:xfrm>
              <a:off x="8910127" y="3175586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+</a:t>
              </a:r>
            </a:p>
          </p:txBody>
        </p:sp>
        <p:cxnSp>
          <p:nvCxnSpPr>
            <p:cNvPr id="85" name="Gerade Verbindung 84">
              <a:extLst>
                <a:ext uri="{FF2B5EF4-FFF2-40B4-BE49-F238E27FC236}">
                  <a16:creationId xmlns:a16="http://schemas.microsoft.com/office/drawing/2014/main" id="{F98E0C5C-5374-EA63-CBE3-3C553343C6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8426" y="10532605"/>
              <a:ext cx="107157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86">
              <a:extLst>
                <a:ext uri="{FF2B5EF4-FFF2-40B4-BE49-F238E27FC236}">
                  <a16:creationId xmlns:a16="http://schemas.microsoft.com/office/drawing/2014/main" id="{AB30FDAE-D7CE-5098-EC72-D9AF33F49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8426" y="3265586"/>
              <a:ext cx="0" cy="726701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4069D8CA-05B0-2639-04D4-5182B17A721F}"/>
                </a:ext>
              </a:extLst>
            </p:cNvPr>
            <p:cNvCxnSpPr>
              <a:cxnSpLocks/>
              <a:endCxn id="79" idx="2"/>
            </p:cNvCxnSpPr>
            <p:nvPr/>
          </p:nvCxnSpPr>
          <p:spPr>
            <a:xfrm>
              <a:off x="6128426" y="3265586"/>
              <a:ext cx="27817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mit Pfeil 97">
              <a:extLst>
                <a:ext uri="{FF2B5EF4-FFF2-40B4-BE49-F238E27FC236}">
                  <a16:creationId xmlns:a16="http://schemas.microsoft.com/office/drawing/2014/main" id="{1CAABB51-CE71-F83D-3A2E-9048ACBE3C11}"/>
                </a:ext>
              </a:extLst>
            </p:cNvPr>
            <p:cNvCxnSpPr>
              <a:cxnSpLocks/>
              <a:stCxn id="79" idx="0"/>
            </p:cNvCxnSpPr>
            <p:nvPr/>
          </p:nvCxnSpPr>
          <p:spPr>
            <a:xfrm flipH="1" flipV="1">
              <a:off x="8999999" y="2800339"/>
              <a:ext cx="128" cy="3752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46EB38A3-D9D1-B344-AF7E-4A196F8E6E26}"/>
                </a:ext>
              </a:extLst>
            </p:cNvPr>
            <p:cNvCxnSpPr/>
            <p:nvPr/>
          </p:nvCxnSpPr>
          <p:spPr>
            <a:xfrm flipV="1">
              <a:off x="9322298" y="8467200"/>
              <a:ext cx="0" cy="5400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 Verbindung 105">
              <a:extLst>
                <a:ext uri="{FF2B5EF4-FFF2-40B4-BE49-F238E27FC236}">
                  <a16:creationId xmlns:a16="http://schemas.microsoft.com/office/drawing/2014/main" id="{F4E1B7BC-19C1-48F3-4232-391B944C5A3D}"/>
                </a:ext>
              </a:extLst>
            </p:cNvPr>
            <p:cNvCxnSpPr>
              <a:cxnSpLocks/>
            </p:cNvCxnSpPr>
            <p:nvPr/>
          </p:nvCxnSpPr>
          <p:spPr>
            <a:xfrm>
              <a:off x="9318052" y="9014400"/>
              <a:ext cx="1481947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835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</Words>
  <Application>Microsoft Macintosh PowerPoint</Application>
  <PresentationFormat>Benutzerdefiniert</PresentationFormat>
  <Paragraphs>16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70</cp:revision>
  <dcterms:created xsi:type="dcterms:W3CDTF">2025-12-02T13:46:42Z</dcterms:created>
  <dcterms:modified xsi:type="dcterms:W3CDTF">2026-01-05T14:18:09Z</dcterms:modified>
</cp:coreProperties>
</file>