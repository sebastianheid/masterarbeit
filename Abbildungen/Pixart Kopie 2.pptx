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4" r:id="rId2"/>
  </p:sldIdLst>
  <p:sldSz cx="144002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A4"/>
    <a:srgbClr val="D97D84"/>
    <a:srgbClr val="F2B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3"/>
    <p:restoredTop sz="93451"/>
  </p:normalViewPr>
  <p:slideViewPr>
    <p:cSldViewPr snapToGrid="0">
      <p:cViewPr varScale="1">
        <p:scale>
          <a:sx n="78" d="100"/>
          <a:sy n="78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7A7C-5EE8-E246-8DB3-90FEFD482A1D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076A-CD67-1C4F-A4BF-8CD2BB01EED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04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8036-C9AD-F758-2C84-C9AB9D70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8301F8-048F-0BC4-EBE6-3483B2766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F8E3CE-9485-68D2-FFE1-9BE0C67C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FBDCA1-5DDA-75EF-71C2-BEF3712A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3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41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31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52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71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65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72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8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76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58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4C0D9-76FE-0B45-8557-3E9D7B7ECFCA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59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17FD-ABB5-CF60-728F-B0E0ED0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8B4C10B-4400-6D78-FC7F-1DA7574269F7}"/>
              </a:ext>
            </a:extLst>
          </p:cNvPr>
          <p:cNvGrpSpPr/>
          <p:nvPr/>
        </p:nvGrpSpPr>
        <p:grpSpPr>
          <a:xfrm>
            <a:off x="165207" y="762987"/>
            <a:ext cx="14069798" cy="7473565"/>
            <a:chOff x="-18354" y="762987"/>
            <a:chExt cx="14069798" cy="7473565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F30056D3-DB9B-AFCE-AE46-D7413FE53D65}"/>
                </a:ext>
              </a:extLst>
            </p:cNvPr>
            <p:cNvGrpSpPr/>
            <p:nvPr/>
          </p:nvGrpSpPr>
          <p:grpSpPr>
            <a:xfrm>
              <a:off x="-18354" y="762987"/>
              <a:ext cx="14069798" cy="7473565"/>
              <a:chOff x="1106322" y="267386"/>
              <a:chExt cx="14069798" cy="7473565"/>
            </a:xfrm>
          </p:grpSpPr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7262170-F210-A378-CC2D-4532C0DCEE2F}"/>
                  </a:ext>
                </a:extLst>
              </p:cNvPr>
              <p:cNvSpPr txBox="1"/>
              <p:nvPr/>
            </p:nvSpPr>
            <p:spPr>
              <a:xfrm>
                <a:off x="1395048" y="6454483"/>
                <a:ext cx="795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Image</a:t>
                </a:r>
              </a:p>
            </p:txBody>
          </p:sp>
          <p:sp>
            <p:nvSpPr>
              <p:cNvPr id="3" name="Rechteck 2">
                <a:extLst>
                  <a:ext uri="{FF2B5EF4-FFF2-40B4-BE49-F238E27FC236}">
                    <a16:creationId xmlns:a16="http://schemas.microsoft.com/office/drawing/2014/main" id="{FF5DB747-3847-BD8B-7E8E-1F6F3D4B4056}"/>
                  </a:ext>
                </a:extLst>
              </p:cNvPr>
              <p:cNvSpPr/>
              <p:nvPr/>
            </p:nvSpPr>
            <p:spPr>
              <a:xfrm>
                <a:off x="6267419" y="5541863"/>
                <a:ext cx="586802" cy="2192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1BC2EB5-30F4-B11C-E8F7-5615FBC8000D}"/>
                  </a:ext>
                </a:extLst>
              </p:cNvPr>
              <p:cNvSpPr txBox="1"/>
              <p:nvPr/>
            </p:nvSpPr>
            <p:spPr>
              <a:xfrm rot="16200000">
                <a:off x="5457170" y="6476218"/>
                <a:ext cx="21909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Transformer Block 1</a:t>
                </a: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E2358208-3374-9EC8-919A-A96D36FBE85B}"/>
                  </a:ext>
                </a:extLst>
              </p:cNvPr>
              <p:cNvSpPr txBox="1"/>
              <p:nvPr/>
            </p:nvSpPr>
            <p:spPr>
              <a:xfrm>
                <a:off x="8877914" y="6331506"/>
                <a:ext cx="9861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/>
                  <a:t>…</a:t>
                </a:r>
              </a:p>
            </p:txBody>
          </p:sp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A7AA271A-1DF4-E876-C276-62CACB173847}"/>
                  </a:ext>
                </a:extLst>
              </p:cNvPr>
              <p:cNvSpPr txBox="1"/>
              <p:nvPr/>
            </p:nvSpPr>
            <p:spPr>
              <a:xfrm>
                <a:off x="1201334" y="3624930"/>
                <a:ext cx="9188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Prompt</a:t>
                </a:r>
              </a:p>
            </p:txBody>
          </p:sp>
          <p:cxnSp>
            <p:nvCxnSpPr>
              <p:cNvPr id="55" name="Gerade Verbindung mit Pfeil 54">
                <a:extLst>
                  <a:ext uri="{FF2B5EF4-FFF2-40B4-BE49-F238E27FC236}">
                    <a16:creationId xmlns:a16="http://schemas.microsoft.com/office/drawing/2014/main" id="{1040136F-9E5D-D2E3-D966-1221AA782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0457" y="3817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B7AA76-95C3-E4C4-6A44-22321A29E922}"/>
                  </a:ext>
                </a:extLst>
              </p:cNvPr>
              <p:cNvSpPr/>
              <p:nvPr/>
            </p:nvSpPr>
            <p:spPr>
              <a:xfrm rot="16200000">
                <a:off x="1742219" y="3688996"/>
                <a:ext cx="2192400" cy="2412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Tokenizer</a:t>
                </a:r>
              </a:p>
            </p:txBody>
          </p:sp>
          <p:cxnSp>
            <p:nvCxnSpPr>
              <p:cNvPr id="67" name="Gerade Verbindung mit Pfeil 66">
                <a:extLst>
                  <a:ext uri="{FF2B5EF4-FFF2-40B4-BE49-F238E27FC236}">
                    <a16:creationId xmlns:a16="http://schemas.microsoft.com/office/drawing/2014/main" id="{231ECF04-D4AA-0AEB-7A03-6F8984FFF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9819" y="3817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995860FA-BA0C-2922-4E5F-E61CD577EA9A}"/>
                  </a:ext>
                </a:extLst>
              </p:cNvPr>
              <p:cNvSpPr/>
              <p:nvPr/>
            </p:nvSpPr>
            <p:spPr>
              <a:xfrm rot="16200000">
                <a:off x="2710982" y="3688715"/>
                <a:ext cx="2192400" cy="241762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T5 Encoder</a:t>
                </a:r>
              </a:p>
            </p:txBody>
          </p:sp>
          <p:cxnSp>
            <p:nvCxnSpPr>
              <p:cNvPr id="73" name="Gerade Verbindung mit Pfeil 72">
                <a:extLst>
                  <a:ext uri="{FF2B5EF4-FFF2-40B4-BE49-F238E27FC236}">
                    <a16:creationId xmlns:a16="http://schemas.microsoft.com/office/drawing/2014/main" id="{7F7B8014-8BBB-9651-CB81-C4DED51AC3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508" y="6659931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8EDC1C9-8AF7-5C77-D2AC-C96B9D8FFC5C}"/>
                  </a:ext>
                </a:extLst>
              </p:cNvPr>
              <p:cNvSpPr txBox="1"/>
              <p:nvPr/>
            </p:nvSpPr>
            <p:spPr>
              <a:xfrm>
                <a:off x="1106322" y="1215773"/>
                <a:ext cx="1103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Timestep</a:t>
                </a: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D8934695-927E-FB2E-FF61-97E4B5647D63}"/>
                  </a:ext>
                </a:extLst>
              </p:cNvPr>
              <p:cNvSpPr/>
              <p:nvPr/>
            </p:nvSpPr>
            <p:spPr>
              <a:xfrm rot="16200000">
                <a:off x="1741082" y="1242986"/>
                <a:ext cx="2192400" cy="241200"/>
              </a:xfrm>
              <a:prstGeom prst="rect">
                <a:avLst/>
              </a:prstGeom>
              <a:solidFill>
                <a:srgbClr val="D97D8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Timestep Embedding</a:t>
                </a:r>
              </a:p>
            </p:txBody>
          </p:sp>
          <p:cxnSp>
            <p:nvCxnSpPr>
              <p:cNvPr id="8" name="Gerade Verbindung mit Pfeil 7">
                <a:extLst>
                  <a:ext uri="{FF2B5EF4-FFF2-40B4-BE49-F238E27FC236}">
                    <a16:creationId xmlns:a16="http://schemas.microsoft.com/office/drawing/2014/main" id="{537F9DBC-8EAE-0A5E-D127-6429F069F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9508" y="14306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77B6CCA0-CC5F-CAE8-84B0-FF13DBE5D0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9819" y="6660435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B582ED16-BCE5-FE88-42C9-F5570EC3ADF2}"/>
                  </a:ext>
                </a:extLst>
              </p:cNvPr>
              <p:cNvSpPr/>
              <p:nvPr/>
            </p:nvSpPr>
            <p:spPr>
              <a:xfrm rot="16200000">
                <a:off x="2881415" y="6325684"/>
                <a:ext cx="2192400" cy="586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Patch Embedding</a:t>
                </a:r>
              </a:p>
            </p:txBody>
          </p: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58420036-CFD3-5B87-C9D8-726F054A42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3633" y="665932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D93F71F-B8B6-4648-5852-540C316668DD}"/>
                  </a:ext>
                </a:extLst>
              </p:cNvPr>
              <p:cNvSpPr/>
              <p:nvPr/>
            </p:nvSpPr>
            <p:spPr>
              <a:xfrm rot="16200000">
                <a:off x="4173451" y="6326663"/>
                <a:ext cx="2192400" cy="586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Positional Embedding</a:t>
                </a:r>
              </a:p>
            </p:txBody>
          </p: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573AF383-1A2E-C858-ED02-717B55C38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5235" y="666380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6669D5EE-DEA1-E846-BF18-D4CF6288E49D}"/>
                  </a:ext>
                </a:extLst>
              </p:cNvPr>
              <p:cNvSpPr/>
              <p:nvPr/>
            </p:nvSpPr>
            <p:spPr>
              <a:xfrm>
                <a:off x="7560325" y="5541863"/>
                <a:ext cx="586802" cy="219091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1EFEC5CA-DB8E-36EE-B4FC-DEBAD36252B7}"/>
                  </a:ext>
                </a:extLst>
              </p:cNvPr>
              <p:cNvSpPr txBox="1"/>
              <p:nvPr/>
            </p:nvSpPr>
            <p:spPr>
              <a:xfrm rot="16200000">
                <a:off x="6743420" y="6461971"/>
                <a:ext cx="21909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Transformer Block 2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9DABEAA4-EA9B-94E9-7468-00A95BACE298}"/>
                  </a:ext>
                </a:extLst>
              </p:cNvPr>
              <p:cNvSpPr/>
              <p:nvPr/>
            </p:nvSpPr>
            <p:spPr>
              <a:xfrm>
                <a:off x="10062593" y="5541863"/>
                <a:ext cx="586802" cy="219091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675F76B6-2C63-2368-86F8-B230FFB98F71}"/>
                  </a:ext>
                </a:extLst>
              </p:cNvPr>
              <p:cNvSpPr txBox="1"/>
              <p:nvPr/>
            </p:nvSpPr>
            <p:spPr>
              <a:xfrm rot="16200000">
                <a:off x="9253797" y="6476218"/>
                <a:ext cx="21909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Transformer Block 28</a:t>
                </a:r>
              </a:p>
            </p:txBody>
          </p:sp>
          <p:cxnSp>
            <p:nvCxnSpPr>
              <p:cNvPr id="26" name="Gerade Verbindung mit Pfeil 25">
                <a:extLst>
                  <a:ext uri="{FF2B5EF4-FFF2-40B4-BE49-F238E27FC236}">
                    <a16:creationId xmlns:a16="http://schemas.microsoft.com/office/drawing/2014/main" id="{0FE7A375-5459-F338-4EC9-0D7CD533E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7273" y="6661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Gerade Verbindung 28">
                <a:extLst>
                  <a:ext uri="{FF2B5EF4-FFF2-40B4-BE49-F238E27FC236}">
                    <a16:creationId xmlns:a16="http://schemas.microsoft.com/office/drawing/2014/main" id="{B3045EDC-4347-4549-0B5F-619639CE6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251" y="3817463"/>
                <a:ext cx="5230198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" name="Gerade Verbindung mit Pfeil 37">
                <a:extLst>
                  <a:ext uri="{FF2B5EF4-FFF2-40B4-BE49-F238E27FC236}">
                    <a16:creationId xmlns:a16="http://schemas.microsoft.com/office/drawing/2014/main" id="{036F9604-32F0-3B2B-1749-28C232597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1419" y="3836831"/>
                <a:ext cx="0" cy="1713208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A0473122-7BCC-BC87-0E83-37C53A184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3819" y="3836832"/>
                <a:ext cx="0" cy="172703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Gerade Verbindung mit Pfeil 41">
                <a:extLst>
                  <a:ext uri="{FF2B5EF4-FFF2-40B4-BE49-F238E27FC236}">
                    <a16:creationId xmlns:a16="http://schemas.microsoft.com/office/drawing/2014/main" id="{AA84CF99-5E30-8DE7-C194-D561B9BB2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6449" y="3835463"/>
                <a:ext cx="0" cy="172800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9" name="Gerade Verbindung 48">
                <a:extLst>
                  <a:ext uri="{FF2B5EF4-FFF2-40B4-BE49-F238E27FC236}">
                    <a16:creationId xmlns:a16="http://schemas.microsoft.com/office/drawing/2014/main" id="{4C5660A1-BFA6-AE9F-CCDA-B75F11BDD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8703" y="1430663"/>
                <a:ext cx="6251746" cy="0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mit Pfeil 50">
                <a:extLst>
                  <a:ext uri="{FF2B5EF4-FFF2-40B4-BE49-F238E27FC236}">
                    <a16:creationId xmlns:a16="http://schemas.microsoft.com/office/drawing/2014/main" id="{892F0A83-6986-E5F9-01C9-BB320E8B7C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55419" y="1487720"/>
                <a:ext cx="0" cy="4062319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Gerade Verbindung mit Pfeil 53">
                <a:extLst>
                  <a:ext uri="{FF2B5EF4-FFF2-40B4-BE49-F238E27FC236}">
                    <a16:creationId xmlns:a16="http://schemas.microsoft.com/office/drawing/2014/main" id="{FD34A93D-1F20-6113-1E98-7BB6C4708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819" y="1460565"/>
                <a:ext cx="0" cy="4103299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Gerade Verbindung mit Pfeil 55">
                <a:extLst>
                  <a:ext uri="{FF2B5EF4-FFF2-40B4-BE49-F238E27FC236}">
                    <a16:creationId xmlns:a16="http://schemas.microsoft.com/office/drawing/2014/main" id="{D16AB822-E392-330F-9254-C4E8EAA58B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5995" y="1430663"/>
                <a:ext cx="22061" cy="4119376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Gerade Verbindung mit Pfeil 59">
                <a:extLst>
                  <a:ext uri="{FF2B5EF4-FFF2-40B4-BE49-F238E27FC236}">
                    <a16:creationId xmlns:a16="http://schemas.microsoft.com/office/drawing/2014/main" id="{D33B9552-7F3C-1F63-A5DB-4DDDAF392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7766" y="6661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5BBFC737-EC5D-E137-D528-C2E0F6ABAF35}"/>
                  </a:ext>
                </a:extLst>
              </p:cNvPr>
              <p:cNvSpPr/>
              <p:nvPr/>
            </p:nvSpPr>
            <p:spPr>
              <a:xfrm rot="16200000">
                <a:off x="1742219" y="6498484"/>
                <a:ext cx="2192400" cy="2412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Encoder</a:t>
                </a:r>
              </a:p>
            </p:txBody>
          </p:sp>
          <p:cxnSp>
            <p:nvCxnSpPr>
              <p:cNvPr id="78" name="Gerade Verbindung mit Pfeil 77">
                <a:extLst>
                  <a:ext uri="{FF2B5EF4-FFF2-40B4-BE49-F238E27FC236}">
                    <a16:creationId xmlns:a16="http://schemas.microsoft.com/office/drawing/2014/main" id="{BDF9F918-4FB5-DFDA-DA12-DB74BCE04A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9419" y="6661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3933300C-7D53-B9E2-1890-F8126AB14D99}"/>
                  </a:ext>
                </a:extLst>
              </p:cNvPr>
              <p:cNvSpPr/>
              <p:nvPr/>
            </p:nvSpPr>
            <p:spPr>
              <a:xfrm rot="16200000">
                <a:off x="10296719" y="6484299"/>
                <a:ext cx="2192400" cy="241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Modulation</a:t>
                </a:r>
              </a:p>
            </p:txBody>
          </p:sp>
          <p:sp>
            <p:nvSpPr>
              <p:cNvPr id="82" name="Rechteck 81">
                <a:extLst>
                  <a:ext uri="{FF2B5EF4-FFF2-40B4-BE49-F238E27FC236}">
                    <a16:creationId xmlns:a16="http://schemas.microsoft.com/office/drawing/2014/main" id="{C19774B6-94D5-E9F8-A2F2-3AE585162BA6}"/>
                  </a:ext>
                </a:extLst>
              </p:cNvPr>
              <p:cNvSpPr/>
              <p:nvPr/>
            </p:nvSpPr>
            <p:spPr>
              <a:xfrm rot="16200000">
                <a:off x="11243519" y="6484299"/>
                <a:ext cx="2192400" cy="2412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Linear Layer</a:t>
                </a:r>
              </a:p>
            </p:txBody>
          </p: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F0C61483-3F35-3C3E-91C5-435A52F9C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86319" y="6661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mit Pfeil 86">
                <a:extLst>
                  <a:ext uri="{FF2B5EF4-FFF2-40B4-BE49-F238E27FC236}">
                    <a16:creationId xmlns:a16="http://schemas.microsoft.com/office/drawing/2014/main" id="{04C99EEB-BD26-7E17-882C-0B39E3DE9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33119" y="6661636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290395B1-3B9B-18CA-031E-ADD42E4360E3}"/>
                  </a:ext>
                </a:extLst>
              </p:cNvPr>
              <p:cNvSpPr txBox="1"/>
              <p:nvPr/>
            </p:nvSpPr>
            <p:spPr>
              <a:xfrm>
                <a:off x="13975150" y="6341947"/>
                <a:ext cx="12009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Noise </a:t>
                </a:r>
              </a:p>
              <a:p>
                <a:r>
                  <a:rPr lang="en-GB" dirty="0"/>
                  <a:t>Prediction</a:t>
                </a:r>
              </a:p>
            </p:txBody>
          </p:sp>
          <p:cxnSp>
            <p:nvCxnSpPr>
              <p:cNvPr id="18" name="Gerade Verbindung mit Pfeil 17">
                <a:extLst>
                  <a:ext uri="{FF2B5EF4-FFF2-40B4-BE49-F238E27FC236}">
                    <a16:creationId xmlns:a16="http://schemas.microsoft.com/office/drawing/2014/main" id="{94B66126-C7BF-52CC-A9E5-7F8A47BF77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9819" y="14306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B2BDBC28-B006-CA04-F95B-91216ECF4BB8}"/>
                  </a:ext>
                </a:extLst>
              </p:cNvPr>
              <p:cNvSpPr/>
              <p:nvPr/>
            </p:nvSpPr>
            <p:spPr>
              <a:xfrm rot="16200000">
                <a:off x="2711264" y="1242986"/>
                <a:ext cx="2192400" cy="241200"/>
              </a:xfrm>
              <a:prstGeom prst="rect">
                <a:avLst/>
              </a:prstGeom>
              <a:solidFill>
                <a:srgbClr val="F2F2A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MLP</a:t>
                </a:r>
              </a:p>
            </p:txBody>
          </p:sp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F851D147-4EE9-1117-D29F-F75F097B0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3950" y="381746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567C66EC-9CAE-3242-265B-BF4383B0D3FD}"/>
                  </a:ext>
                </a:extLst>
              </p:cNvPr>
              <p:cNvSpPr/>
              <p:nvPr/>
            </p:nvSpPr>
            <p:spPr>
              <a:xfrm rot="16200000">
                <a:off x="3685113" y="3688715"/>
                <a:ext cx="2192400" cy="241762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Linear Projection</a:t>
                </a:r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D78D1F0-349C-32CF-ABFF-CD130A71D655}"/>
                </a:ext>
              </a:extLst>
            </p:cNvPr>
            <p:cNvSpPr txBox="1"/>
            <p:nvPr/>
          </p:nvSpPr>
          <p:spPr>
            <a:xfrm rot="16200000">
              <a:off x="2612167" y="1439475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(1, 6912)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35CCDD2-1301-A633-6C7E-AB117782E5E4}"/>
                </a:ext>
              </a:extLst>
            </p:cNvPr>
            <p:cNvSpPr txBox="1"/>
            <p:nvPr/>
          </p:nvSpPr>
          <p:spPr>
            <a:xfrm rot="16200000">
              <a:off x="2432290" y="36396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(1,300,4096)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D2B3513A-E06C-515E-7C33-B4D4FC719CEA}"/>
                </a:ext>
              </a:extLst>
            </p:cNvPr>
            <p:cNvSpPr txBox="1"/>
            <p:nvPr/>
          </p:nvSpPr>
          <p:spPr>
            <a:xfrm rot="16200000">
              <a:off x="3412704" y="36396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(1,300,1152</a:t>
              </a:r>
              <a:r>
                <a:rPr lang="en-GB" sz="1200" dirty="0"/>
                <a:t>)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2CA7A8F-C673-1C91-C88D-A7147408D2FB}"/>
                </a:ext>
              </a:extLst>
            </p:cNvPr>
            <p:cNvSpPr txBox="1"/>
            <p:nvPr/>
          </p:nvSpPr>
          <p:spPr>
            <a:xfrm rot="16200000">
              <a:off x="1537353" y="65052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(1,4,h,w)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B47AC92C-693D-F72D-E68B-D20952941F79}"/>
                </a:ext>
              </a:extLst>
            </p:cNvPr>
            <p:cNvSpPr txBox="1"/>
            <p:nvPr/>
          </p:nvSpPr>
          <p:spPr>
            <a:xfrm rot="16200000">
              <a:off x="2845731" y="65052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78E99663-1F0E-24A8-A027-0FFC8D507C91}"/>
                </a:ext>
              </a:extLst>
            </p:cNvPr>
            <p:cNvSpPr txBox="1"/>
            <p:nvPr/>
          </p:nvSpPr>
          <p:spPr>
            <a:xfrm rot="16200000">
              <a:off x="4158178" y="65052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FF24A57-3638-FDA7-9553-5101EAA70099}"/>
                </a:ext>
              </a:extLst>
            </p:cNvPr>
            <p:cNvSpPr txBox="1"/>
            <p:nvPr/>
          </p:nvSpPr>
          <p:spPr>
            <a:xfrm rot="16200000">
              <a:off x="714976" y="65052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(1,3,H,W)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6BB6DEBF-DD43-2222-FE73-15AD2CACEDA7}"/>
                </a:ext>
              </a:extLst>
            </p:cNvPr>
            <p:cNvSpPr txBox="1"/>
            <p:nvPr/>
          </p:nvSpPr>
          <p:spPr>
            <a:xfrm rot="16200000">
              <a:off x="5452997" y="6505383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72DE47D4-82F6-DAD6-4A05-A6C9C318F269}"/>
                </a:ext>
              </a:extLst>
            </p:cNvPr>
            <p:cNvSpPr txBox="1"/>
            <p:nvPr/>
          </p:nvSpPr>
          <p:spPr>
            <a:xfrm rot="16200000">
              <a:off x="9245228" y="6505201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D80A274-4E22-650D-F568-E2AD87D92C08}"/>
                </a:ext>
              </a:extLst>
            </p:cNvPr>
            <p:cNvSpPr txBox="1"/>
            <p:nvPr/>
          </p:nvSpPr>
          <p:spPr>
            <a:xfrm rot="16200000">
              <a:off x="10098149" y="65052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E79890A0-4319-1116-A0EC-3581CD633AF1}"/>
                </a:ext>
              </a:extLst>
            </p:cNvPr>
            <p:cNvSpPr txBox="1"/>
            <p:nvPr/>
          </p:nvSpPr>
          <p:spPr>
            <a:xfrm rot="16200000">
              <a:off x="11052912" y="65052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(1,N,32)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4207685F-3F2D-5E79-4D43-5B9C733A3787}"/>
                </a:ext>
              </a:extLst>
            </p:cNvPr>
            <p:cNvSpPr/>
            <p:nvPr/>
          </p:nvSpPr>
          <p:spPr>
            <a:xfrm rot="16200000">
              <a:off x="11071215" y="6979899"/>
              <a:ext cx="2192400" cy="2412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err="1">
                  <a:solidFill>
                    <a:schemeClr val="tx1"/>
                  </a:solidFill>
                </a:rPr>
                <a:t>Unpatchify</a:t>
              </a:r>
              <a:endParaRPr lang="en-GB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F4F377E4-2AA6-B0F5-2899-0706EC7A4A2F}"/>
                </a:ext>
              </a:extLst>
            </p:cNvPr>
            <p:cNvCxnSpPr>
              <a:cxnSpLocks/>
            </p:cNvCxnSpPr>
            <p:nvPr/>
          </p:nvCxnSpPr>
          <p:spPr>
            <a:xfrm>
              <a:off x="12460815" y="7157236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BB6676FD-EED5-B3F5-D6B4-B04BE808AE13}"/>
                </a:ext>
              </a:extLst>
            </p:cNvPr>
            <p:cNvSpPr txBox="1"/>
            <p:nvPr/>
          </p:nvSpPr>
          <p:spPr>
            <a:xfrm rot="16200000">
              <a:off x="11995102" y="65052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(1,8,h,w)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0A4A875-B261-01F7-19CB-F5F05E8B89EB}"/>
                </a:ext>
              </a:extLst>
            </p:cNvPr>
            <p:cNvSpPr txBox="1"/>
            <p:nvPr/>
          </p:nvSpPr>
          <p:spPr>
            <a:xfrm rot="16200000">
              <a:off x="6732051" y="65052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(1,N,1152)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F7DA5E10-4B38-48E9-6804-1F2B547DA8F3}"/>
                </a:ext>
              </a:extLst>
            </p:cNvPr>
            <p:cNvSpPr txBox="1"/>
            <p:nvPr/>
          </p:nvSpPr>
          <p:spPr>
            <a:xfrm rot="16200000">
              <a:off x="1687588" y="1464857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(1,1152)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34ED33F5-12DF-8E0F-49C1-ABF92B2AF730}"/>
                </a:ext>
              </a:extLst>
            </p:cNvPr>
            <p:cNvSpPr txBox="1"/>
            <p:nvPr/>
          </p:nvSpPr>
          <p:spPr>
            <a:xfrm rot="16200000">
              <a:off x="976084" y="1589618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(1)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7C02835B-CF5C-48F1-E9D5-C58AFCB9AC07}"/>
                </a:ext>
              </a:extLst>
            </p:cNvPr>
            <p:cNvSpPr txBox="1"/>
            <p:nvPr/>
          </p:nvSpPr>
          <p:spPr>
            <a:xfrm rot="16200000">
              <a:off x="1659869" y="3639600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0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124</Words>
  <Application>Microsoft Macintosh PowerPoint</Application>
  <PresentationFormat>Benutzerdefiniert</PresentationFormat>
  <Paragraphs>38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101</cp:revision>
  <dcterms:created xsi:type="dcterms:W3CDTF">2025-09-15T09:41:49Z</dcterms:created>
  <dcterms:modified xsi:type="dcterms:W3CDTF">2025-12-30T08:44:18Z</dcterms:modified>
</cp:coreProperties>
</file>