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60" r:id="rId2"/>
  </p:sldIdLst>
  <p:sldSz cx="23399750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C893"/>
    <a:srgbClr val="CED396"/>
    <a:srgbClr val="FFFFB8"/>
    <a:srgbClr val="827E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94626"/>
  </p:normalViewPr>
  <p:slideViewPr>
    <p:cSldViewPr snapToGrid="0">
      <p:cViewPr varScale="1">
        <p:scale>
          <a:sx n="55" d="100"/>
          <a:sy n="55" d="100"/>
        </p:scale>
        <p:origin x="88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B2131-93BF-BC44-B00B-3FB86A347CA6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1143000"/>
            <a:ext cx="5013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67588-EEFF-624B-9E35-AB42EB90CE6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737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1pPr>
    <a:lvl2pPr marL="863971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2pPr>
    <a:lvl3pPr marL="1727942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3pPr>
    <a:lvl4pPr marL="259191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4pPr>
    <a:lvl5pPr marL="345588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5pPr>
    <a:lvl6pPr marL="4319854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6pPr>
    <a:lvl7pPr marL="5183825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7pPr>
    <a:lvl8pPr marL="6047796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8pPr>
    <a:lvl9pPr marL="6911767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4F74F-E1EB-F71D-F4A5-2CAE4CD8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F03DA67-3D91-0792-A380-00D242C9B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2338" y="1143000"/>
            <a:ext cx="5013325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903F444-5840-C055-4453-90236B451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7A8219-0D2E-B5E7-C095-A50F20342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422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4969" y="2356703"/>
            <a:ext cx="17549813" cy="5013407"/>
          </a:xfrm>
        </p:spPr>
        <p:txBody>
          <a:bodyPr anchor="b"/>
          <a:lstStyle>
            <a:lvl1pPr algn="ctr">
              <a:defRPr sz="1151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969" y="7563446"/>
            <a:ext cx="17549813" cy="3476717"/>
          </a:xfrm>
        </p:spPr>
        <p:txBody>
          <a:bodyPr/>
          <a:lstStyle>
            <a:lvl1pPr marL="0" indent="0" algn="ctr">
              <a:buNone/>
              <a:defRPr sz="4606"/>
            </a:lvl1pPr>
            <a:lvl2pPr marL="877504" indent="0" algn="ctr">
              <a:buNone/>
              <a:defRPr sz="3839"/>
            </a:lvl2pPr>
            <a:lvl3pPr marL="1755008" indent="0" algn="ctr">
              <a:buNone/>
              <a:defRPr sz="3455"/>
            </a:lvl3pPr>
            <a:lvl4pPr marL="2632512" indent="0" algn="ctr">
              <a:buNone/>
              <a:defRPr sz="3071"/>
            </a:lvl4pPr>
            <a:lvl5pPr marL="3510016" indent="0" algn="ctr">
              <a:buNone/>
              <a:defRPr sz="3071"/>
            </a:lvl5pPr>
            <a:lvl6pPr marL="4387520" indent="0" algn="ctr">
              <a:buNone/>
              <a:defRPr sz="3071"/>
            </a:lvl6pPr>
            <a:lvl7pPr marL="5265024" indent="0" algn="ctr">
              <a:buNone/>
              <a:defRPr sz="3071"/>
            </a:lvl7pPr>
            <a:lvl8pPr marL="6142528" indent="0" algn="ctr">
              <a:buNone/>
              <a:defRPr sz="3071"/>
            </a:lvl8pPr>
            <a:lvl9pPr marL="7020032" indent="0" algn="ctr">
              <a:buNone/>
              <a:defRPr sz="3071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40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3607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546" y="3590055"/>
            <a:ext cx="20182284" cy="5990088"/>
          </a:xfrm>
        </p:spPr>
        <p:txBody>
          <a:bodyPr anchor="b"/>
          <a:lstStyle>
            <a:lvl1pPr>
              <a:defRPr sz="1151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6546" y="9636811"/>
            <a:ext cx="20182284" cy="3150046"/>
          </a:xfrm>
        </p:spPr>
        <p:txBody>
          <a:bodyPr/>
          <a:lstStyle>
            <a:lvl1pPr marL="0" indent="0">
              <a:buNone/>
              <a:defRPr sz="4606">
                <a:solidFill>
                  <a:schemeClr val="tx1">
                    <a:tint val="82000"/>
                  </a:schemeClr>
                </a:solidFill>
              </a:defRPr>
            </a:lvl1pPr>
            <a:lvl2pPr marL="877504" indent="0">
              <a:buNone/>
              <a:defRPr sz="3839">
                <a:solidFill>
                  <a:schemeClr val="tx1">
                    <a:tint val="82000"/>
                  </a:schemeClr>
                </a:solidFill>
              </a:defRPr>
            </a:lvl2pPr>
            <a:lvl3pPr marL="1755008" indent="0">
              <a:buNone/>
              <a:defRPr sz="3455">
                <a:solidFill>
                  <a:schemeClr val="tx1">
                    <a:tint val="82000"/>
                  </a:schemeClr>
                </a:solidFill>
              </a:defRPr>
            </a:lvl3pPr>
            <a:lvl4pPr marL="2632512" indent="0">
              <a:buNone/>
              <a:defRPr sz="3071">
                <a:solidFill>
                  <a:schemeClr val="tx1">
                    <a:tint val="82000"/>
                  </a:schemeClr>
                </a:solidFill>
              </a:defRPr>
            </a:lvl4pPr>
            <a:lvl5pPr marL="3510016" indent="0">
              <a:buNone/>
              <a:defRPr sz="3071">
                <a:solidFill>
                  <a:schemeClr val="tx1">
                    <a:tint val="82000"/>
                  </a:schemeClr>
                </a:solidFill>
              </a:defRPr>
            </a:lvl5pPr>
            <a:lvl6pPr marL="4387520" indent="0">
              <a:buNone/>
              <a:defRPr sz="3071">
                <a:solidFill>
                  <a:schemeClr val="tx1">
                    <a:tint val="82000"/>
                  </a:schemeClr>
                </a:solidFill>
              </a:defRPr>
            </a:lvl6pPr>
            <a:lvl7pPr marL="5265024" indent="0">
              <a:buNone/>
              <a:defRPr sz="3071">
                <a:solidFill>
                  <a:schemeClr val="tx1">
                    <a:tint val="82000"/>
                  </a:schemeClr>
                </a:solidFill>
              </a:defRPr>
            </a:lvl7pPr>
            <a:lvl8pPr marL="6142528" indent="0">
              <a:buNone/>
              <a:defRPr sz="3071">
                <a:solidFill>
                  <a:schemeClr val="tx1">
                    <a:tint val="82000"/>
                  </a:schemeClr>
                </a:solidFill>
              </a:defRPr>
            </a:lvl8pPr>
            <a:lvl9pPr marL="7020032" indent="0">
              <a:buNone/>
              <a:defRPr sz="30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513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8733" y="3833390"/>
            <a:ext cx="9944894" cy="913680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46123" y="3833390"/>
            <a:ext cx="9944894" cy="913680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047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766679"/>
            <a:ext cx="20182284" cy="278337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1782" y="3530053"/>
            <a:ext cx="9899190" cy="1730025"/>
          </a:xfrm>
        </p:spPr>
        <p:txBody>
          <a:bodyPr anchor="b"/>
          <a:lstStyle>
            <a:lvl1pPr marL="0" indent="0">
              <a:buNone/>
              <a:defRPr sz="4606" b="1"/>
            </a:lvl1pPr>
            <a:lvl2pPr marL="877504" indent="0">
              <a:buNone/>
              <a:defRPr sz="3839" b="1"/>
            </a:lvl2pPr>
            <a:lvl3pPr marL="1755008" indent="0">
              <a:buNone/>
              <a:defRPr sz="3455" b="1"/>
            </a:lvl3pPr>
            <a:lvl4pPr marL="2632512" indent="0">
              <a:buNone/>
              <a:defRPr sz="3071" b="1"/>
            </a:lvl4pPr>
            <a:lvl5pPr marL="3510016" indent="0">
              <a:buNone/>
              <a:defRPr sz="3071" b="1"/>
            </a:lvl5pPr>
            <a:lvl6pPr marL="4387520" indent="0">
              <a:buNone/>
              <a:defRPr sz="3071" b="1"/>
            </a:lvl6pPr>
            <a:lvl7pPr marL="5265024" indent="0">
              <a:buNone/>
              <a:defRPr sz="3071" b="1"/>
            </a:lvl7pPr>
            <a:lvl8pPr marL="6142528" indent="0">
              <a:buNone/>
              <a:defRPr sz="3071" b="1"/>
            </a:lvl8pPr>
            <a:lvl9pPr marL="7020032" indent="0">
              <a:buNone/>
              <a:defRPr sz="3071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1782" y="5260078"/>
            <a:ext cx="9899190" cy="77367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846123" y="3530053"/>
            <a:ext cx="9947942" cy="1730025"/>
          </a:xfrm>
        </p:spPr>
        <p:txBody>
          <a:bodyPr anchor="b"/>
          <a:lstStyle>
            <a:lvl1pPr marL="0" indent="0">
              <a:buNone/>
              <a:defRPr sz="4606" b="1"/>
            </a:lvl1pPr>
            <a:lvl2pPr marL="877504" indent="0">
              <a:buNone/>
              <a:defRPr sz="3839" b="1"/>
            </a:lvl2pPr>
            <a:lvl3pPr marL="1755008" indent="0">
              <a:buNone/>
              <a:defRPr sz="3455" b="1"/>
            </a:lvl3pPr>
            <a:lvl4pPr marL="2632512" indent="0">
              <a:buNone/>
              <a:defRPr sz="3071" b="1"/>
            </a:lvl4pPr>
            <a:lvl5pPr marL="3510016" indent="0">
              <a:buNone/>
              <a:defRPr sz="3071" b="1"/>
            </a:lvl5pPr>
            <a:lvl6pPr marL="4387520" indent="0">
              <a:buNone/>
              <a:defRPr sz="3071" b="1"/>
            </a:lvl6pPr>
            <a:lvl7pPr marL="5265024" indent="0">
              <a:buNone/>
              <a:defRPr sz="3071" b="1"/>
            </a:lvl7pPr>
            <a:lvl8pPr marL="6142528" indent="0">
              <a:buNone/>
              <a:defRPr sz="3071" b="1"/>
            </a:lvl8pPr>
            <a:lvl9pPr marL="7020032" indent="0">
              <a:buNone/>
              <a:defRPr sz="3071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46123" y="5260078"/>
            <a:ext cx="9947942" cy="77367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020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826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58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960014"/>
            <a:ext cx="7547028" cy="3360050"/>
          </a:xfrm>
        </p:spPr>
        <p:txBody>
          <a:bodyPr anchor="b"/>
          <a:lstStyle>
            <a:lvl1pPr>
              <a:defRPr sz="614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7942" y="2073365"/>
            <a:ext cx="11846123" cy="10233485"/>
          </a:xfrm>
        </p:spPr>
        <p:txBody>
          <a:bodyPr/>
          <a:lstStyle>
            <a:lvl1pPr>
              <a:defRPr sz="6142"/>
            </a:lvl1pPr>
            <a:lvl2pPr>
              <a:defRPr sz="5374"/>
            </a:lvl2pPr>
            <a:lvl3pPr>
              <a:defRPr sz="4606"/>
            </a:lvl3pPr>
            <a:lvl4pPr>
              <a:defRPr sz="3839"/>
            </a:lvl4pPr>
            <a:lvl5pPr>
              <a:defRPr sz="3839"/>
            </a:lvl5pPr>
            <a:lvl6pPr>
              <a:defRPr sz="3839"/>
            </a:lvl6pPr>
            <a:lvl7pPr>
              <a:defRPr sz="3839"/>
            </a:lvl7pPr>
            <a:lvl8pPr>
              <a:defRPr sz="3839"/>
            </a:lvl8pPr>
            <a:lvl9pPr>
              <a:defRPr sz="3839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4320064"/>
            <a:ext cx="7547028" cy="8003453"/>
          </a:xfrm>
        </p:spPr>
        <p:txBody>
          <a:bodyPr/>
          <a:lstStyle>
            <a:lvl1pPr marL="0" indent="0">
              <a:buNone/>
              <a:defRPr sz="3071"/>
            </a:lvl1pPr>
            <a:lvl2pPr marL="877504" indent="0">
              <a:buNone/>
              <a:defRPr sz="2687"/>
            </a:lvl2pPr>
            <a:lvl3pPr marL="1755008" indent="0">
              <a:buNone/>
              <a:defRPr sz="2303"/>
            </a:lvl3pPr>
            <a:lvl4pPr marL="2632512" indent="0">
              <a:buNone/>
              <a:defRPr sz="1919"/>
            </a:lvl4pPr>
            <a:lvl5pPr marL="3510016" indent="0">
              <a:buNone/>
              <a:defRPr sz="1919"/>
            </a:lvl5pPr>
            <a:lvl6pPr marL="4387520" indent="0">
              <a:buNone/>
              <a:defRPr sz="1919"/>
            </a:lvl6pPr>
            <a:lvl7pPr marL="5265024" indent="0">
              <a:buNone/>
              <a:defRPr sz="1919"/>
            </a:lvl7pPr>
            <a:lvl8pPr marL="6142528" indent="0">
              <a:buNone/>
              <a:defRPr sz="1919"/>
            </a:lvl8pPr>
            <a:lvl9pPr marL="7020032" indent="0">
              <a:buNone/>
              <a:defRPr sz="191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18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960014"/>
            <a:ext cx="7547028" cy="3360050"/>
          </a:xfrm>
        </p:spPr>
        <p:txBody>
          <a:bodyPr anchor="b"/>
          <a:lstStyle>
            <a:lvl1pPr>
              <a:defRPr sz="614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47942" y="2073365"/>
            <a:ext cx="11846123" cy="10233485"/>
          </a:xfrm>
        </p:spPr>
        <p:txBody>
          <a:bodyPr anchor="t"/>
          <a:lstStyle>
            <a:lvl1pPr marL="0" indent="0">
              <a:buNone/>
              <a:defRPr sz="6142"/>
            </a:lvl1pPr>
            <a:lvl2pPr marL="877504" indent="0">
              <a:buNone/>
              <a:defRPr sz="5374"/>
            </a:lvl2pPr>
            <a:lvl3pPr marL="1755008" indent="0">
              <a:buNone/>
              <a:defRPr sz="4606"/>
            </a:lvl3pPr>
            <a:lvl4pPr marL="2632512" indent="0">
              <a:buNone/>
              <a:defRPr sz="3839"/>
            </a:lvl4pPr>
            <a:lvl5pPr marL="3510016" indent="0">
              <a:buNone/>
              <a:defRPr sz="3839"/>
            </a:lvl5pPr>
            <a:lvl6pPr marL="4387520" indent="0">
              <a:buNone/>
              <a:defRPr sz="3839"/>
            </a:lvl6pPr>
            <a:lvl7pPr marL="5265024" indent="0">
              <a:buNone/>
              <a:defRPr sz="3839"/>
            </a:lvl7pPr>
            <a:lvl8pPr marL="6142528" indent="0">
              <a:buNone/>
              <a:defRPr sz="3839"/>
            </a:lvl8pPr>
            <a:lvl9pPr marL="7020032" indent="0">
              <a:buNone/>
              <a:defRPr sz="383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4320064"/>
            <a:ext cx="7547028" cy="8003453"/>
          </a:xfrm>
        </p:spPr>
        <p:txBody>
          <a:bodyPr/>
          <a:lstStyle>
            <a:lvl1pPr marL="0" indent="0">
              <a:buNone/>
              <a:defRPr sz="3071"/>
            </a:lvl1pPr>
            <a:lvl2pPr marL="877504" indent="0">
              <a:buNone/>
              <a:defRPr sz="2687"/>
            </a:lvl2pPr>
            <a:lvl3pPr marL="1755008" indent="0">
              <a:buNone/>
              <a:defRPr sz="2303"/>
            </a:lvl3pPr>
            <a:lvl4pPr marL="2632512" indent="0">
              <a:buNone/>
              <a:defRPr sz="1919"/>
            </a:lvl4pPr>
            <a:lvl5pPr marL="3510016" indent="0">
              <a:buNone/>
              <a:defRPr sz="1919"/>
            </a:lvl5pPr>
            <a:lvl6pPr marL="4387520" indent="0">
              <a:buNone/>
              <a:defRPr sz="1919"/>
            </a:lvl6pPr>
            <a:lvl7pPr marL="5265024" indent="0">
              <a:buNone/>
              <a:defRPr sz="1919"/>
            </a:lvl7pPr>
            <a:lvl8pPr marL="6142528" indent="0">
              <a:buNone/>
              <a:defRPr sz="1919"/>
            </a:lvl8pPr>
            <a:lvl9pPr marL="7020032" indent="0">
              <a:buNone/>
              <a:defRPr sz="191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92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006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745446" y="766678"/>
            <a:ext cx="5045571" cy="122035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8733" y="766678"/>
            <a:ext cx="14844216" cy="122035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800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8733" y="766679"/>
            <a:ext cx="201822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8733" y="3833390"/>
            <a:ext cx="201822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08733" y="13346865"/>
            <a:ext cx="526494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51167" y="13346865"/>
            <a:ext cx="789741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26073" y="13346865"/>
            <a:ext cx="526494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25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755008" rtl="0" eaLnBrk="1" latinLnBrk="0" hangingPunct="1">
        <a:lnSpc>
          <a:spcPct val="90000"/>
        </a:lnSpc>
        <a:spcBef>
          <a:spcPct val="0"/>
        </a:spcBef>
        <a:buNone/>
        <a:defRPr sz="84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8752" indent="-438752" algn="l" defTabSz="1755008" rtl="0" eaLnBrk="1" latinLnBrk="0" hangingPunct="1">
        <a:lnSpc>
          <a:spcPct val="90000"/>
        </a:lnSpc>
        <a:spcBef>
          <a:spcPts val="1919"/>
        </a:spcBef>
        <a:buFont typeface="Arial" panose="020B0604020202020204" pitchFamily="34" charset="0"/>
        <a:buChar char="•"/>
        <a:defRPr sz="5374" kern="1200">
          <a:solidFill>
            <a:schemeClr val="tx1"/>
          </a:solidFill>
          <a:latin typeface="+mn-lt"/>
          <a:ea typeface="+mn-ea"/>
          <a:cs typeface="+mn-cs"/>
        </a:defRPr>
      </a:lvl1pPr>
      <a:lvl2pPr marL="1316256" indent="-438752" algn="l" defTabSz="1755008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2pPr>
      <a:lvl3pPr marL="2193760" indent="-438752" algn="l" defTabSz="1755008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3839" kern="1200">
          <a:solidFill>
            <a:schemeClr val="tx1"/>
          </a:solidFill>
          <a:latin typeface="+mn-lt"/>
          <a:ea typeface="+mn-ea"/>
          <a:cs typeface="+mn-cs"/>
        </a:defRPr>
      </a:lvl3pPr>
      <a:lvl4pPr marL="3071264" indent="-438752" algn="l" defTabSz="1755008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3455" kern="1200">
          <a:solidFill>
            <a:schemeClr val="tx1"/>
          </a:solidFill>
          <a:latin typeface="+mn-lt"/>
          <a:ea typeface="+mn-ea"/>
          <a:cs typeface="+mn-cs"/>
        </a:defRPr>
      </a:lvl4pPr>
      <a:lvl5pPr marL="3948768" indent="-438752" algn="l" defTabSz="1755008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3455" kern="1200">
          <a:solidFill>
            <a:schemeClr val="tx1"/>
          </a:solidFill>
          <a:latin typeface="+mn-lt"/>
          <a:ea typeface="+mn-ea"/>
          <a:cs typeface="+mn-cs"/>
        </a:defRPr>
      </a:lvl5pPr>
      <a:lvl6pPr marL="4826272" indent="-438752" algn="l" defTabSz="1755008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3455" kern="1200">
          <a:solidFill>
            <a:schemeClr val="tx1"/>
          </a:solidFill>
          <a:latin typeface="+mn-lt"/>
          <a:ea typeface="+mn-ea"/>
          <a:cs typeface="+mn-cs"/>
        </a:defRPr>
      </a:lvl6pPr>
      <a:lvl7pPr marL="5703776" indent="-438752" algn="l" defTabSz="1755008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3455" kern="1200">
          <a:solidFill>
            <a:schemeClr val="tx1"/>
          </a:solidFill>
          <a:latin typeface="+mn-lt"/>
          <a:ea typeface="+mn-ea"/>
          <a:cs typeface="+mn-cs"/>
        </a:defRPr>
      </a:lvl7pPr>
      <a:lvl8pPr marL="6581280" indent="-438752" algn="l" defTabSz="1755008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3455" kern="1200">
          <a:solidFill>
            <a:schemeClr val="tx1"/>
          </a:solidFill>
          <a:latin typeface="+mn-lt"/>
          <a:ea typeface="+mn-ea"/>
          <a:cs typeface="+mn-cs"/>
        </a:defRPr>
      </a:lvl8pPr>
      <a:lvl9pPr marL="7458784" indent="-438752" algn="l" defTabSz="1755008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34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55008" rtl="0" eaLnBrk="1" latinLnBrk="0" hangingPunct="1">
        <a:defRPr sz="3455" kern="1200">
          <a:solidFill>
            <a:schemeClr val="tx1"/>
          </a:solidFill>
          <a:latin typeface="+mn-lt"/>
          <a:ea typeface="+mn-ea"/>
          <a:cs typeface="+mn-cs"/>
        </a:defRPr>
      </a:lvl1pPr>
      <a:lvl2pPr marL="877504" algn="l" defTabSz="1755008" rtl="0" eaLnBrk="1" latinLnBrk="0" hangingPunct="1">
        <a:defRPr sz="3455" kern="1200">
          <a:solidFill>
            <a:schemeClr val="tx1"/>
          </a:solidFill>
          <a:latin typeface="+mn-lt"/>
          <a:ea typeface="+mn-ea"/>
          <a:cs typeface="+mn-cs"/>
        </a:defRPr>
      </a:lvl2pPr>
      <a:lvl3pPr marL="1755008" algn="l" defTabSz="1755008" rtl="0" eaLnBrk="1" latinLnBrk="0" hangingPunct="1">
        <a:defRPr sz="3455" kern="1200">
          <a:solidFill>
            <a:schemeClr val="tx1"/>
          </a:solidFill>
          <a:latin typeface="+mn-lt"/>
          <a:ea typeface="+mn-ea"/>
          <a:cs typeface="+mn-cs"/>
        </a:defRPr>
      </a:lvl3pPr>
      <a:lvl4pPr marL="2632512" algn="l" defTabSz="1755008" rtl="0" eaLnBrk="1" latinLnBrk="0" hangingPunct="1">
        <a:defRPr sz="3455" kern="1200">
          <a:solidFill>
            <a:schemeClr val="tx1"/>
          </a:solidFill>
          <a:latin typeface="+mn-lt"/>
          <a:ea typeface="+mn-ea"/>
          <a:cs typeface="+mn-cs"/>
        </a:defRPr>
      </a:lvl4pPr>
      <a:lvl5pPr marL="3510016" algn="l" defTabSz="1755008" rtl="0" eaLnBrk="1" latinLnBrk="0" hangingPunct="1">
        <a:defRPr sz="3455" kern="1200">
          <a:solidFill>
            <a:schemeClr val="tx1"/>
          </a:solidFill>
          <a:latin typeface="+mn-lt"/>
          <a:ea typeface="+mn-ea"/>
          <a:cs typeface="+mn-cs"/>
        </a:defRPr>
      </a:lvl5pPr>
      <a:lvl6pPr marL="4387520" algn="l" defTabSz="1755008" rtl="0" eaLnBrk="1" latinLnBrk="0" hangingPunct="1">
        <a:defRPr sz="3455" kern="1200">
          <a:solidFill>
            <a:schemeClr val="tx1"/>
          </a:solidFill>
          <a:latin typeface="+mn-lt"/>
          <a:ea typeface="+mn-ea"/>
          <a:cs typeface="+mn-cs"/>
        </a:defRPr>
      </a:lvl6pPr>
      <a:lvl7pPr marL="5265024" algn="l" defTabSz="1755008" rtl="0" eaLnBrk="1" latinLnBrk="0" hangingPunct="1">
        <a:defRPr sz="3455" kern="1200">
          <a:solidFill>
            <a:schemeClr val="tx1"/>
          </a:solidFill>
          <a:latin typeface="+mn-lt"/>
          <a:ea typeface="+mn-ea"/>
          <a:cs typeface="+mn-cs"/>
        </a:defRPr>
      </a:lvl7pPr>
      <a:lvl8pPr marL="6142528" algn="l" defTabSz="1755008" rtl="0" eaLnBrk="1" latinLnBrk="0" hangingPunct="1">
        <a:defRPr sz="3455" kern="1200">
          <a:solidFill>
            <a:schemeClr val="tx1"/>
          </a:solidFill>
          <a:latin typeface="+mn-lt"/>
          <a:ea typeface="+mn-ea"/>
          <a:cs typeface="+mn-cs"/>
        </a:defRPr>
      </a:lvl8pPr>
      <a:lvl9pPr marL="7020032" algn="l" defTabSz="1755008" rtl="0" eaLnBrk="1" latinLnBrk="0" hangingPunct="1">
        <a:defRPr sz="34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D863F-E72E-B9B1-5398-E6A8FFE2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ruppieren 159">
            <a:extLst>
              <a:ext uri="{FF2B5EF4-FFF2-40B4-BE49-F238E27FC236}">
                <a16:creationId xmlns:a16="http://schemas.microsoft.com/office/drawing/2014/main" id="{3B8A8346-8D11-A12B-464A-EAA7F6C2F26F}"/>
              </a:ext>
            </a:extLst>
          </p:cNvPr>
          <p:cNvGrpSpPr/>
          <p:nvPr/>
        </p:nvGrpSpPr>
        <p:grpSpPr>
          <a:xfrm>
            <a:off x="1305633" y="1057157"/>
            <a:ext cx="20788484" cy="12285901"/>
            <a:chOff x="3446096" y="1057156"/>
            <a:chExt cx="20788484" cy="12285901"/>
          </a:xfrm>
        </p:grpSpPr>
        <p:grpSp>
          <p:nvGrpSpPr>
            <p:cNvPr id="2" name="Gruppieren 1">
              <a:extLst>
                <a:ext uri="{FF2B5EF4-FFF2-40B4-BE49-F238E27FC236}">
                  <a16:creationId xmlns:a16="http://schemas.microsoft.com/office/drawing/2014/main" id="{97B28592-10B7-3B4E-2477-D9BD1CE1220A}"/>
                </a:ext>
              </a:extLst>
            </p:cNvPr>
            <p:cNvGrpSpPr/>
            <p:nvPr/>
          </p:nvGrpSpPr>
          <p:grpSpPr>
            <a:xfrm>
              <a:off x="3446096" y="2178557"/>
              <a:ext cx="6947467" cy="10043099"/>
              <a:chOff x="5759999" y="2178557"/>
              <a:chExt cx="6947467" cy="10043099"/>
            </a:xfrm>
          </p:grpSpPr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621D4807-EF9C-C1F8-5C48-7E1D20953F07}"/>
                  </a:ext>
                </a:extLst>
              </p:cNvPr>
              <p:cNvSpPr/>
              <p:nvPr/>
            </p:nvSpPr>
            <p:spPr>
              <a:xfrm>
                <a:off x="5759999" y="2178557"/>
                <a:ext cx="6480000" cy="8722800"/>
              </a:xfrm>
              <a:prstGeom prst="rect">
                <a:avLst/>
              </a:prstGeom>
              <a:solidFill>
                <a:srgbClr val="E3C893">
                  <a:alpha val="41961"/>
                </a:srgb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98AD370-0D88-C6BF-6917-8A167F5F7A33}"/>
                  </a:ext>
                </a:extLst>
              </p:cNvPr>
              <p:cNvSpPr txBox="1"/>
              <p:nvPr/>
            </p:nvSpPr>
            <p:spPr>
              <a:xfrm>
                <a:off x="5762953" y="2209221"/>
                <a:ext cx="2162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Single Stream Block</a:t>
                </a:r>
              </a:p>
            </p:txBody>
          </p:sp>
          <p:cxnSp>
            <p:nvCxnSpPr>
              <p:cNvPr id="7" name="Gerade Verbindung mit Pfeil 6">
                <a:extLst>
                  <a:ext uri="{FF2B5EF4-FFF2-40B4-BE49-F238E27FC236}">
                    <a16:creationId xmlns:a16="http://schemas.microsoft.com/office/drawing/2014/main" id="{BC6E740E-04ED-421D-2361-DA1E4B3CC5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0000" y="9986211"/>
                <a:ext cx="0" cy="15159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E2FBFA6-26AD-CE47-6491-3A36FAC6163E}"/>
                  </a:ext>
                </a:extLst>
              </p:cNvPr>
              <p:cNvSpPr txBox="1"/>
              <p:nvPr/>
            </p:nvSpPr>
            <p:spPr>
              <a:xfrm>
                <a:off x="7055621" y="11659073"/>
                <a:ext cx="5293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X</a:t>
                </a:r>
              </a:p>
            </p:txBody>
          </p:sp>
          <p:cxnSp>
            <p:nvCxnSpPr>
              <p:cNvPr id="11" name="Gerade Verbindung mit Pfeil 10">
                <a:extLst>
                  <a:ext uri="{FF2B5EF4-FFF2-40B4-BE49-F238E27FC236}">
                    <a16:creationId xmlns:a16="http://schemas.microsoft.com/office/drawing/2014/main" id="{257936A4-5E83-A92D-FC94-2055DEB4D8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00000" y="9986211"/>
                <a:ext cx="0" cy="1515978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C62FF0F8-06C9-B3A7-F3F3-782C7830062C}"/>
                  </a:ext>
                </a:extLst>
              </p:cNvPr>
              <p:cNvSpPr txBox="1"/>
              <p:nvPr/>
            </p:nvSpPr>
            <p:spPr>
              <a:xfrm>
                <a:off x="10199515" y="11575325"/>
                <a:ext cx="12009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Guidance </a:t>
                </a:r>
              </a:p>
              <a:p>
                <a:r>
                  <a:rPr lang="en-GB" dirty="0"/>
                  <a:t>Vector</a:t>
                </a:r>
              </a:p>
            </p:txBody>
          </p:sp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27927E0B-DF59-E999-B180-B8B09C940BD7}"/>
                  </a:ext>
                </a:extLst>
              </p:cNvPr>
              <p:cNvSpPr/>
              <p:nvPr/>
            </p:nvSpPr>
            <p:spPr>
              <a:xfrm>
                <a:off x="9945758" y="9385959"/>
                <a:ext cx="1708484" cy="579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Modulation Projection</a:t>
                </a:r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737B4E09-9E13-8DBD-5CF4-763D2D86CA97}"/>
                  </a:ext>
                </a:extLst>
              </p:cNvPr>
              <p:cNvSpPr/>
              <p:nvPr/>
            </p:nvSpPr>
            <p:spPr>
              <a:xfrm>
                <a:off x="6357307" y="9590069"/>
                <a:ext cx="1708484" cy="3708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>
                    <a:solidFill>
                      <a:schemeClr val="tx1"/>
                    </a:solidFill>
                  </a:rPr>
                  <a:t>LayerNorm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" name="Gerade Verbindung 17">
                <a:extLst>
                  <a:ext uri="{FF2B5EF4-FFF2-40B4-BE49-F238E27FC236}">
                    <a16:creationId xmlns:a16="http://schemas.microsoft.com/office/drawing/2014/main" id="{A3EEBA39-7E4B-06BF-A277-0FF0E2A97D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0000" y="9005608"/>
                <a:ext cx="0" cy="59007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 Verbindung 20">
                <a:extLst>
                  <a:ext uri="{FF2B5EF4-FFF2-40B4-BE49-F238E27FC236}">
                    <a16:creationId xmlns:a16="http://schemas.microsoft.com/office/drawing/2014/main" id="{68F21D8F-A048-9131-9263-1EF8374CB6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0000" y="9014400"/>
                <a:ext cx="148194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 Verbindung 22">
                <a:extLst>
                  <a:ext uri="{FF2B5EF4-FFF2-40B4-BE49-F238E27FC236}">
                    <a16:creationId xmlns:a16="http://schemas.microsoft.com/office/drawing/2014/main" id="{061D4CF6-7317-F7C3-C09A-E3D22ED413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00000" y="9011480"/>
                <a:ext cx="0" cy="36000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 Verbindung mit Pfeil 26">
                <a:extLst>
                  <a:ext uri="{FF2B5EF4-FFF2-40B4-BE49-F238E27FC236}">
                    <a16:creationId xmlns:a16="http://schemas.microsoft.com/office/drawing/2014/main" id="{1B904953-E326-7D66-68D4-808E69DBE9BB}"/>
                  </a:ext>
                </a:extLst>
              </p:cNvPr>
              <p:cNvCxnSpPr/>
              <p:nvPr/>
            </p:nvCxnSpPr>
            <p:spPr>
              <a:xfrm flipV="1">
                <a:off x="8681947" y="8465608"/>
                <a:ext cx="0" cy="54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EAFDA547-4E36-E8CC-2994-90250A330222}"/>
                  </a:ext>
                </a:extLst>
              </p:cNvPr>
              <p:cNvSpPr/>
              <p:nvPr/>
            </p:nvSpPr>
            <p:spPr>
              <a:xfrm>
                <a:off x="8145757" y="7873084"/>
                <a:ext cx="1708484" cy="579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Apply Scale &amp; Shift</a:t>
                </a:r>
              </a:p>
            </p:txBody>
          </p:sp>
          <p:cxnSp>
            <p:nvCxnSpPr>
              <p:cNvPr id="30" name="Gerade Verbindung mit Pfeil 29">
                <a:extLst>
                  <a:ext uri="{FF2B5EF4-FFF2-40B4-BE49-F238E27FC236}">
                    <a16:creationId xmlns:a16="http://schemas.microsoft.com/office/drawing/2014/main" id="{BCEF45AC-538A-6CD9-0503-E9C7CCEC51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99999" y="7328448"/>
                <a:ext cx="0" cy="54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F6071045-4854-BA3E-41FF-FD84B66EE4D8}"/>
                  </a:ext>
                </a:extLst>
              </p:cNvPr>
              <p:cNvSpPr/>
              <p:nvPr/>
            </p:nvSpPr>
            <p:spPr>
              <a:xfrm>
                <a:off x="8145757" y="6945335"/>
                <a:ext cx="1708484" cy="370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Linear1</a:t>
                </a:r>
              </a:p>
            </p:txBody>
          </p:sp>
          <p:cxnSp>
            <p:nvCxnSpPr>
              <p:cNvPr id="33" name="Gerade Verbindung 32">
                <a:extLst>
                  <a:ext uri="{FF2B5EF4-FFF2-40B4-BE49-F238E27FC236}">
                    <a16:creationId xmlns:a16="http://schemas.microsoft.com/office/drawing/2014/main" id="{AD485B54-942C-1ED8-90C7-D44592C624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99999" y="6584447"/>
                <a:ext cx="0" cy="3600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 Verbindung 34">
                <a:extLst>
                  <a:ext uri="{FF2B5EF4-FFF2-40B4-BE49-F238E27FC236}">
                    <a16:creationId xmlns:a16="http://schemas.microsoft.com/office/drawing/2014/main" id="{3C9B0FB9-C4A2-41B0-66EE-B6D0522E6F61}"/>
                  </a:ext>
                </a:extLst>
              </p:cNvPr>
              <p:cNvCxnSpPr/>
              <p:nvPr/>
            </p:nvCxnSpPr>
            <p:spPr>
              <a:xfrm>
                <a:off x="7199999" y="6584447"/>
                <a:ext cx="3600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 Verbindung mit Pfeil 37">
                <a:extLst>
                  <a:ext uri="{FF2B5EF4-FFF2-40B4-BE49-F238E27FC236}">
                    <a16:creationId xmlns:a16="http://schemas.microsoft.com/office/drawing/2014/main" id="{C93675D1-51F3-6704-8CE9-B7056D9B2666}"/>
                  </a:ext>
                </a:extLst>
              </p:cNvPr>
              <p:cNvCxnSpPr/>
              <p:nvPr/>
            </p:nvCxnSpPr>
            <p:spPr>
              <a:xfrm flipV="1">
                <a:off x="7211549" y="6225745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 Verbindung mit Pfeil 39">
                <a:extLst>
                  <a:ext uri="{FF2B5EF4-FFF2-40B4-BE49-F238E27FC236}">
                    <a16:creationId xmlns:a16="http://schemas.microsoft.com/office/drawing/2014/main" id="{76C8AF53-5126-27F8-91F7-0F7A4F54610A}"/>
                  </a:ext>
                </a:extLst>
              </p:cNvPr>
              <p:cNvCxnSpPr/>
              <p:nvPr/>
            </p:nvCxnSpPr>
            <p:spPr>
              <a:xfrm flipV="1">
                <a:off x="10799999" y="6225745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F2FFC9E4-2BE9-8D78-35D5-0F7A3753C182}"/>
                  </a:ext>
                </a:extLst>
              </p:cNvPr>
              <p:cNvSpPr/>
              <p:nvPr/>
            </p:nvSpPr>
            <p:spPr>
              <a:xfrm>
                <a:off x="6345757" y="5844984"/>
                <a:ext cx="1708484" cy="37080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  <a:alpha val="5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Self-Attention</a:t>
                </a:r>
              </a:p>
            </p:txBody>
          </p: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7FC18E61-126E-2052-F3DD-1F67AF4412EE}"/>
                  </a:ext>
                </a:extLst>
              </p:cNvPr>
              <p:cNvSpPr/>
              <p:nvPr/>
            </p:nvSpPr>
            <p:spPr>
              <a:xfrm>
                <a:off x="9945757" y="5844984"/>
                <a:ext cx="1708484" cy="3708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GELU</a:t>
                </a:r>
              </a:p>
            </p:txBody>
          </p:sp>
          <p:cxnSp>
            <p:nvCxnSpPr>
              <p:cNvPr id="44" name="Gerade Verbindung 43">
                <a:extLst>
                  <a:ext uri="{FF2B5EF4-FFF2-40B4-BE49-F238E27FC236}">
                    <a16:creationId xmlns:a16="http://schemas.microsoft.com/office/drawing/2014/main" id="{9F1C56A8-D2AC-BF0C-E4E2-65864D4409A9}"/>
                  </a:ext>
                </a:extLst>
              </p:cNvPr>
              <p:cNvCxnSpPr>
                <a:stCxn id="41" idx="0"/>
              </p:cNvCxnSpPr>
              <p:nvPr/>
            </p:nvCxnSpPr>
            <p:spPr>
              <a:xfrm flipV="1">
                <a:off x="7199999" y="5486710"/>
                <a:ext cx="0" cy="35827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 Verbindung 45">
                <a:extLst>
                  <a:ext uri="{FF2B5EF4-FFF2-40B4-BE49-F238E27FC236}">
                    <a16:creationId xmlns:a16="http://schemas.microsoft.com/office/drawing/2014/main" id="{BF51A6EE-A848-DA7F-D633-1F8DB7DE3A50}"/>
                  </a:ext>
                </a:extLst>
              </p:cNvPr>
              <p:cNvCxnSpPr>
                <a:stCxn id="42" idx="0"/>
              </p:cNvCxnSpPr>
              <p:nvPr/>
            </p:nvCxnSpPr>
            <p:spPr>
              <a:xfrm flipV="1">
                <a:off x="10799999" y="5486710"/>
                <a:ext cx="0" cy="35827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2" name="Gruppieren 51">
                <a:extLst>
                  <a:ext uri="{FF2B5EF4-FFF2-40B4-BE49-F238E27FC236}">
                    <a16:creationId xmlns:a16="http://schemas.microsoft.com/office/drawing/2014/main" id="{EAEBA638-7CA0-94FA-97E6-AD30223C6187}"/>
                  </a:ext>
                </a:extLst>
              </p:cNvPr>
              <p:cNvGrpSpPr/>
              <p:nvPr/>
            </p:nvGrpSpPr>
            <p:grpSpPr>
              <a:xfrm>
                <a:off x="8909999" y="5398826"/>
                <a:ext cx="180000" cy="180000"/>
                <a:chOff x="2993721" y="5110619"/>
                <a:chExt cx="180000" cy="180000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37FE4C25-9B80-2CA0-78DB-F6CADDBEE3DE}"/>
                    </a:ext>
                  </a:extLst>
                </p:cNvPr>
                <p:cNvSpPr/>
                <p:nvPr/>
              </p:nvSpPr>
              <p:spPr>
                <a:xfrm>
                  <a:off x="2993721" y="5110619"/>
                  <a:ext cx="180000" cy="180000"/>
                </a:xfrm>
                <a:prstGeom prst="ellipse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49" name="Gerade Verbindung 48">
                  <a:extLst>
                    <a:ext uri="{FF2B5EF4-FFF2-40B4-BE49-F238E27FC236}">
                      <a16:creationId xmlns:a16="http://schemas.microsoft.com/office/drawing/2014/main" id="{EACE9CE7-D02A-5B02-1536-84221AB5772D}"/>
                    </a:ext>
                  </a:extLst>
                </p:cNvPr>
                <p:cNvCxnSpPr>
                  <a:stCxn id="47" idx="0"/>
                  <a:endCxn id="47" idx="4"/>
                </p:cNvCxnSpPr>
                <p:nvPr/>
              </p:nvCxnSpPr>
              <p:spPr>
                <a:xfrm>
                  <a:off x="3083721" y="5110619"/>
                  <a:ext cx="0" cy="1800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Gerade Verbindung 50">
                  <a:extLst>
                    <a:ext uri="{FF2B5EF4-FFF2-40B4-BE49-F238E27FC236}">
                      <a16:creationId xmlns:a16="http://schemas.microsoft.com/office/drawing/2014/main" id="{09D42E60-6387-B266-BBE6-2EF836BE0897}"/>
                    </a:ext>
                  </a:extLst>
                </p:cNvPr>
                <p:cNvCxnSpPr>
                  <a:stCxn id="47" idx="2"/>
                  <a:endCxn id="47" idx="6"/>
                </p:cNvCxnSpPr>
                <p:nvPr/>
              </p:nvCxnSpPr>
              <p:spPr>
                <a:xfrm>
                  <a:off x="2993721" y="5200619"/>
                  <a:ext cx="18000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" name="Gerade Verbindung mit Pfeil 53">
                <a:extLst>
                  <a:ext uri="{FF2B5EF4-FFF2-40B4-BE49-F238E27FC236}">
                    <a16:creationId xmlns:a16="http://schemas.microsoft.com/office/drawing/2014/main" id="{E67324B7-D6B3-9E7B-83BB-E91085C5986B}"/>
                  </a:ext>
                </a:extLst>
              </p:cNvPr>
              <p:cNvCxnSpPr/>
              <p:nvPr/>
            </p:nvCxnSpPr>
            <p:spPr>
              <a:xfrm>
                <a:off x="7199999" y="5486710"/>
                <a:ext cx="171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Gerade Verbindung mit Pfeil 57">
                <a:extLst>
                  <a:ext uri="{FF2B5EF4-FFF2-40B4-BE49-F238E27FC236}">
                    <a16:creationId xmlns:a16="http://schemas.microsoft.com/office/drawing/2014/main" id="{51AFFC7A-5D94-D651-0A34-70EE383FCF0B}"/>
                  </a:ext>
                </a:extLst>
              </p:cNvPr>
              <p:cNvCxnSpPr/>
              <p:nvPr/>
            </p:nvCxnSpPr>
            <p:spPr>
              <a:xfrm flipH="1">
                <a:off x="9090000" y="5486710"/>
                <a:ext cx="170999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Gerade Verbindung mit Pfeil 59">
                <a:extLst>
                  <a:ext uri="{FF2B5EF4-FFF2-40B4-BE49-F238E27FC236}">
                    <a16:creationId xmlns:a16="http://schemas.microsoft.com/office/drawing/2014/main" id="{8AC7087C-479A-43A0-4ECA-CD54CE70A322}"/>
                  </a:ext>
                </a:extLst>
              </p:cNvPr>
              <p:cNvCxnSpPr/>
              <p:nvPr/>
            </p:nvCxnSpPr>
            <p:spPr>
              <a:xfrm flipV="1">
                <a:off x="8999999" y="5035773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4CB67D58-F520-BB77-2411-78464544CB44}"/>
                  </a:ext>
                </a:extLst>
              </p:cNvPr>
              <p:cNvSpPr/>
              <p:nvPr/>
            </p:nvSpPr>
            <p:spPr>
              <a:xfrm>
                <a:off x="8145757" y="4654216"/>
                <a:ext cx="1708484" cy="370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Projection</a:t>
                </a:r>
              </a:p>
            </p:txBody>
          </p:sp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CC34B0D0-907B-840C-B817-2DE017BC2494}"/>
                  </a:ext>
                </a:extLst>
              </p:cNvPr>
              <p:cNvSpPr txBox="1"/>
              <p:nvPr/>
            </p:nvSpPr>
            <p:spPr>
              <a:xfrm>
                <a:off x="9754587" y="8747353"/>
                <a:ext cx="10454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i="1" dirty="0"/>
                  <a:t>Scale, Shift</a:t>
                </a:r>
              </a:p>
            </p:txBody>
          </p:sp>
          <p:cxnSp>
            <p:nvCxnSpPr>
              <p:cNvPr id="64" name="Gerade Verbindung 63">
                <a:extLst>
                  <a:ext uri="{FF2B5EF4-FFF2-40B4-BE49-F238E27FC236}">
                    <a16:creationId xmlns:a16="http://schemas.microsoft.com/office/drawing/2014/main" id="{E12E4D7C-68DF-8CB0-5447-9EBF72A149C7}"/>
                  </a:ext>
                </a:extLst>
              </p:cNvPr>
              <p:cNvCxnSpPr>
                <a:cxnSpLocks/>
                <a:stCxn id="14" idx="3"/>
              </p:cNvCxnSpPr>
              <p:nvPr/>
            </p:nvCxnSpPr>
            <p:spPr>
              <a:xfrm>
                <a:off x="11654242" y="9675759"/>
                <a:ext cx="349690" cy="354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Gerade Verbindung 65">
                <a:extLst>
                  <a:ext uri="{FF2B5EF4-FFF2-40B4-BE49-F238E27FC236}">
                    <a16:creationId xmlns:a16="http://schemas.microsoft.com/office/drawing/2014/main" id="{3D1871C1-FDC6-5D2F-0BC1-68E0D34A33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03932" y="3915336"/>
                <a:ext cx="0" cy="5760777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Gerade Verbindung mit Pfeil 67">
                <a:extLst>
                  <a:ext uri="{FF2B5EF4-FFF2-40B4-BE49-F238E27FC236}">
                    <a16:creationId xmlns:a16="http://schemas.microsoft.com/office/drawing/2014/main" id="{9A6B3C7A-A0A0-7B1C-4C16-D2AC8AF636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99999" y="4112311"/>
                <a:ext cx="0" cy="54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C2F692FE-A7FD-8B69-6568-5F27B32EB48C}"/>
                  </a:ext>
                </a:extLst>
              </p:cNvPr>
              <p:cNvSpPr/>
              <p:nvPr/>
            </p:nvSpPr>
            <p:spPr>
              <a:xfrm>
                <a:off x="8145757" y="3722009"/>
                <a:ext cx="1708484" cy="370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Gating</a:t>
                </a:r>
              </a:p>
            </p:txBody>
          </p:sp>
          <p:cxnSp>
            <p:nvCxnSpPr>
              <p:cNvPr id="71" name="Gerade Verbindung mit Pfeil 70">
                <a:extLst>
                  <a:ext uri="{FF2B5EF4-FFF2-40B4-BE49-F238E27FC236}">
                    <a16:creationId xmlns:a16="http://schemas.microsoft.com/office/drawing/2014/main" id="{F554CDDD-7BD7-B7D8-5D13-F0752B4F49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54241" y="3915336"/>
                <a:ext cx="2149691" cy="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9EB5E043-6D8F-830A-9BA5-E517616C4AE4}"/>
                  </a:ext>
                </a:extLst>
              </p:cNvPr>
              <p:cNvSpPr txBox="1"/>
              <p:nvPr/>
            </p:nvSpPr>
            <p:spPr>
              <a:xfrm>
                <a:off x="11492710" y="3668974"/>
                <a:ext cx="12147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i="1" dirty="0"/>
                  <a:t>Gate</a:t>
                </a:r>
              </a:p>
            </p:txBody>
          </p:sp>
          <p:cxnSp>
            <p:nvCxnSpPr>
              <p:cNvPr id="77" name="Gerade Verbindung 76">
                <a:extLst>
                  <a:ext uri="{FF2B5EF4-FFF2-40B4-BE49-F238E27FC236}">
                    <a16:creationId xmlns:a16="http://schemas.microsoft.com/office/drawing/2014/main" id="{730C4E1F-1963-2BB5-B1B8-1CEAE4EAB3F8}"/>
                  </a:ext>
                </a:extLst>
              </p:cNvPr>
              <p:cNvCxnSpPr>
                <a:stCxn id="69" idx="0"/>
              </p:cNvCxnSpPr>
              <p:nvPr/>
            </p:nvCxnSpPr>
            <p:spPr>
              <a:xfrm flipV="1">
                <a:off x="8999999" y="3349496"/>
                <a:ext cx="0" cy="37251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AAAF5EA-265A-0DC2-1293-D9B3EBD49060}"/>
                  </a:ext>
                </a:extLst>
              </p:cNvPr>
              <p:cNvSpPr/>
              <p:nvPr/>
            </p:nvSpPr>
            <p:spPr>
              <a:xfrm>
                <a:off x="8910127" y="3175586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accent1"/>
                    </a:solidFill>
                  </a:rPr>
                  <a:t>+</a:t>
                </a:r>
              </a:p>
            </p:txBody>
          </p:sp>
          <p:cxnSp>
            <p:nvCxnSpPr>
              <p:cNvPr id="85" name="Gerade Verbindung 84">
                <a:extLst>
                  <a:ext uri="{FF2B5EF4-FFF2-40B4-BE49-F238E27FC236}">
                    <a16:creationId xmlns:a16="http://schemas.microsoft.com/office/drawing/2014/main" id="{F98E0C5C-5374-EA63-CBE3-3C553343C6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28426" y="10532605"/>
                <a:ext cx="107157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Gerade Verbindung 86">
                <a:extLst>
                  <a:ext uri="{FF2B5EF4-FFF2-40B4-BE49-F238E27FC236}">
                    <a16:creationId xmlns:a16="http://schemas.microsoft.com/office/drawing/2014/main" id="{AB30FDAE-D7CE-5098-EC72-D9AF33F494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28426" y="3265586"/>
                <a:ext cx="0" cy="72670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Gerade Verbindung mit Pfeil 88">
                <a:extLst>
                  <a:ext uri="{FF2B5EF4-FFF2-40B4-BE49-F238E27FC236}">
                    <a16:creationId xmlns:a16="http://schemas.microsoft.com/office/drawing/2014/main" id="{4069D8CA-05B0-2639-04D4-5182B17A721F}"/>
                  </a:ext>
                </a:extLst>
              </p:cNvPr>
              <p:cNvCxnSpPr>
                <a:cxnSpLocks/>
                <a:endCxn id="79" idx="2"/>
              </p:cNvCxnSpPr>
              <p:nvPr/>
            </p:nvCxnSpPr>
            <p:spPr>
              <a:xfrm>
                <a:off x="6128426" y="3265586"/>
                <a:ext cx="278170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Gerade Verbindung mit Pfeil 97">
                <a:extLst>
                  <a:ext uri="{FF2B5EF4-FFF2-40B4-BE49-F238E27FC236}">
                    <a16:creationId xmlns:a16="http://schemas.microsoft.com/office/drawing/2014/main" id="{1CAABB51-CE71-F83D-3A2E-9048ACBE3C11}"/>
                  </a:ext>
                </a:extLst>
              </p:cNvPr>
              <p:cNvCxnSpPr>
                <a:cxnSpLocks/>
                <a:stCxn id="79" idx="0"/>
              </p:cNvCxnSpPr>
              <p:nvPr/>
            </p:nvCxnSpPr>
            <p:spPr>
              <a:xfrm flipH="1" flipV="1">
                <a:off x="8999999" y="2800339"/>
                <a:ext cx="128" cy="3752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 Verbindung mit Pfeil 103">
                <a:extLst>
                  <a:ext uri="{FF2B5EF4-FFF2-40B4-BE49-F238E27FC236}">
                    <a16:creationId xmlns:a16="http://schemas.microsoft.com/office/drawing/2014/main" id="{46EB38A3-D9D1-B344-AF7E-4A196F8E6E26}"/>
                  </a:ext>
                </a:extLst>
              </p:cNvPr>
              <p:cNvCxnSpPr/>
              <p:nvPr/>
            </p:nvCxnSpPr>
            <p:spPr>
              <a:xfrm flipV="1">
                <a:off x="9322298" y="8467200"/>
                <a:ext cx="0" cy="54000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Gerade Verbindung 105">
                <a:extLst>
                  <a:ext uri="{FF2B5EF4-FFF2-40B4-BE49-F238E27FC236}">
                    <a16:creationId xmlns:a16="http://schemas.microsoft.com/office/drawing/2014/main" id="{F4E1B7BC-19C1-48F3-4232-391B944C5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8052" y="9014400"/>
                <a:ext cx="1481947" cy="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B1ADACD2-B16B-F992-FBC5-53159C6C64ED}"/>
                </a:ext>
              </a:extLst>
            </p:cNvPr>
            <p:cNvGrpSpPr/>
            <p:nvPr/>
          </p:nvGrpSpPr>
          <p:grpSpPr>
            <a:xfrm>
              <a:off x="11634580" y="1057156"/>
              <a:ext cx="12600000" cy="12285901"/>
              <a:chOff x="720106" y="630936"/>
              <a:chExt cx="12600000" cy="12285901"/>
            </a:xfrm>
          </p:grpSpPr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74CD4475-9C6C-5987-4DAA-FDE3835BA63A}"/>
                  </a:ext>
                </a:extLst>
              </p:cNvPr>
              <p:cNvSpPr/>
              <p:nvPr/>
            </p:nvSpPr>
            <p:spPr>
              <a:xfrm>
                <a:off x="720106" y="630936"/>
                <a:ext cx="12600000" cy="1093057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1961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FD1247AC-6EBB-480A-D863-CAD36C1DB6EE}"/>
                  </a:ext>
                </a:extLst>
              </p:cNvPr>
              <p:cNvSpPr/>
              <p:nvPr/>
            </p:nvSpPr>
            <p:spPr>
              <a:xfrm>
                <a:off x="7421711" y="10317978"/>
                <a:ext cx="1708484" cy="84562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Text Modulation Projection</a:t>
                </a:r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39EBC401-3620-9444-9E2B-4FCAC3E32A98}"/>
                  </a:ext>
                </a:extLst>
              </p:cNvPr>
              <p:cNvSpPr/>
              <p:nvPr/>
            </p:nvSpPr>
            <p:spPr>
              <a:xfrm>
                <a:off x="4903735" y="10317600"/>
                <a:ext cx="1708484" cy="84562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Image Modulation Projection</a:t>
                </a:r>
              </a:p>
            </p:txBody>
          </p:sp>
          <p:cxnSp>
            <p:nvCxnSpPr>
              <p:cNvPr id="13" name="Gerade Verbindung mit Pfeil 12">
                <a:extLst>
                  <a:ext uri="{FF2B5EF4-FFF2-40B4-BE49-F238E27FC236}">
                    <a16:creationId xmlns:a16="http://schemas.microsoft.com/office/drawing/2014/main" id="{32302273-5AA9-1F16-8033-DBD8E3E05A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40000" y="10688400"/>
                <a:ext cx="0" cy="15821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D3106D60-42BF-E0AB-6FF0-368F58104581}"/>
                  </a:ext>
                </a:extLst>
              </p:cNvPr>
              <p:cNvCxnSpPr/>
              <p:nvPr/>
            </p:nvCxnSpPr>
            <p:spPr>
              <a:xfrm flipV="1">
                <a:off x="5760000" y="11163600"/>
                <a:ext cx="0" cy="1106906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 Verbindung mit Pfeil 16">
                <a:extLst>
                  <a:ext uri="{FF2B5EF4-FFF2-40B4-BE49-F238E27FC236}">
                    <a16:creationId xmlns:a16="http://schemas.microsoft.com/office/drawing/2014/main" id="{FC4F2A37-7C21-45FF-8F16-37044CEC31E4}"/>
                  </a:ext>
                </a:extLst>
              </p:cNvPr>
              <p:cNvCxnSpPr>
                <a:cxnSpLocks/>
                <a:endCxn id="29" idx="2"/>
              </p:cNvCxnSpPr>
              <p:nvPr/>
            </p:nvCxnSpPr>
            <p:spPr>
              <a:xfrm flipH="1" flipV="1">
                <a:off x="10793929" y="10688400"/>
                <a:ext cx="6071" cy="15821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 Verbindung mit Pfeil 18">
                <a:extLst>
                  <a:ext uri="{FF2B5EF4-FFF2-40B4-BE49-F238E27FC236}">
                    <a16:creationId xmlns:a16="http://schemas.microsoft.com/office/drawing/2014/main" id="{D42AAE63-4B15-8616-093E-DA476599E29F}"/>
                  </a:ext>
                </a:extLst>
              </p:cNvPr>
              <p:cNvCxnSpPr/>
              <p:nvPr/>
            </p:nvCxnSpPr>
            <p:spPr>
              <a:xfrm flipV="1">
                <a:off x="8280000" y="11163600"/>
                <a:ext cx="0" cy="1106906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442B3230-E430-5FAE-D508-8E09633844C2}"/>
                  </a:ext>
                </a:extLst>
              </p:cNvPr>
              <p:cNvSpPr txBox="1"/>
              <p:nvPr/>
            </p:nvSpPr>
            <p:spPr>
              <a:xfrm>
                <a:off x="2767017" y="12270506"/>
                <a:ext cx="9459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Image</a:t>
                </a:r>
              </a:p>
              <a:p>
                <a:r>
                  <a:rPr lang="en-GB" dirty="0"/>
                  <a:t>Feature</a:t>
                </a:r>
              </a:p>
            </p:txBody>
          </p: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45C52052-DC5C-9331-EF43-6EBAE1DE999C}"/>
                  </a:ext>
                </a:extLst>
              </p:cNvPr>
              <p:cNvSpPr txBox="1"/>
              <p:nvPr/>
            </p:nvSpPr>
            <p:spPr>
              <a:xfrm>
                <a:off x="10327017" y="12270506"/>
                <a:ext cx="9459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Text</a:t>
                </a:r>
              </a:p>
              <a:p>
                <a:r>
                  <a:rPr lang="en-GB" dirty="0"/>
                  <a:t>Feature</a:t>
                </a:r>
              </a:p>
            </p:txBody>
          </p:sp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C569A054-FA44-65AF-C4CA-8440CE754192}"/>
                  </a:ext>
                </a:extLst>
              </p:cNvPr>
              <p:cNvSpPr txBox="1"/>
              <p:nvPr/>
            </p:nvSpPr>
            <p:spPr>
              <a:xfrm>
                <a:off x="5291637" y="12270506"/>
                <a:ext cx="12009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Guidance </a:t>
                </a:r>
              </a:p>
              <a:p>
                <a:r>
                  <a:rPr lang="en-GB" dirty="0"/>
                  <a:t>Vector</a:t>
                </a:r>
              </a:p>
            </p:txBody>
          </p: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5E98B4F0-4FBB-D14E-0F54-9115570CB82F}"/>
                  </a:ext>
                </a:extLst>
              </p:cNvPr>
              <p:cNvSpPr txBox="1"/>
              <p:nvPr/>
            </p:nvSpPr>
            <p:spPr>
              <a:xfrm>
                <a:off x="7866048" y="12270506"/>
                <a:ext cx="12009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Guidance </a:t>
                </a:r>
              </a:p>
              <a:p>
                <a:r>
                  <a:rPr lang="en-GB" dirty="0"/>
                  <a:t>Vector</a:t>
                </a:r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1A66A62A-7E75-BF68-3AC5-57C17B0CD17A}"/>
                  </a:ext>
                </a:extLst>
              </p:cNvPr>
              <p:cNvSpPr/>
              <p:nvPr/>
            </p:nvSpPr>
            <p:spPr>
              <a:xfrm>
                <a:off x="2385759" y="10317600"/>
                <a:ext cx="1708484" cy="3708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>
                    <a:solidFill>
                      <a:schemeClr val="tx1"/>
                    </a:solidFill>
                  </a:rPr>
                  <a:t>LayerNorm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EC03EB59-7A8C-D0C8-B5E7-52AA8E0E3B97}"/>
                  </a:ext>
                </a:extLst>
              </p:cNvPr>
              <p:cNvSpPr/>
              <p:nvPr/>
            </p:nvSpPr>
            <p:spPr>
              <a:xfrm>
                <a:off x="9939687" y="10317600"/>
                <a:ext cx="1708484" cy="3708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>
                    <a:solidFill>
                      <a:schemeClr val="tx1"/>
                    </a:solidFill>
                  </a:rPr>
                  <a:t>LayerNorm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2" name="Gerade Verbindung 31">
                <a:extLst>
                  <a:ext uri="{FF2B5EF4-FFF2-40B4-BE49-F238E27FC236}">
                    <a16:creationId xmlns:a16="http://schemas.microsoft.com/office/drawing/2014/main" id="{7E365908-3FBB-0750-F5CD-0E139A13F8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240000" y="10137600"/>
                <a:ext cx="1" cy="1800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 Verbindung 33">
                <a:extLst>
                  <a:ext uri="{FF2B5EF4-FFF2-40B4-BE49-F238E27FC236}">
                    <a16:creationId xmlns:a16="http://schemas.microsoft.com/office/drawing/2014/main" id="{CE8BB8C7-E454-A408-EBB9-3BD87F0EF8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57976" y="10137600"/>
                <a:ext cx="1" cy="18000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DDBB7E64-EB72-49EA-3A98-2D93D13F0561}"/>
                  </a:ext>
                </a:extLst>
              </p:cNvPr>
              <p:cNvSpPr/>
              <p:nvPr/>
            </p:nvSpPr>
            <p:spPr>
              <a:xfrm>
                <a:off x="3646800" y="9360000"/>
                <a:ext cx="1708484" cy="579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Apply Scale &amp; Shift</a:t>
                </a:r>
              </a:p>
            </p:txBody>
          </p:sp>
          <p:cxnSp>
            <p:nvCxnSpPr>
              <p:cNvPr id="37" name="Gerade Verbindung 36">
                <a:extLst>
                  <a:ext uri="{FF2B5EF4-FFF2-40B4-BE49-F238E27FC236}">
                    <a16:creationId xmlns:a16="http://schemas.microsoft.com/office/drawing/2014/main" id="{59A1AC23-EC70-B4EC-61DF-CF67D7BB74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999" y="10137600"/>
                <a:ext cx="1080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 Verbindung 38">
                <a:extLst>
                  <a:ext uri="{FF2B5EF4-FFF2-40B4-BE49-F238E27FC236}">
                    <a16:creationId xmlns:a16="http://schemas.microsoft.com/office/drawing/2014/main" id="{0DA1F3EE-C3DB-91C3-3052-E7470652D175}"/>
                  </a:ext>
                </a:extLst>
              </p:cNvPr>
              <p:cNvCxnSpPr/>
              <p:nvPr/>
            </p:nvCxnSpPr>
            <p:spPr>
              <a:xfrm flipH="1">
                <a:off x="4677976" y="10137600"/>
                <a:ext cx="1080000" cy="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 Verbindung mit Pfeil 42">
                <a:extLst>
                  <a:ext uri="{FF2B5EF4-FFF2-40B4-BE49-F238E27FC236}">
                    <a16:creationId xmlns:a16="http://schemas.microsoft.com/office/drawing/2014/main" id="{2019E444-487A-75D8-ECB2-48C88542048B}"/>
                  </a:ext>
                </a:extLst>
              </p:cNvPr>
              <p:cNvCxnSpPr/>
              <p:nvPr/>
            </p:nvCxnSpPr>
            <p:spPr>
              <a:xfrm flipV="1">
                <a:off x="4319999" y="9966960"/>
                <a:ext cx="0" cy="18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 Verbindung mit Pfeil 44">
                <a:extLst>
                  <a:ext uri="{FF2B5EF4-FFF2-40B4-BE49-F238E27FC236}">
                    <a16:creationId xmlns:a16="http://schemas.microsoft.com/office/drawing/2014/main" id="{9DE04215-8C8C-0E15-6383-EBD451DEEC3D}"/>
                  </a:ext>
                </a:extLst>
              </p:cNvPr>
              <p:cNvCxnSpPr/>
              <p:nvPr/>
            </p:nvCxnSpPr>
            <p:spPr>
              <a:xfrm flipV="1">
                <a:off x="4683600" y="9968400"/>
                <a:ext cx="0" cy="18000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 Verbindung 47">
                <a:extLst>
                  <a:ext uri="{FF2B5EF4-FFF2-40B4-BE49-F238E27FC236}">
                    <a16:creationId xmlns:a16="http://schemas.microsoft.com/office/drawing/2014/main" id="{9D65A9AC-AF85-C32F-24F8-8E9A286A81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70008" y="10137600"/>
                <a:ext cx="1" cy="18000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Gerade Verbindung 49">
                <a:extLst>
                  <a:ext uri="{FF2B5EF4-FFF2-40B4-BE49-F238E27FC236}">
                    <a16:creationId xmlns:a16="http://schemas.microsoft.com/office/drawing/2014/main" id="{6111D5EB-885E-8322-5180-695B284ED2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787984" y="10137600"/>
                <a:ext cx="1" cy="1800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Rechteck 52">
                <a:extLst>
                  <a:ext uri="{FF2B5EF4-FFF2-40B4-BE49-F238E27FC236}">
                    <a16:creationId xmlns:a16="http://schemas.microsoft.com/office/drawing/2014/main" id="{A21FEE2A-F004-8948-D9CC-73671A0636BE}"/>
                  </a:ext>
                </a:extLst>
              </p:cNvPr>
              <p:cNvSpPr/>
              <p:nvPr/>
            </p:nvSpPr>
            <p:spPr>
              <a:xfrm>
                <a:off x="8676808" y="9360000"/>
                <a:ext cx="1708484" cy="579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Apply Scale &amp; Shift</a:t>
                </a:r>
              </a:p>
            </p:txBody>
          </p:sp>
          <p:cxnSp>
            <p:nvCxnSpPr>
              <p:cNvPr id="55" name="Gerade Verbindung 54">
                <a:extLst>
                  <a:ext uri="{FF2B5EF4-FFF2-40B4-BE49-F238E27FC236}">
                    <a16:creationId xmlns:a16="http://schemas.microsoft.com/office/drawing/2014/main" id="{EAC7216B-822F-77CA-6B86-ACA0BF0B60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0007" y="10137600"/>
                <a:ext cx="1080000" cy="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Gerade Verbindung 55">
                <a:extLst>
                  <a:ext uri="{FF2B5EF4-FFF2-40B4-BE49-F238E27FC236}">
                    <a16:creationId xmlns:a16="http://schemas.microsoft.com/office/drawing/2014/main" id="{54CE2747-AB5D-7388-2F79-7A40F1D494E2}"/>
                  </a:ext>
                </a:extLst>
              </p:cNvPr>
              <p:cNvCxnSpPr/>
              <p:nvPr/>
            </p:nvCxnSpPr>
            <p:spPr>
              <a:xfrm flipH="1">
                <a:off x="9707984" y="10137600"/>
                <a:ext cx="1080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Gerade Verbindung mit Pfeil 56">
                <a:extLst>
                  <a:ext uri="{FF2B5EF4-FFF2-40B4-BE49-F238E27FC236}">
                    <a16:creationId xmlns:a16="http://schemas.microsoft.com/office/drawing/2014/main" id="{22BB4555-3846-F035-2E32-F49426027058}"/>
                  </a:ext>
                </a:extLst>
              </p:cNvPr>
              <p:cNvCxnSpPr/>
              <p:nvPr/>
            </p:nvCxnSpPr>
            <p:spPr>
              <a:xfrm flipV="1">
                <a:off x="9350007" y="9968400"/>
                <a:ext cx="0" cy="18000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Gerade Verbindung mit Pfeil 58">
                <a:extLst>
                  <a:ext uri="{FF2B5EF4-FFF2-40B4-BE49-F238E27FC236}">
                    <a16:creationId xmlns:a16="http://schemas.microsoft.com/office/drawing/2014/main" id="{604A6D16-9B25-9B2D-3486-0767AA1D2FC5}"/>
                  </a:ext>
                </a:extLst>
              </p:cNvPr>
              <p:cNvCxnSpPr/>
              <p:nvPr/>
            </p:nvCxnSpPr>
            <p:spPr>
              <a:xfrm flipV="1">
                <a:off x="9715063" y="9968400"/>
                <a:ext cx="0" cy="18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1461A36C-4548-3B38-FC76-208B5EE43B4A}"/>
                  </a:ext>
                </a:extLst>
              </p:cNvPr>
              <p:cNvSpPr/>
              <p:nvPr/>
            </p:nvSpPr>
            <p:spPr>
              <a:xfrm>
                <a:off x="3646800" y="8609204"/>
                <a:ext cx="1708484" cy="370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Image Linear1</a:t>
                </a:r>
              </a:p>
            </p:txBody>
          </p:sp>
          <p:cxnSp>
            <p:nvCxnSpPr>
              <p:cNvPr id="65" name="Gerade Verbindung mit Pfeil 64">
                <a:extLst>
                  <a:ext uri="{FF2B5EF4-FFF2-40B4-BE49-F238E27FC236}">
                    <a16:creationId xmlns:a16="http://schemas.microsoft.com/office/drawing/2014/main" id="{F6C62C78-0215-AB80-A4AD-4C95DE013E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01042" y="8989148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AB789C17-3598-55F0-7D7D-11E059018FA7}"/>
                  </a:ext>
                </a:extLst>
              </p:cNvPr>
              <p:cNvSpPr/>
              <p:nvPr/>
            </p:nvSpPr>
            <p:spPr>
              <a:xfrm>
                <a:off x="8676808" y="8614686"/>
                <a:ext cx="1708484" cy="370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Text Linear1</a:t>
                </a:r>
              </a:p>
            </p:txBody>
          </p:sp>
          <p:cxnSp>
            <p:nvCxnSpPr>
              <p:cNvPr id="70" name="Gerade Verbindung mit Pfeil 69">
                <a:extLst>
                  <a:ext uri="{FF2B5EF4-FFF2-40B4-BE49-F238E27FC236}">
                    <a16:creationId xmlns:a16="http://schemas.microsoft.com/office/drawing/2014/main" id="{5F0D743E-FE56-6F2C-EEBB-8689F90491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31050" y="8994630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BAA52227-5B32-972D-7D0F-65F87B216970}"/>
                  </a:ext>
                </a:extLst>
              </p:cNvPr>
              <p:cNvSpPr/>
              <p:nvPr/>
            </p:nvSpPr>
            <p:spPr>
              <a:xfrm>
                <a:off x="3646800" y="7863006"/>
                <a:ext cx="1708484" cy="3708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RMS Norm</a:t>
                </a:r>
              </a:p>
            </p:txBody>
          </p:sp>
          <p:cxnSp>
            <p:nvCxnSpPr>
              <p:cNvPr id="73" name="Gerade Verbindung mit Pfeil 72">
                <a:extLst>
                  <a:ext uri="{FF2B5EF4-FFF2-40B4-BE49-F238E27FC236}">
                    <a16:creationId xmlns:a16="http://schemas.microsoft.com/office/drawing/2014/main" id="{24F485E3-B15E-A280-36CD-47219BAF19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01042" y="8249204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Rechteck 73">
                <a:extLst>
                  <a:ext uri="{FF2B5EF4-FFF2-40B4-BE49-F238E27FC236}">
                    <a16:creationId xmlns:a16="http://schemas.microsoft.com/office/drawing/2014/main" id="{86FAE6DE-712D-0E8B-EA06-C1D752D02C31}"/>
                  </a:ext>
                </a:extLst>
              </p:cNvPr>
              <p:cNvSpPr/>
              <p:nvPr/>
            </p:nvSpPr>
            <p:spPr>
              <a:xfrm>
                <a:off x="8676808" y="7862373"/>
                <a:ext cx="1708484" cy="3708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RMS Norm</a:t>
                </a:r>
              </a:p>
            </p:txBody>
          </p:sp>
          <p:cxnSp>
            <p:nvCxnSpPr>
              <p:cNvPr id="76" name="Gerade Verbindung mit Pfeil 75">
                <a:extLst>
                  <a:ext uri="{FF2B5EF4-FFF2-40B4-BE49-F238E27FC236}">
                    <a16:creationId xmlns:a16="http://schemas.microsoft.com/office/drawing/2014/main" id="{E7C68CAA-07B6-D308-E763-3992B53FC7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31050" y="8248571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Gerade Verbindung 77">
                <a:extLst>
                  <a:ext uri="{FF2B5EF4-FFF2-40B4-BE49-F238E27FC236}">
                    <a16:creationId xmlns:a16="http://schemas.microsoft.com/office/drawing/2014/main" id="{595209C2-D097-C996-3150-B942556C0B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00000" y="7682400"/>
                <a:ext cx="0" cy="18204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 Verbindung 79">
                <a:extLst>
                  <a:ext uri="{FF2B5EF4-FFF2-40B4-BE49-F238E27FC236}">
                    <a16:creationId xmlns:a16="http://schemas.microsoft.com/office/drawing/2014/main" id="{71C787A1-E5B8-8171-FDCF-65431EFB77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32800" y="7680960"/>
                <a:ext cx="0" cy="18141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uppieren 80">
                <a:extLst>
                  <a:ext uri="{FF2B5EF4-FFF2-40B4-BE49-F238E27FC236}">
                    <a16:creationId xmlns:a16="http://schemas.microsoft.com/office/drawing/2014/main" id="{F7A6D264-82A2-2E7B-29AE-1921E167457D}"/>
                  </a:ext>
                </a:extLst>
              </p:cNvPr>
              <p:cNvGrpSpPr/>
              <p:nvPr/>
            </p:nvGrpSpPr>
            <p:grpSpPr>
              <a:xfrm>
                <a:off x="6930106" y="7593386"/>
                <a:ext cx="180000" cy="180000"/>
                <a:chOff x="2993721" y="5110619"/>
                <a:chExt cx="180000" cy="180000"/>
              </a:xfrm>
            </p:grpSpPr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B90E84F2-B576-3C1D-A421-1BC8FBA4275C}"/>
                    </a:ext>
                  </a:extLst>
                </p:cNvPr>
                <p:cNvSpPr/>
                <p:nvPr/>
              </p:nvSpPr>
              <p:spPr>
                <a:xfrm>
                  <a:off x="2993721" y="5110619"/>
                  <a:ext cx="180000" cy="180000"/>
                </a:xfrm>
                <a:prstGeom prst="ellipse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58" name="Gerade Verbindung 157">
                  <a:extLst>
                    <a:ext uri="{FF2B5EF4-FFF2-40B4-BE49-F238E27FC236}">
                      <a16:creationId xmlns:a16="http://schemas.microsoft.com/office/drawing/2014/main" id="{B608BBBD-7BD4-DF03-6192-F3B65A0C50CB}"/>
                    </a:ext>
                  </a:extLst>
                </p:cNvPr>
                <p:cNvCxnSpPr>
                  <a:stCxn id="157" idx="0"/>
                  <a:endCxn id="157" idx="4"/>
                </p:cNvCxnSpPr>
                <p:nvPr/>
              </p:nvCxnSpPr>
              <p:spPr>
                <a:xfrm>
                  <a:off x="3083721" y="5110619"/>
                  <a:ext cx="0" cy="1800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Gerade Verbindung 158">
                  <a:extLst>
                    <a:ext uri="{FF2B5EF4-FFF2-40B4-BE49-F238E27FC236}">
                      <a16:creationId xmlns:a16="http://schemas.microsoft.com/office/drawing/2014/main" id="{F926CFBD-0594-04D3-45BB-919F17F064FA}"/>
                    </a:ext>
                  </a:extLst>
                </p:cNvPr>
                <p:cNvCxnSpPr>
                  <a:stCxn id="157" idx="2"/>
                  <a:endCxn id="157" idx="6"/>
                </p:cNvCxnSpPr>
                <p:nvPr/>
              </p:nvCxnSpPr>
              <p:spPr>
                <a:xfrm>
                  <a:off x="2993721" y="5200619"/>
                  <a:ext cx="18000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2" name="Gerade Verbindung mit Pfeil 81">
                <a:extLst>
                  <a:ext uri="{FF2B5EF4-FFF2-40B4-BE49-F238E27FC236}">
                    <a16:creationId xmlns:a16="http://schemas.microsoft.com/office/drawing/2014/main" id="{EA5DD658-4D8B-1201-2063-E3BA8EDEE6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1042" y="7680960"/>
                <a:ext cx="24336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 Verbindung mit Pfeil 82">
                <a:extLst>
                  <a:ext uri="{FF2B5EF4-FFF2-40B4-BE49-F238E27FC236}">
                    <a16:creationId xmlns:a16="http://schemas.microsoft.com/office/drawing/2014/main" id="{31CB4D82-4EDA-B7E8-5CAA-26268E26ED08}"/>
                  </a:ext>
                </a:extLst>
              </p:cNvPr>
              <p:cNvCxnSpPr/>
              <p:nvPr/>
            </p:nvCxnSpPr>
            <p:spPr>
              <a:xfrm flipH="1">
                <a:off x="7110106" y="7680960"/>
                <a:ext cx="242094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hteck 83">
                <a:extLst>
                  <a:ext uri="{FF2B5EF4-FFF2-40B4-BE49-F238E27FC236}">
                    <a16:creationId xmlns:a16="http://schemas.microsoft.com/office/drawing/2014/main" id="{0F0DFC04-88A0-024C-36F7-68F06F28560A}"/>
                  </a:ext>
                </a:extLst>
              </p:cNvPr>
              <p:cNvSpPr/>
              <p:nvPr/>
            </p:nvSpPr>
            <p:spPr>
              <a:xfrm>
                <a:off x="6165864" y="7026031"/>
                <a:ext cx="1708484" cy="37080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  <a:alpha val="5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Attention</a:t>
                </a:r>
              </a:p>
            </p:txBody>
          </p:sp>
          <p:cxnSp>
            <p:nvCxnSpPr>
              <p:cNvPr id="86" name="Gerade Verbindung mit Pfeil 85">
                <a:extLst>
                  <a:ext uri="{FF2B5EF4-FFF2-40B4-BE49-F238E27FC236}">
                    <a16:creationId xmlns:a16="http://schemas.microsoft.com/office/drawing/2014/main" id="{D4D7804A-09D4-FC3C-BDC6-1F819BE534B0}"/>
                  </a:ext>
                </a:extLst>
              </p:cNvPr>
              <p:cNvCxnSpPr>
                <a:stCxn id="157" idx="0"/>
              </p:cNvCxnSpPr>
              <p:nvPr/>
            </p:nvCxnSpPr>
            <p:spPr>
              <a:xfrm flipV="1">
                <a:off x="7020106" y="7405372"/>
                <a:ext cx="0" cy="1880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Gerade Verbindung 87">
                <a:extLst>
                  <a:ext uri="{FF2B5EF4-FFF2-40B4-BE49-F238E27FC236}">
                    <a16:creationId xmlns:a16="http://schemas.microsoft.com/office/drawing/2014/main" id="{B6B6125C-F540-7F02-C162-0AB2C6A583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20106" y="6846031"/>
                <a:ext cx="0" cy="1800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Gerade Verbindung 89">
                <a:extLst>
                  <a:ext uri="{FF2B5EF4-FFF2-40B4-BE49-F238E27FC236}">
                    <a16:creationId xmlns:a16="http://schemas.microsoft.com/office/drawing/2014/main" id="{876DBB88-E152-0539-C2FE-2F54122DD0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01042" y="6846031"/>
                <a:ext cx="251906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Gerade Verbindung 90">
                <a:extLst>
                  <a:ext uri="{FF2B5EF4-FFF2-40B4-BE49-F238E27FC236}">
                    <a16:creationId xmlns:a16="http://schemas.microsoft.com/office/drawing/2014/main" id="{A7039287-C672-9E72-EE52-F083215F48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10475" y="6846031"/>
                <a:ext cx="251906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Gerade Verbindung mit Pfeil 91">
                <a:extLst>
                  <a:ext uri="{FF2B5EF4-FFF2-40B4-BE49-F238E27FC236}">
                    <a16:creationId xmlns:a16="http://schemas.microsoft.com/office/drawing/2014/main" id="{99647773-E472-096C-8E30-C7BCBD3326B9}"/>
                  </a:ext>
                </a:extLst>
              </p:cNvPr>
              <p:cNvCxnSpPr/>
              <p:nvPr/>
            </p:nvCxnSpPr>
            <p:spPr>
              <a:xfrm flipV="1">
                <a:off x="4500000" y="6667200"/>
                <a:ext cx="0" cy="1800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Gerade Verbindung mit Pfeil 92">
                <a:extLst>
                  <a:ext uri="{FF2B5EF4-FFF2-40B4-BE49-F238E27FC236}">
                    <a16:creationId xmlns:a16="http://schemas.microsoft.com/office/drawing/2014/main" id="{6199E8F2-02A3-BBC3-3499-62D6F1441404}"/>
                  </a:ext>
                </a:extLst>
              </p:cNvPr>
              <p:cNvCxnSpPr/>
              <p:nvPr/>
            </p:nvCxnSpPr>
            <p:spPr>
              <a:xfrm flipV="1">
                <a:off x="9532800" y="6667200"/>
                <a:ext cx="0" cy="1800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Rechteck 93">
                <a:extLst>
                  <a:ext uri="{FF2B5EF4-FFF2-40B4-BE49-F238E27FC236}">
                    <a16:creationId xmlns:a16="http://schemas.microsoft.com/office/drawing/2014/main" id="{60560C8E-495D-6AA3-79AF-D40EE8AEFC76}"/>
                  </a:ext>
                </a:extLst>
              </p:cNvPr>
              <p:cNvSpPr/>
              <p:nvPr/>
            </p:nvSpPr>
            <p:spPr>
              <a:xfrm>
                <a:off x="3645758" y="6066000"/>
                <a:ext cx="1708484" cy="5796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Image Projection</a:t>
                </a:r>
              </a:p>
            </p:txBody>
          </p:sp>
          <p:sp>
            <p:nvSpPr>
              <p:cNvPr id="95" name="Rechteck 94">
                <a:extLst>
                  <a:ext uri="{FF2B5EF4-FFF2-40B4-BE49-F238E27FC236}">
                    <a16:creationId xmlns:a16="http://schemas.microsoft.com/office/drawing/2014/main" id="{B1E40239-F398-4ECC-81F8-D14A55138455}"/>
                  </a:ext>
                </a:extLst>
              </p:cNvPr>
              <p:cNvSpPr/>
              <p:nvPr/>
            </p:nvSpPr>
            <p:spPr>
              <a:xfrm>
                <a:off x="8675297" y="6066000"/>
                <a:ext cx="1708484" cy="5796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Text</a:t>
                </a:r>
              </a:p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 Projection</a:t>
                </a:r>
              </a:p>
            </p:txBody>
          </p:sp>
          <p:sp>
            <p:nvSpPr>
              <p:cNvPr id="96" name="Rechteck 95">
                <a:extLst>
                  <a:ext uri="{FF2B5EF4-FFF2-40B4-BE49-F238E27FC236}">
                    <a16:creationId xmlns:a16="http://schemas.microsoft.com/office/drawing/2014/main" id="{6CF1F82A-C325-95A4-236E-76D5C06055EC}"/>
                  </a:ext>
                </a:extLst>
              </p:cNvPr>
              <p:cNvSpPr/>
              <p:nvPr/>
            </p:nvSpPr>
            <p:spPr>
              <a:xfrm>
                <a:off x="3645758" y="4248209"/>
                <a:ext cx="1708484" cy="3708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>
                    <a:solidFill>
                      <a:schemeClr val="tx1"/>
                    </a:solidFill>
                  </a:rPr>
                  <a:t>LayerNorm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7" name="Gerade Verbindung mit Pfeil 96">
                <a:extLst>
                  <a:ext uri="{FF2B5EF4-FFF2-40B4-BE49-F238E27FC236}">
                    <a16:creationId xmlns:a16="http://schemas.microsoft.com/office/drawing/2014/main" id="{4272E98D-AA00-2FEE-0D4F-104BBA9BD9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00000" y="5713200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 Verbindung mit Pfeil 98">
                <a:extLst>
                  <a:ext uri="{FF2B5EF4-FFF2-40B4-BE49-F238E27FC236}">
                    <a16:creationId xmlns:a16="http://schemas.microsoft.com/office/drawing/2014/main" id="{EE11F83B-8239-A557-2346-A636112C4A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32800" y="5169600"/>
                <a:ext cx="0" cy="18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Rechteck 99">
                <a:extLst>
                  <a:ext uri="{FF2B5EF4-FFF2-40B4-BE49-F238E27FC236}">
                    <a16:creationId xmlns:a16="http://schemas.microsoft.com/office/drawing/2014/main" id="{BCE8DB03-3ACC-163F-20B8-20078AEF93AE}"/>
                  </a:ext>
                </a:extLst>
              </p:cNvPr>
              <p:cNvSpPr/>
              <p:nvPr/>
            </p:nvSpPr>
            <p:spPr>
              <a:xfrm>
                <a:off x="8675297" y="4248209"/>
                <a:ext cx="1708484" cy="3708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>
                    <a:solidFill>
                      <a:schemeClr val="tx1"/>
                    </a:solidFill>
                  </a:rPr>
                  <a:t>LayerNorm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hteck 100">
                <a:extLst>
                  <a:ext uri="{FF2B5EF4-FFF2-40B4-BE49-F238E27FC236}">
                    <a16:creationId xmlns:a16="http://schemas.microsoft.com/office/drawing/2014/main" id="{EB0EB9DE-DA13-F4DF-E642-8B3BD9209AE4}"/>
                  </a:ext>
                </a:extLst>
              </p:cNvPr>
              <p:cNvSpPr/>
              <p:nvPr/>
            </p:nvSpPr>
            <p:spPr>
              <a:xfrm>
                <a:off x="3645758" y="3294209"/>
                <a:ext cx="1708484" cy="579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Apply Scale &amp; Shift</a:t>
                </a:r>
              </a:p>
            </p:txBody>
          </p:sp>
          <p:cxnSp>
            <p:nvCxnSpPr>
              <p:cNvPr id="102" name="Gerade Verbindung mit Pfeil 101">
                <a:extLst>
                  <a:ext uri="{FF2B5EF4-FFF2-40B4-BE49-F238E27FC236}">
                    <a16:creationId xmlns:a16="http://schemas.microsoft.com/office/drawing/2014/main" id="{F22B3E65-FC12-BEDA-46FB-57E30BEADA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00000" y="3888209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Rechteck 102">
                <a:extLst>
                  <a:ext uri="{FF2B5EF4-FFF2-40B4-BE49-F238E27FC236}">
                    <a16:creationId xmlns:a16="http://schemas.microsoft.com/office/drawing/2014/main" id="{EC00DE67-37C0-2CA2-99E3-5AE02D821145}"/>
                  </a:ext>
                </a:extLst>
              </p:cNvPr>
              <p:cNvSpPr/>
              <p:nvPr/>
            </p:nvSpPr>
            <p:spPr>
              <a:xfrm>
                <a:off x="8675297" y="3294209"/>
                <a:ext cx="1708484" cy="579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Apply Scale &amp; Shift</a:t>
                </a:r>
              </a:p>
            </p:txBody>
          </p:sp>
          <p:cxnSp>
            <p:nvCxnSpPr>
              <p:cNvPr id="105" name="Gerade Verbindung mit Pfeil 104">
                <a:extLst>
                  <a:ext uri="{FF2B5EF4-FFF2-40B4-BE49-F238E27FC236}">
                    <a16:creationId xmlns:a16="http://schemas.microsoft.com/office/drawing/2014/main" id="{DDFE0AAE-52D5-B738-E4E7-EDF2AB706C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32800" y="3888209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Rechteck 106">
                <a:extLst>
                  <a:ext uri="{FF2B5EF4-FFF2-40B4-BE49-F238E27FC236}">
                    <a16:creationId xmlns:a16="http://schemas.microsoft.com/office/drawing/2014/main" id="{70EEDBE4-C385-1E30-4CC0-02724BEBB548}"/>
                  </a:ext>
                </a:extLst>
              </p:cNvPr>
              <p:cNvSpPr/>
              <p:nvPr/>
            </p:nvSpPr>
            <p:spPr>
              <a:xfrm>
                <a:off x="3645758" y="2556209"/>
                <a:ext cx="1708484" cy="370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Image MLP</a:t>
                </a:r>
              </a:p>
            </p:txBody>
          </p:sp>
          <p:cxnSp>
            <p:nvCxnSpPr>
              <p:cNvPr id="108" name="Gerade Verbindung mit Pfeil 107">
                <a:extLst>
                  <a:ext uri="{FF2B5EF4-FFF2-40B4-BE49-F238E27FC236}">
                    <a16:creationId xmlns:a16="http://schemas.microsoft.com/office/drawing/2014/main" id="{EE01CAA6-10B3-4AE5-16BB-DB30EAB11A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00000" y="2930609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Rechteck 108">
                <a:extLst>
                  <a:ext uri="{FF2B5EF4-FFF2-40B4-BE49-F238E27FC236}">
                    <a16:creationId xmlns:a16="http://schemas.microsoft.com/office/drawing/2014/main" id="{7B37D968-BEE3-18C6-16D6-A7183932DB9B}"/>
                  </a:ext>
                </a:extLst>
              </p:cNvPr>
              <p:cNvSpPr/>
              <p:nvPr/>
            </p:nvSpPr>
            <p:spPr>
              <a:xfrm>
                <a:off x="8676000" y="2556209"/>
                <a:ext cx="1708484" cy="370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Text MLP</a:t>
                </a:r>
              </a:p>
            </p:txBody>
          </p:sp>
          <p:cxnSp>
            <p:nvCxnSpPr>
              <p:cNvPr id="110" name="Gerade Verbindung mit Pfeil 109">
                <a:extLst>
                  <a:ext uri="{FF2B5EF4-FFF2-40B4-BE49-F238E27FC236}">
                    <a16:creationId xmlns:a16="http://schemas.microsoft.com/office/drawing/2014/main" id="{48F859B2-DB55-3E12-6FA7-9E94F2B919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9539" y="2930609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Rechteck 110">
                <a:extLst>
                  <a:ext uri="{FF2B5EF4-FFF2-40B4-BE49-F238E27FC236}">
                    <a16:creationId xmlns:a16="http://schemas.microsoft.com/office/drawing/2014/main" id="{48B5032C-CD66-DDA8-0A73-5D1E884D9CF2}"/>
                  </a:ext>
                </a:extLst>
              </p:cNvPr>
              <p:cNvSpPr/>
              <p:nvPr/>
            </p:nvSpPr>
            <p:spPr>
              <a:xfrm>
                <a:off x="3640825" y="5347800"/>
                <a:ext cx="1708484" cy="370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Gating</a:t>
                </a:r>
              </a:p>
            </p:txBody>
          </p:sp>
          <p:cxnSp>
            <p:nvCxnSpPr>
              <p:cNvPr id="112" name="Gerade Verbindung mit Pfeil 111">
                <a:extLst>
                  <a:ext uri="{FF2B5EF4-FFF2-40B4-BE49-F238E27FC236}">
                    <a16:creationId xmlns:a16="http://schemas.microsoft.com/office/drawing/2014/main" id="{93C740ED-5387-5FB8-840D-BF798F203F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00000" y="5169600"/>
                <a:ext cx="0" cy="178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 Verbindung 112">
                <a:extLst>
                  <a:ext uri="{FF2B5EF4-FFF2-40B4-BE49-F238E27FC236}">
                    <a16:creationId xmlns:a16="http://schemas.microsoft.com/office/drawing/2014/main" id="{8B7C35C4-B37A-B844-798D-E1A26D85E3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00344" y="2001600"/>
                <a:ext cx="0" cy="8314686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Gerade Verbindung 113">
                <a:extLst>
                  <a:ext uri="{FF2B5EF4-FFF2-40B4-BE49-F238E27FC236}">
                    <a16:creationId xmlns:a16="http://schemas.microsoft.com/office/drawing/2014/main" id="{1AB1CA6D-3216-C088-7C95-796F2E10C1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43613" y="2001600"/>
                <a:ext cx="0" cy="8314686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Textfeld 114">
                <a:extLst>
                  <a:ext uri="{FF2B5EF4-FFF2-40B4-BE49-F238E27FC236}">
                    <a16:creationId xmlns:a16="http://schemas.microsoft.com/office/drawing/2014/main" id="{323451E0-64E1-F02C-EE79-DEE44CAD27F1}"/>
                  </a:ext>
                </a:extLst>
              </p:cNvPr>
              <p:cNvSpPr txBox="1"/>
              <p:nvPr/>
            </p:nvSpPr>
            <p:spPr>
              <a:xfrm>
                <a:off x="4656591" y="9906818"/>
                <a:ext cx="12432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i="1" dirty="0"/>
                  <a:t>Scale1, Shift1</a:t>
                </a:r>
              </a:p>
            </p:txBody>
          </p:sp>
          <p:sp>
            <p:nvSpPr>
              <p:cNvPr id="116" name="Textfeld 115">
                <a:extLst>
                  <a:ext uri="{FF2B5EF4-FFF2-40B4-BE49-F238E27FC236}">
                    <a16:creationId xmlns:a16="http://schemas.microsoft.com/office/drawing/2014/main" id="{E6707579-51C5-371A-BBA6-11CA2704857D}"/>
                  </a:ext>
                </a:extLst>
              </p:cNvPr>
              <p:cNvSpPr txBox="1"/>
              <p:nvPr/>
            </p:nvSpPr>
            <p:spPr>
              <a:xfrm>
                <a:off x="8188394" y="9903071"/>
                <a:ext cx="12432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i="1" dirty="0"/>
                  <a:t>Scale1, Shift1</a:t>
                </a:r>
              </a:p>
            </p:txBody>
          </p:sp>
          <p:cxnSp>
            <p:nvCxnSpPr>
              <p:cNvPr id="117" name="Gerade Verbindung mit Pfeil 116">
                <a:extLst>
                  <a:ext uri="{FF2B5EF4-FFF2-40B4-BE49-F238E27FC236}">
                    <a16:creationId xmlns:a16="http://schemas.microsoft.com/office/drawing/2014/main" id="{F1871277-4CB8-7F22-A56A-24C4874F1E66}"/>
                  </a:ext>
                </a:extLst>
              </p:cNvPr>
              <p:cNvCxnSpPr/>
              <p:nvPr/>
            </p:nvCxnSpPr>
            <p:spPr>
              <a:xfrm flipH="1">
                <a:off x="5349309" y="5533200"/>
                <a:ext cx="751035" cy="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Textfeld 117">
                <a:extLst>
                  <a:ext uri="{FF2B5EF4-FFF2-40B4-BE49-F238E27FC236}">
                    <a16:creationId xmlns:a16="http://schemas.microsoft.com/office/drawing/2014/main" id="{C6BB3871-E801-CD0D-26DE-240F38943CDA}"/>
                  </a:ext>
                </a:extLst>
              </p:cNvPr>
              <p:cNvSpPr txBox="1"/>
              <p:nvPr/>
            </p:nvSpPr>
            <p:spPr>
              <a:xfrm>
                <a:off x="5452363" y="5279671"/>
                <a:ext cx="12147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i="1" dirty="0"/>
                  <a:t>Gate1</a:t>
                </a:r>
              </a:p>
            </p:txBody>
          </p:sp>
          <p:cxnSp>
            <p:nvCxnSpPr>
              <p:cNvPr id="119" name="Gerade Verbindung mit Pfeil 118">
                <a:extLst>
                  <a:ext uri="{FF2B5EF4-FFF2-40B4-BE49-F238E27FC236}">
                    <a16:creationId xmlns:a16="http://schemas.microsoft.com/office/drawing/2014/main" id="{DE94FD63-EE11-A99D-0FD5-63D7274767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34472" y="5711108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Rechteck 119">
                <a:extLst>
                  <a:ext uri="{FF2B5EF4-FFF2-40B4-BE49-F238E27FC236}">
                    <a16:creationId xmlns:a16="http://schemas.microsoft.com/office/drawing/2014/main" id="{74320E2F-820A-0FE5-33CC-5E80361C868E}"/>
                  </a:ext>
                </a:extLst>
              </p:cNvPr>
              <p:cNvSpPr/>
              <p:nvPr/>
            </p:nvSpPr>
            <p:spPr>
              <a:xfrm>
                <a:off x="8675297" y="5345708"/>
                <a:ext cx="1708484" cy="370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Gating</a:t>
                </a:r>
              </a:p>
            </p:txBody>
          </p:sp>
          <p:cxnSp>
            <p:nvCxnSpPr>
              <p:cNvPr id="121" name="Gerade Verbindung mit Pfeil 120">
                <a:extLst>
                  <a:ext uri="{FF2B5EF4-FFF2-40B4-BE49-F238E27FC236}">
                    <a16:creationId xmlns:a16="http://schemas.microsoft.com/office/drawing/2014/main" id="{439092C3-009F-9CF7-E7E7-AA8DB0E1DF5D}"/>
                  </a:ext>
                </a:extLst>
              </p:cNvPr>
              <p:cNvCxnSpPr>
                <a:cxnSpLocks/>
                <a:endCxn id="120" idx="1"/>
              </p:cNvCxnSpPr>
              <p:nvPr/>
            </p:nvCxnSpPr>
            <p:spPr>
              <a:xfrm>
                <a:off x="7943612" y="5531108"/>
                <a:ext cx="731685" cy="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feld 121">
                <a:extLst>
                  <a:ext uri="{FF2B5EF4-FFF2-40B4-BE49-F238E27FC236}">
                    <a16:creationId xmlns:a16="http://schemas.microsoft.com/office/drawing/2014/main" id="{A8937BE1-C9CF-2675-3390-61DA60FA6D8C}"/>
                  </a:ext>
                </a:extLst>
              </p:cNvPr>
              <p:cNvSpPr txBox="1"/>
              <p:nvPr/>
            </p:nvSpPr>
            <p:spPr>
              <a:xfrm>
                <a:off x="7999200" y="5273710"/>
                <a:ext cx="12147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i="1" dirty="0"/>
                  <a:t>Gate1</a:t>
                </a:r>
              </a:p>
            </p:txBody>
          </p:sp>
          <p:cxnSp>
            <p:nvCxnSpPr>
              <p:cNvPr id="123" name="Gerade Verbindung mit Pfeil 122">
                <a:extLst>
                  <a:ext uri="{FF2B5EF4-FFF2-40B4-BE49-F238E27FC236}">
                    <a16:creationId xmlns:a16="http://schemas.microsoft.com/office/drawing/2014/main" id="{4BD1978E-646F-2F75-5606-114032E9100B}"/>
                  </a:ext>
                </a:extLst>
              </p:cNvPr>
              <p:cNvCxnSpPr>
                <a:cxnSpLocks/>
                <a:endCxn id="101" idx="3"/>
              </p:cNvCxnSpPr>
              <p:nvPr/>
            </p:nvCxnSpPr>
            <p:spPr>
              <a:xfrm flipH="1">
                <a:off x="5354242" y="3582860"/>
                <a:ext cx="746102" cy="1149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Gerade Verbindung mit Pfeil 123">
                <a:extLst>
                  <a:ext uri="{FF2B5EF4-FFF2-40B4-BE49-F238E27FC236}">
                    <a16:creationId xmlns:a16="http://schemas.microsoft.com/office/drawing/2014/main" id="{101CCE29-E51D-9C70-8722-B9B688F704B7}"/>
                  </a:ext>
                </a:extLst>
              </p:cNvPr>
              <p:cNvCxnSpPr>
                <a:cxnSpLocks/>
                <a:endCxn id="103" idx="1"/>
              </p:cNvCxnSpPr>
              <p:nvPr/>
            </p:nvCxnSpPr>
            <p:spPr>
              <a:xfrm>
                <a:off x="7943612" y="3582860"/>
                <a:ext cx="731685" cy="1149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662DE18F-BE5B-1DED-04D6-DCEBE9031109}"/>
                  </a:ext>
                </a:extLst>
              </p:cNvPr>
              <p:cNvSpPr txBox="1"/>
              <p:nvPr/>
            </p:nvSpPr>
            <p:spPr>
              <a:xfrm>
                <a:off x="5416066" y="3346468"/>
                <a:ext cx="7607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i="1" dirty="0"/>
                  <a:t>Scale2,</a:t>
                </a:r>
              </a:p>
              <a:p>
                <a:r>
                  <a:rPr lang="en-GB" sz="1400" i="1" dirty="0"/>
                  <a:t> Shift2</a:t>
                </a:r>
              </a:p>
            </p:txBody>
          </p:sp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0242A12C-2EC0-37F4-7AA8-A2A529F685E9}"/>
                  </a:ext>
                </a:extLst>
              </p:cNvPr>
              <p:cNvSpPr txBox="1"/>
              <p:nvPr/>
            </p:nvSpPr>
            <p:spPr>
              <a:xfrm>
                <a:off x="7914576" y="3343476"/>
                <a:ext cx="7607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i="1" dirty="0"/>
                  <a:t>Scale2,</a:t>
                </a:r>
              </a:p>
              <a:p>
                <a:r>
                  <a:rPr lang="en-GB" sz="1400" i="1" dirty="0"/>
                  <a:t> Shift2</a:t>
                </a: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7A9D35C8-2454-6478-33C2-1463C980DAB7}"/>
                  </a:ext>
                </a:extLst>
              </p:cNvPr>
              <p:cNvSpPr/>
              <p:nvPr/>
            </p:nvSpPr>
            <p:spPr>
              <a:xfrm>
                <a:off x="4405067" y="4987555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accent1"/>
                    </a:solidFill>
                  </a:rPr>
                  <a:t>+</a:t>
                </a: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56EFC263-29CC-B416-24F9-894A930D511F}"/>
                  </a:ext>
                </a:extLst>
              </p:cNvPr>
              <p:cNvSpPr/>
              <p:nvPr/>
            </p:nvSpPr>
            <p:spPr>
              <a:xfrm>
                <a:off x="9439200" y="4981901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accent1"/>
                    </a:solidFill>
                  </a:rPr>
                  <a:t>+</a:t>
                </a:r>
              </a:p>
            </p:txBody>
          </p:sp>
          <p:cxnSp>
            <p:nvCxnSpPr>
              <p:cNvPr id="129" name="Gerade Verbindung mit Pfeil 128">
                <a:extLst>
                  <a:ext uri="{FF2B5EF4-FFF2-40B4-BE49-F238E27FC236}">
                    <a16:creationId xmlns:a16="http://schemas.microsoft.com/office/drawing/2014/main" id="{AB901B5B-7B07-4B7B-3CFE-10F3B84F0B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95067" y="4626000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Gerade Verbindung mit Pfeil 129">
                <a:extLst>
                  <a:ext uri="{FF2B5EF4-FFF2-40B4-BE49-F238E27FC236}">
                    <a16:creationId xmlns:a16="http://schemas.microsoft.com/office/drawing/2014/main" id="{BB1C4952-A1B6-62E8-FDDE-274EAB8AE9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32800" y="4626000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Gerade Verbindung 130">
                <a:extLst>
                  <a:ext uri="{FF2B5EF4-FFF2-40B4-BE49-F238E27FC236}">
                    <a16:creationId xmlns:a16="http://schemas.microsoft.com/office/drawing/2014/main" id="{6EB07B75-C71A-4D4C-60B0-72E04FA217BE}"/>
                  </a:ext>
                </a:extLst>
              </p:cNvPr>
              <p:cNvCxnSpPr/>
              <p:nvPr/>
            </p:nvCxnSpPr>
            <p:spPr>
              <a:xfrm flipH="1">
                <a:off x="1806497" y="11163600"/>
                <a:ext cx="1440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Gerade Verbindung 131">
                <a:extLst>
                  <a:ext uri="{FF2B5EF4-FFF2-40B4-BE49-F238E27FC236}">
                    <a16:creationId xmlns:a16="http://schemas.microsoft.com/office/drawing/2014/main" id="{5DCCBFD6-48F1-A942-D08B-E8FE366B262D}"/>
                  </a:ext>
                </a:extLst>
              </p:cNvPr>
              <p:cNvCxnSpPr/>
              <p:nvPr/>
            </p:nvCxnSpPr>
            <p:spPr>
              <a:xfrm flipH="1">
                <a:off x="10796964" y="11163600"/>
                <a:ext cx="1440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Gerade Verbindung 132">
                <a:extLst>
                  <a:ext uri="{FF2B5EF4-FFF2-40B4-BE49-F238E27FC236}">
                    <a16:creationId xmlns:a16="http://schemas.microsoft.com/office/drawing/2014/main" id="{BE406692-1AB5-7FF0-904C-EC64B4D3208B}"/>
                  </a:ext>
                </a:extLst>
              </p:cNvPr>
              <p:cNvCxnSpPr/>
              <p:nvPr/>
            </p:nvCxnSpPr>
            <p:spPr>
              <a:xfrm flipV="1">
                <a:off x="1800000" y="5077555"/>
                <a:ext cx="0" cy="60856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Gerade Verbindung 133">
                <a:extLst>
                  <a:ext uri="{FF2B5EF4-FFF2-40B4-BE49-F238E27FC236}">
                    <a16:creationId xmlns:a16="http://schemas.microsoft.com/office/drawing/2014/main" id="{A42194E2-32DA-E4D5-77EA-2FB33F0C55F0}"/>
                  </a:ext>
                </a:extLst>
              </p:cNvPr>
              <p:cNvCxnSpPr/>
              <p:nvPr/>
            </p:nvCxnSpPr>
            <p:spPr>
              <a:xfrm flipV="1">
                <a:off x="12232800" y="5077555"/>
                <a:ext cx="0" cy="60856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Gerade Verbindung mit Pfeil 134">
                <a:extLst>
                  <a:ext uri="{FF2B5EF4-FFF2-40B4-BE49-F238E27FC236}">
                    <a16:creationId xmlns:a16="http://schemas.microsoft.com/office/drawing/2014/main" id="{8667FCFE-4853-7527-8219-55A3401485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03600" y="5077555"/>
                <a:ext cx="260239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Gerade Verbindung mit Pfeil 135">
                <a:extLst>
                  <a:ext uri="{FF2B5EF4-FFF2-40B4-BE49-F238E27FC236}">
                    <a16:creationId xmlns:a16="http://schemas.microsoft.com/office/drawing/2014/main" id="{98F67229-F7E1-66A3-488C-991356D8FB0E}"/>
                  </a:ext>
                </a:extLst>
              </p:cNvPr>
              <p:cNvCxnSpPr>
                <a:cxnSpLocks/>
                <a:endCxn id="128" idx="6"/>
              </p:cNvCxnSpPr>
              <p:nvPr/>
            </p:nvCxnSpPr>
            <p:spPr>
              <a:xfrm flipH="1" flipV="1">
                <a:off x="9619200" y="5071901"/>
                <a:ext cx="2616004" cy="565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Gerade Verbindung mit Pfeil 136">
                <a:extLst>
                  <a:ext uri="{FF2B5EF4-FFF2-40B4-BE49-F238E27FC236}">
                    <a16:creationId xmlns:a16="http://schemas.microsoft.com/office/drawing/2014/main" id="{3CB11AC0-247B-DFB2-33CD-45758BC7A8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9200" y="2175200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073E0D61-0406-017E-8B02-B2908E2DEC1A}"/>
                  </a:ext>
                </a:extLst>
              </p:cNvPr>
              <p:cNvSpPr/>
              <p:nvPr/>
            </p:nvSpPr>
            <p:spPr>
              <a:xfrm>
                <a:off x="8675297" y="1810895"/>
                <a:ext cx="1708484" cy="370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Gating</a:t>
                </a:r>
              </a:p>
            </p:txBody>
          </p:sp>
          <p:cxnSp>
            <p:nvCxnSpPr>
              <p:cNvPr id="139" name="Gerade Verbindung mit Pfeil 138">
                <a:extLst>
                  <a:ext uri="{FF2B5EF4-FFF2-40B4-BE49-F238E27FC236}">
                    <a16:creationId xmlns:a16="http://schemas.microsoft.com/office/drawing/2014/main" id="{04C24E69-305C-A8F3-5F94-9A96CBDF88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00000" y="2175200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Rechteck 139">
                <a:extLst>
                  <a:ext uri="{FF2B5EF4-FFF2-40B4-BE49-F238E27FC236}">
                    <a16:creationId xmlns:a16="http://schemas.microsoft.com/office/drawing/2014/main" id="{C435574D-7B0F-24A3-D141-06A088E80CFE}"/>
                  </a:ext>
                </a:extLst>
              </p:cNvPr>
              <p:cNvSpPr/>
              <p:nvPr/>
            </p:nvSpPr>
            <p:spPr>
              <a:xfrm>
                <a:off x="3640825" y="1811600"/>
                <a:ext cx="1708484" cy="370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Gating</a:t>
                </a:r>
              </a:p>
            </p:txBody>
          </p:sp>
          <p:cxnSp>
            <p:nvCxnSpPr>
              <p:cNvPr id="141" name="Gerade Verbindung mit Pfeil 140">
                <a:extLst>
                  <a:ext uri="{FF2B5EF4-FFF2-40B4-BE49-F238E27FC236}">
                    <a16:creationId xmlns:a16="http://schemas.microsoft.com/office/drawing/2014/main" id="{AA234939-477E-D8DC-4AE3-6B64BBA3FB5C}"/>
                  </a:ext>
                </a:extLst>
              </p:cNvPr>
              <p:cNvCxnSpPr>
                <a:cxnSpLocks/>
                <a:endCxn id="140" idx="3"/>
              </p:cNvCxnSpPr>
              <p:nvPr/>
            </p:nvCxnSpPr>
            <p:spPr>
              <a:xfrm flipH="1">
                <a:off x="5349309" y="1993617"/>
                <a:ext cx="751035" cy="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Textfeld 141">
                <a:extLst>
                  <a:ext uri="{FF2B5EF4-FFF2-40B4-BE49-F238E27FC236}">
                    <a16:creationId xmlns:a16="http://schemas.microsoft.com/office/drawing/2014/main" id="{19C1C971-82F7-1D7E-BAC3-69C4C28F5526}"/>
                  </a:ext>
                </a:extLst>
              </p:cNvPr>
              <p:cNvSpPr txBox="1"/>
              <p:nvPr/>
            </p:nvSpPr>
            <p:spPr>
              <a:xfrm>
                <a:off x="5452363" y="1750400"/>
                <a:ext cx="12147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i="1" dirty="0"/>
                  <a:t>Gate2</a:t>
                </a:r>
              </a:p>
            </p:txBody>
          </p:sp>
          <p:cxnSp>
            <p:nvCxnSpPr>
              <p:cNvPr id="143" name="Gerade Verbindung mit Pfeil 142">
                <a:extLst>
                  <a:ext uri="{FF2B5EF4-FFF2-40B4-BE49-F238E27FC236}">
                    <a16:creationId xmlns:a16="http://schemas.microsoft.com/office/drawing/2014/main" id="{E52248A4-CCBA-5496-1086-067BC1A0BB5F}"/>
                  </a:ext>
                </a:extLst>
              </p:cNvPr>
              <p:cNvCxnSpPr>
                <a:endCxn id="138" idx="1"/>
              </p:cNvCxnSpPr>
              <p:nvPr/>
            </p:nvCxnSpPr>
            <p:spPr>
              <a:xfrm>
                <a:off x="7943612" y="1995455"/>
                <a:ext cx="731685" cy="84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Textfeld 143">
                <a:extLst>
                  <a:ext uri="{FF2B5EF4-FFF2-40B4-BE49-F238E27FC236}">
                    <a16:creationId xmlns:a16="http://schemas.microsoft.com/office/drawing/2014/main" id="{952192FE-1239-0571-B53A-ADA55F6EB016}"/>
                  </a:ext>
                </a:extLst>
              </p:cNvPr>
              <p:cNvSpPr txBox="1"/>
              <p:nvPr/>
            </p:nvSpPr>
            <p:spPr>
              <a:xfrm>
                <a:off x="7999200" y="1750400"/>
                <a:ext cx="12147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i="1" dirty="0"/>
                  <a:t>Gate2</a:t>
                </a:r>
              </a:p>
            </p:txBody>
          </p:sp>
          <p:cxnSp>
            <p:nvCxnSpPr>
              <p:cNvPr id="145" name="Gerade Verbindung mit Pfeil 144">
                <a:extLst>
                  <a:ext uri="{FF2B5EF4-FFF2-40B4-BE49-F238E27FC236}">
                    <a16:creationId xmlns:a16="http://schemas.microsoft.com/office/drawing/2014/main" id="{5BC440A1-11CC-713C-2D40-364569CFD4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04933" y="1630800"/>
                <a:ext cx="0" cy="178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BD3852F8-8B46-C790-A8A4-A1E90342DA04}"/>
                  </a:ext>
                </a:extLst>
              </p:cNvPr>
              <p:cNvSpPr/>
              <p:nvPr/>
            </p:nvSpPr>
            <p:spPr>
              <a:xfrm>
                <a:off x="4410000" y="1448535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accent1"/>
                    </a:solidFill>
                  </a:rPr>
                  <a:t>+</a:t>
                </a:r>
              </a:p>
            </p:txBody>
          </p:sp>
          <p:cxnSp>
            <p:nvCxnSpPr>
              <p:cNvPr id="147" name="Gerade Verbindung mit Pfeil 146">
                <a:extLst>
                  <a:ext uri="{FF2B5EF4-FFF2-40B4-BE49-F238E27FC236}">
                    <a16:creationId xmlns:a16="http://schemas.microsoft.com/office/drawing/2014/main" id="{9F60E826-F0C5-8750-AA3B-366FD1F139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00000" y="1086980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 Verbindung mit Pfeil 147">
                <a:extLst>
                  <a:ext uri="{FF2B5EF4-FFF2-40B4-BE49-F238E27FC236}">
                    <a16:creationId xmlns:a16="http://schemas.microsoft.com/office/drawing/2014/main" id="{AA71CE49-2BAF-B033-F7C4-115537EB81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529200" y="1630800"/>
                <a:ext cx="0" cy="178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55C7F191-812E-F4D0-6D95-380FB2C3163D}"/>
                  </a:ext>
                </a:extLst>
              </p:cNvPr>
              <p:cNvSpPr/>
              <p:nvPr/>
            </p:nvSpPr>
            <p:spPr>
              <a:xfrm>
                <a:off x="9439200" y="1447200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accent1"/>
                    </a:solidFill>
                  </a:rPr>
                  <a:t>+</a:t>
                </a:r>
              </a:p>
            </p:txBody>
          </p:sp>
          <p:cxnSp>
            <p:nvCxnSpPr>
              <p:cNvPr id="150" name="Gerade Verbindung mit Pfeil 149">
                <a:extLst>
                  <a:ext uri="{FF2B5EF4-FFF2-40B4-BE49-F238E27FC236}">
                    <a16:creationId xmlns:a16="http://schemas.microsoft.com/office/drawing/2014/main" id="{29B00D59-C7B4-C461-BC18-652C3E8F2C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529200" y="1087200"/>
                <a:ext cx="0" cy="36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 Verbindung 150">
                <a:extLst>
                  <a:ext uri="{FF2B5EF4-FFF2-40B4-BE49-F238E27FC236}">
                    <a16:creationId xmlns:a16="http://schemas.microsoft.com/office/drawing/2014/main" id="{3855C8EA-277C-C958-33C0-1D0ABD8AAB97}"/>
                  </a:ext>
                </a:extLst>
              </p:cNvPr>
              <p:cNvCxnSpPr/>
              <p:nvPr/>
            </p:nvCxnSpPr>
            <p:spPr>
              <a:xfrm flipH="1">
                <a:off x="1793174" y="4845600"/>
                <a:ext cx="270682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 Verbindung 151">
                <a:extLst>
                  <a:ext uri="{FF2B5EF4-FFF2-40B4-BE49-F238E27FC236}">
                    <a16:creationId xmlns:a16="http://schemas.microsoft.com/office/drawing/2014/main" id="{26534BC2-57CE-54CC-403C-0F1479063EE0}"/>
                  </a:ext>
                </a:extLst>
              </p:cNvPr>
              <p:cNvCxnSpPr/>
              <p:nvPr/>
            </p:nvCxnSpPr>
            <p:spPr>
              <a:xfrm flipV="1">
                <a:off x="1800000" y="1544400"/>
                <a:ext cx="0" cy="33013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mit Pfeil 152">
                <a:extLst>
                  <a:ext uri="{FF2B5EF4-FFF2-40B4-BE49-F238E27FC236}">
                    <a16:creationId xmlns:a16="http://schemas.microsoft.com/office/drawing/2014/main" id="{BF054A82-E7E1-6F0F-239A-7F9FD90FAD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02674" y="1536729"/>
                <a:ext cx="260239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153">
                <a:extLst>
                  <a:ext uri="{FF2B5EF4-FFF2-40B4-BE49-F238E27FC236}">
                    <a16:creationId xmlns:a16="http://schemas.microsoft.com/office/drawing/2014/main" id="{CE60A275-1556-CB3D-0B0B-479EC848C57F}"/>
                  </a:ext>
                </a:extLst>
              </p:cNvPr>
              <p:cNvCxnSpPr/>
              <p:nvPr/>
            </p:nvCxnSpPr>
            <p:spPr>
              <a:xfrm flipH="1">
                <a:off x="9529539" y="4845600"/>
                <a:ext cx="270682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154">
                <a:extLst>
                  <a:ext uri="{FF2B5EF4-FFF2-40B4-BE49-F238E27FC236}">
                    <a16:creationId xmlns:a16="http://schemas.microsoft.com/office/drawing/2014/main" id="{0FC50F13-14DF-92B5-511B-CBCB932C24F7}"/>
                  </a:ext>
                </a:extLst>
              </p:cNvPr>
              <p:cNvCxnSpPr/>
              <p:nvPr/>
            </p:nvCxnSpPr>
            <p:spPr>
              <a:xfrm flipV="1">
                <a:off x="12232800" y="1544400"/>
                <a:ext cx="0" cy="33013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mit Pfeil 155">
                <a:extLst>
                  <a:ext uri="{FF2B5EF4-FFF2-40B4-BE49-F238E27FC236}">
                    <a16:creationId xmlns:a16="http://schemas.microsoft.com/office/drawing/2014/main" id="{EB6E287F-111C-5980-FA4A-F371F6326043}"/>
                  </a:ext>
                </a:extLst>
              </p:cNvPr>
              <p:cNvCxnSpPr>
                <a:cxnSpLocks/>
                <a:endCxn id="149" idx="6"/>
              </p:cNvCxnSpPr>
              <p:nvPr/>
            </p:nvCxnSpPr>
            <p:spPr>
              <a:xfrm flipH="1" flipV="1">
                <a:off x="9619200" y="1537200"/>
                <a:ext cx="262426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1" name="Textfeld 160">
            <a:extLst>
              <a:ext uri="{FF2B5EF4-FFF2-40B4-BE49-F238E27FC236}">
                <a16:creationId xmlns:a16="http://schemas.microsoft.com/office/drawing/2014/main" id="{AFFA7006-2386-E0D8-2945-552DED816C19}"/>
              </a:ext>
            </a:extLst>
          </p:cNvPr>
          <p:cNvSpPr txBox="1"/>
          <p:nvPr/>
        </p:nvSpPr>
        <p:spPr>
          <a:xfrm>
            <a:off x="9526466" y="1072083"/>
            <a:ext cx="2283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Double Stream Block</a:t>
            </a:r>
          </a:p>
        </p:txBody>
      </p:sp>
    </p:spTree>
    <p:extLst>
      <p:ext uri="{BB962C8B-B14F-4D97-AF65-F5344CB8AC3E}">
        <p14:creationId xmlns:p14="http://schemas.microsoft.com/office/powerpoint/2010/main" val="3578358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105</Words>
  <Application>Microsoft Macintosh PowerPoint</Application>
  <PresentationFormat>Benutzerdefiniert</PresentationFormat>
  <Paragraphs>63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73</cp:revision>
  <dcterms:created xsi:type="dcterms:W3CDTF">2025-12-02T13:46:42Z</dcterms:created>
  <dcterms:modified xsi:type="dcterms:W3CDTF">2026-01-05T15:19:42Z</dcterms:modified>
</cp:coreProperties>
</file>