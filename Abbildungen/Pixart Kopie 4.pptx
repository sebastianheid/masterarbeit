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"/>
  </p:notesMasterIdLst>
  <p:sldIdLst>
    <p:sldId id="268" r:id="rId2"/>
    <p:sldId id="263" r:id="rId3"/>
  </p:sldIdLst>
  <p:sldSz cx="12599988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A4"/>
    <a:srgbClr val="D97D84"/>
    <a:srgbClr val="F2B9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12"/>
    <p:restoredTop sz="93469"/>
  </p:normalViewPr>
  <p:slideViewPr>
    <p:cSldViewPr snapToGrid="0">
      <p:cViewPr varScale="1">
        <p:scale>
          <a:sx n="105" d="100"/>
          <a:sy n="105" d="100"/>
        </p:scale>
        <p:origin x="21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1D67A7C-5EE8-E246-8DB3-90FEFD482A1D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728663" y="1143000"/>
            <a:ext cx="5400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2076A-CD67-1C4F-A4BF-8CD2BB01EED6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70454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28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56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83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711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639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567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494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422" algn="l" defTabSz="863856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9DCC6-5BFE-52EA-C0B7-4F6A7937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B8F2D5B5-38B3-EEEC-4EC2-27ED5712E3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728663" y="1143000"/>
            <a:ext cx="5400675" cy="3086100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96D0DFEE-2431-D4C1-C839-DB4F59E7B5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18,29-2.6=15.69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ED7D7E7-7369-98FE-8047-6BA27130CE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2076A-CD67-1C4F-A4BF-8CD2BB01EED6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04870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74999" y="1178222"/>
            <a:ext cx="9449991" cy="2506427"/>
          </a:xfrm>
        </p:spPr>
        <p:txBody>
          <a:bodyPr anchor="b"/>
          <a:lstStyle>
            <a:lvl1pPr algn="ctr">
              <a:defRPr sz="620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74999" y="3781306"/>
            <a:ext cx="9449991" cy="1738167"/>
          </a:xfrm>
        </p:spPr>
        <p:txBody>
          <a:bodyPr/>
          <a:lstStyle>
            <a:lvl1pPr marL="0" indent="0" algn="ctr">
              <a:buNone/>
              <a:defRPr sz="2480"/>
            </a:lvl1pPr>
            <a:lvl2pPr marL="472516" indent="0" algn="ctr">
              <a:buNone/>
              <a:defRPr sz="2067"/>
            </a:lvl2pPr>
            <a:lvl3pPr marL="945032" indent="0" algn="ctr">
              <a:buNone/>
              <a:defRPr sz="1860"/>
            </a:lvl3pPr>
            <a:lvl4pPr marL="1417549" indent="0" algn="ctr">
              <a:buNone/>
              <a:defRPr sz="1654"/>
            </a:lvl4pPr>
            <a:lvl5pPr marL="1890065" indent="0" algn="ctr">
              <a:buNone/>
              <a:defRPr sz="1654"/>
            </a:lvl5pPr>
            <a:lvl6pPr marL="2362581" indent="0" algn="ctr">
              <a:buNone/>
              <a:defRPr sz="1654"/>
            </a:lvl6pPr>
            <a:lvl7pPr marL="2835097" indent="0" algn="ctr">
              <a:buNone/>
              <a:defRPr sz="1654"/>
            </a:lvl7pPr>
            <a:lvl8pPr marL="3307613" indent="0" algn="ctr">
              <a:buNone/>
              <a:defRPr sz="1654"/>
            </a:lvl8pPr>
            <a:lvl9pPr marL="3780130" indent="0" algn="ctr">
              <a:buNone/>
              <a:defRPr sz="165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17205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21134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9687" y="1794830"/>
            <a:ext cx="10867490" cy="2994714"/>
          </a:xfrm>
        </p:spPr>
        <p:txBody>
          <a:bodyPr anchor="b"/>
          <a:lstStyle>
            <a:lvl1pPr>
              <a:defRPr sz="6201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687" y="4817875"/>
            <a:ext cx="10867490" cy="1574849"/>
          </a:xfrm>
        </p:spPr>
        <p:txBody>
          <a:bodyPr/>
          <a:lstStyle>
            <a:lvl1pPr marL="0" indent="0">
              <a:buNone/>
              <a:defRPr sz="2480">
                <a:solidFill>
                  <a:schemeClr val="tx1">
                    <a:tint val="82000"/>
                  </a:schemeClr>
                </a:solidFill>
              </a:defRPr>
            </a:lvl1pPr>
            <a:lvl2pPr marL="472516" indent="0">
              <a:buNone/>
              <a:defRPr sz="2067">
                <a:solidFill>
                  <a:schemeClr val="tx1">
                    <a:tint val="82000"/>
                  </a:schemeClr>
                </a:solidFill>
              </a:defRPr>
            </a:lvl2pPr>
            <a:lvl3pPr marL="945032" indent="0">
              <a:buNone/>
              <a:defRPr sz="1860">
                <a:solidFill>
                  <a:schemeClr val="tx1">
                    <a:tint val="82000"/>
                  </a:schemeClr>
                </a:solidFill>
              </a:defRPr>
            </a:lvl3pPr>
            <a:lvl4pPr marL="1417549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4pPr>
            <a:lvl5pPr marL="1890065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5pPr>
            <a:lvl6pPr marL="2362581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6pPr>
            <a:lvl7pPr marL="2835097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7pPr>
            <a:lvl8pPr marL="3307613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8pPr>
            <a:lvl9pPr marL="3780130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13196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66249" y="1916484"/>
            <a:ext cx="5354995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8744" y="1916484"/>
            <a:ext cx="5354995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908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0" y="383297"/>
            <a:ext cx="1086749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7891" y="1764832"/>
            <a:ext cx="5330385" cy="864917"/>
          </a:xfrm>
        </p:spPr>
        <p:txBody>
          <a:bodyPr anchor="b"/>
          <a:lstStyle>
            <a:lvl1pPr marL="0" indent="0">
              <a:buNone/>
              <a:defRPr sz="2480" b="1"/>
            </a:lvl1pPr>
            <a:lvl2pPr marL="472516" indent="0">
              <a:buNone/>
              <a:defRPr sz="2067" b="1"/>
            </a:lvl2pPr>
            <a:lvl3pPr marL="945032" indent="0">
              <a:buNone/>
              <a:defRPr sz="1860" b="1"/>
            </a:lvl3pPr>
            <a:lvl4pPr marL="1417549" indent="0">
              <a:buNone/>
              <a:defRPr sz="1654" b="1"/>
            </a:lvl4pPr>
            <a:lvl5pPr marL="1890065" indent="0">
              <a:buNone/>
              <a:defRPr sz="1654" b="1"/>
            </a:lvl5pPr>
            <a:lvl6pPr marL="2362581" indent="0">
              <a:buNone/>
              <a:defRPr sz="1654" b="1"/>
            </a:lvl6pPr>
            <a:lvl7pPr marL="2835097" indent="0">
              <a:buNone/>
              <a:defRPr sz="1654" b="1"/>
            </a:lvl7pPr>
            <a:lvl8pPr marL="3307613" indent="0">
              <a:buNone/>
              <a:defRPr sz="1654" b="1"/>
            </a:lvl8pPr>
            <a:lvl9pPr marL="3780130" indent="0">
              <a:buNone/>
              <a:defRPr sz="165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67891" y="2629749"/>
            <a:ext cx="5330385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8744" y="1764832"/>
            <a:ext cx="5356636" cy="864917"/>
          </a:xfrm>
        </p:spPr>
        <p:txBody>
          <a:bodyPr anchor="b"/>
          <a:lstStyle>
            <a:lvl1pPr marL="0" indent="0">
              <a:buNone/>
              <a:defRPr sz="2480" b="1"/>
            </a:lvl1pPr>
            <a:lvl2pPr marL="472516" indent="0">
              <a:buNone/>
              <a:defRPr sz="2067" b="1"/>
            </a:lvl2pPr>
            <a:lvl3pPr marL="945032" indent="0">
              <a:buNone/>
              <a:defRPr sz="1860" b="1"/>
            </a:lvl3pPr>
            <a:lvl4pPr marL="1417549" indent="0">
              <a:buNone/>
              <a:defRPr sz="1654" b="1"/>
            </a:lvl4pPr>
            <a:lvl5pPr marL="1890065" indent="0">
              <a:buNone/>
              <a:defRPr sz="1654" b="1"/>
            </a:lvl5pPr>
            <a:lvl6pPr marL="2362581" indent="0">
              <a:buNone/>
              <a:defRPr sz="1654" b="1"/>
            </a:lvl6pPr>
            <a:lvl7pPr marL="2835097" indent="0">
              <a:buNone/>
              <a:defRPr sz="1654" b="1"/>
            </a:lvl7pPr>
            <a:lvl8pPr marL="3307613" indent="0">
              <a:buNone/>
              <a:defRPr sz="1654" b="1"/>
            </a:lvl8pPr>
            <a:lvl9pPr marL="3780130" indent="0">
              <a:buNone/>
              <a:defRPr sz="165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8744" y="2629749"/>
            <a:ext cx="5356636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751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45710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368139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479954"/>
            <a:ext cx="4063824" cy="1679840"/>
          </a:xfrm>
        </p:spPr>
        <p:txBody>
          <a:bodyPr anchor="b"/>
          <a:lstStyle>
            <a:lvl1pPr>
              <a:defRPr sz="330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56636" y="1036569"/>
            <a:ext cx="6378744" cy="5116178"/>
          </a:xfrm>
        </p:spPr>
        <p:txBody>
          <a:bodyPr/>
          <a:lstStyle>
            <a:lvl1pPr>
              <a:defRPr sz="3307"/>
            </a:lvl1pPr>
            <a:lvl2pPr>
              <a:defRPr sz="2894"/>
            </a:lvl2pPr>
            <a:lvl3pPr>
              <a:defRPr sz="2480"/>
            </a:lvl3pPr>
            <a:lvl4pPr>
              <a:defRPr sz="2067"/>
            </a:lvl4pPr>
            <a:lvl5pPr>
              <a:defRPr sz="2067"/>
            </a:lvl5pPr>
            <a:lvl6pPr>
              <a:defRPr sz="2067"/>
            </a:lvl6pPr>
            <a:lvl7pPr>
              <a:defRPr sz="2067"/>
            </a:lvl7pPr>
            <a:lvl8pPr>
              <a:defRPr sz="2067"/>
            </a:lvl8pPr>
            <a:lvl9pPr>
              <a:defRPr sz="2067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2159794"/>
            <a:ext cx="4063824" cy="4001285"/>
          </a:xfrm>
        </p:spPr>
        <p:txBody>
          <a:bodyPr/>
          <a:lstStyle>
            <a:lvl1pPr marL="0" indent="0">
              <a:buNone/>
              <a:defRPr sz="1654"/>
            </a:lvl1pPr>
            <a:lvl2pPr marL="472516" indent="0">
              <a:buNone/>
              <a:defRPr sz="1447"/>
            </a:lvl2pPr>
            <a:lvl3pPr marL="945032" indent="0">
              <a:buNone/>
              <a:defRPr sz="1240"/>
            </a:lvl3pPr>
            <a:lvl4pPr marL="1417549" indent="0">
              <a:buNone/>
              <a:defRPr sz="1034"/>
            </a:lvl4pPr>
            <a:lvl5pPr marL="1890065" indent="0">
              <a:buNone/>
              <a:defRPr sz="1034"/>
            </a:lvl5pPr>
            <a:lvl6pPr marL="2362581" indent="0">
              <a:buNone/>
              <a:defRPr sz="1034"/>
            </a:lvl6pPr>
            <a:lvl7pPr marL="2835097" indent="0">
              <a:buNone/>
              <a:defRPr sz="1034"/>
            </a:lvl7pPr>
            <a:lvl8pPr marL="3307613" indent="0">
              <a:buNone/>
              <a:defRPr sz="1034"/>
            </a:lvl8pPr>
            <a:lvl9pPr marL="3780130" indent="0">
              <a:buNone/>
              <a:defRPr sz="103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44761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7891" y="479954"/>
            <a:ext cx="4063824" cy="1679840"/>
          </a:xfrm>
        </p:spPr>
        <p:txBody>
          <a:bodyPr anchor="b"/>
          <a:lstStyle>
            <a:lvl1pPr>
              <a:defRPr sz="3307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356636" y="1036569"/>
            <a:ext cx="6378744" cy="5116178"/>
          </a:xfrm>
        </p:spPr>
        <p:txBody>
          <a:bodyPr anchor="t"/>
          <a:lstStyle>
            <a:lvl1pPr marL="0" indent="0">
              <a:buNone/>
              <a:defRPr sz="3307"/>
            </a:lvl1pPr>
            <a:lvl2pPr marL="472516" indent="0">
              <a:buNone/>
              <a:defRPr sz="2894"/>
            </a:lvl2pPr>
            <a:lvl3pPr marL="945032" indent="0">
              <a:buNone/>
              <a:defRPr sz="2480"/>
            </a:lvl3pPr>
            <a:lvl4pPr marL="1417549" indent="0">
              <a:buNone/>
              <a:defRPr sz="2067"/>
            </a:lvl4pPr>
            <a:lvl5pPr marL="1890065" indent="0">
              <a:buNone/>
              <a:defRPr sz="2067"/>
            </a:lvl5pPr>
            <a:lvl6pPr marL="2362581" indent="0">
              <a:buNone/>
              <a:defRPr sz="2067"/>
            </a:lvl6pPr>
            <a:lvl7pPr marL="2835097" indent="0">
              <a:buNone/>
              <a:defRPr sz="2067"/>
            </a:lvl7pPr>
            <a:lvl8pPr marL="3307613" indent="0">
              <a:buNone/>
              <a:defRPr sz="2067"/>
            </a:lvl8pPr>
            <a:lvl9pPr marL="3780130" indent="0">
              <a:buNone/>
              <a:defRPr sz="2067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7891" y="2159794"/>
            <a:ext cx="4063824" cy="4001285"/>
          </a:xfrm>
        </p:spPr>
        <p:txBody>
          <a:bodyPr/>
          <a:lstStyle>
            <a:lvl1pPr marL="0" indent="0">
              <a:buNone/>
              <a:defRPr sz="1654"/>
            </a:lvl1pPr>
            <a:lvl2pPr marL="472516" indent="0">
              <a:buNone/>
              <a:defRPr sz="1447"/>
            </a:lvl2pPr>
            <a:lvl3pPr marL="945032" indent="0">
              <a:buNone/>
              <a:defRPr sz="1240"/>
            </a:lvl3pPr>
            <a:lvl4pPr marL="1417549" indent="0">
              <a:buNone/>
              <a:defRPr sz="1034"/>
            </a:lvl4pPr>
            <a:lvl5pPr marL="1890065" indent="0">
              <a:buNone/>
              <a:defRPr sz="1034"/>
            </a:lvl5pPr>
            <a:lvl6pPr marL="2362581" indent="0">
              <a:buNone/>
              <a:defRPr sz="1034"/>
            </a:lvl6pPr>
            <a:lvl7pPr marL="2835097" indent="0">
              <a:buNone/>
              <a:defRPr sz="1034"/>
            </a:lvl7pPr>
            <a:lvl8pPr marL="3307613" indent="0">
              <a:buNone/>
              <a:defRPr sz="1034"/>
            </a:lvl8pPr>
            <a:lvl9pPr marL="3780130" indent="0">
              <a:buNone/>
              <a:defRPr sz="103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317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2969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16867" y="383297"/>
            <a:ext cx="2716872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66249" y="383297"/>
            <a:ext cx="7993117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53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66249" y="383297"/>
            <a:ext cx="1086749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49" y="1916484"/>
            <a:ext cx="1086749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6249" y="6672697"/>
            <a:ext cx="2834997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C4C0D9-76FE-0B45-8557-3E9D7B7ECFCA}" type="datetimeFigureOut">
              <a:rPr lang="en-GB" smtClean="0"/>
              <a:t>26/01/2026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73746" y="6672697"/>
            <a:ext cx="4252496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898742" y="6672697"/>
            <a:ext cx="2834997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4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BA031F-B04A-8645-8C3D-88252434BBC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2251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45032" rtl="0" eaLnBrk="1" latinLnBrk="0" hangingPunct="1">
        <a:lnSpc>
          <a:spcPct val="90000"/>
        </a:lnSpc>
        <a:spcBef>
          <a:spcPct val="0"/>
        </a:spcBef>
        <a:buNone/>
        <a:defRPr sz="454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36258" indent="-236258" algn="l" defTabSz="945032" rtl="0" eaLnBrk="1" latinLnBrk="0" hangingPunct="1">
        <a:lnSpc>
          <a:spcPct val="90000"/>
        </a:lnSpc>
        <a:spcBef>
          <a:spcPts val="1034"/>
        </a:spcBef>
        <a:buFont typeface="Arial" panose="020B0604020202020204" pitchFamily="34" charset="0"/>
        <a:buChar char="•"/>
        <a:defRPr sz="2894" kern="1200">
          <a:solidFill>
            <a:schemeClr val="tx1"/>
          </a:solidFill>
          <a:latin typeface="+mn-lt"/>
          <a:ea typeface="+mn-ea"/>
          <a:cs typeface="+mn-cs"/>
        </a:defRPr>
      </a:lvl1pPr>
      <a:lvl2pPr marL="708774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2480" kern="1200">
          <a:solidFill>
            <a:schemeClr val="tx1"/>
          </a:solidFill>
          <a:latin typeface="+mn-lt"/>
          <a:ea typeface="+mn-ea"/>
          <a:cs typeface="+mn-cs"/>
        </a:defRPr>
      </a:lvl2pPr>
      <a:lvl3pPr marL="1181291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2067" kern="1200">
          <a:solidFill>
            <a:schemeClr val="tx1"/>
          </a:solidFill>
          <a:latin typeface="+mn-lt"/>
          <a:ea typeface="+mn-ea"/>
          <a:cs typeface="+mn-cs"/>
        </a:defRPr>
      </a:lvl3pPr>
      <a:lvl4pPr marL="1653807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1860" kern="1200">
          <a:solidFill>
            <a:schemeClr val="tx1"/>
          </a:solidFill>
          <a:latin typeface="+mn-lt"/>
          <a:ea typeface="+mn-ea"/>
          <a:cs typeface="+mn-cs"/>
        </a:defRPr>
      </a:lvl4pPr>
      <a:lvl5pPr marL="2126323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1860" kern="1200">
          <a:solidFill>
            <a:schemeClr val="tx1"/>
          </a:solidFill>
          <a:latin typeface="+mn-lt"/>
          <a:ea typeface="+mn-ea"/>
          <a:cs typeface="+mn-cs"/>
        </a:defRPr>
      </a:lvl5pPr>
      <a:lvl6pPr marL="2598839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1860" kern="1200">
          <a:solidFill>
            <a:schemeClr val="tx1"/>
          </a:solidFill>
          <a:latin typeface="+mn-lt"/>
          <a:ea typeface="+mn-ea"/>
          <a:cs typeface="+mn-cs"/>
        </a:defRPr>
      </a:lvl6pPr>
      <a:lvl7pPr marL="3071355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1860" kern="1200">
          <a:solidFill>
            <a:schemeClr val="tx1"/>
          </a:solidFill>
          <a:latin typeface="+mn-lt"/>
          <a:ea typeface="+mn-ea"/>
          <a:cs typeface="+mn-cs"/>
        </a:defRPr>
      </a:lvl7pPr>
      <a:lvl8pPr marL="3543872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1860" kern="1200">
          <a:solidFill>
            <a:schemeClr val="tx1"/>
          </a:solidFill>
          <a:latin typeface="+mn-lt"/>
          <a:ea typeface="+mn-ea"/>
          <a:cs typeface="+mn-cs"/>
        </a:defRPr>
      </a:lvl8pPr>
      <a:lvl9pPr marL="4016388" indent="-236258" algn="l" defTabSz="945032" rtl="0" eaLnBrk="1" latinLnBrk="0" hangingPunct="1">
        <a:lnSpc>
          <a:spcPct val="90000"/>
        </a:lnSpc>
        <a:spcBef>
          <a:spcPts val="517"/>
        </a:spcBef>
        <a:buFont typeface="Arial" panose="020B0604020202020204" pitchFamily="34" charset="0"/>
        <a:buChar char="•"/>
        <a:defRPr sz="18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1pPr>
      <a:lvl2pPr marL="472516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2pPr>
      <a:lvl3pPr marL="945032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3pPr>
      <a:lvl4pPr marL="1417549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4pPr>
      <a:lvl5pPr marL="1890065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5pPr>
      <a:lvl6pPr marL="2362581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6pPr>
      <a:lvl7pPr marL="2835097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7pPr>
      <a:lvl8pPr marL="3307613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8pPr>
      <a:lvl9pPr marL="3780130" algn="l" defTabSz="945032" rtl="0" eaLnBrk="1" latinLnBrk="0" hangingPunct="1">
        <a:defRPr sz="18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8F459-53B1-E8B9-FFFE-23FB2977D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Abgerundetes Rechteck 26">
            <a:extLst>
              <a:ext uri="{FF2B5EF4-FFF2-40B4-BE49-F238E27FC236}">
                <a16:creationId xmlns:a16="http://schemas.microsoft.com/office/drawing/2014/main" id="{E8B4127C-7613-F168-3E2D-295CB1B71D1B}"/>
              </a:ext>
            </a:extLst>
          </p:cNvPr>
          <p:cNvSpPr/>
          <p:nvPr/>
        </p:nvSpPr>
        <p:spPr>
          <a:xfrm>
            <a:off x="1563530" y="3220072"/>
            <a:ext cx="9622972" cy="1723264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Abgerundetes Rechteck 61">
            <a:extLst>
              <a:ext uri="{FF2B5EF4-FFF2-40B4-BE49-F238E27FC236}">
                <a16:creationId xmlns:a16="http://schemas.microsoft.com/office/drawing/2014/main" id="{DE3C4AE4-4788-55D9-8CF2-CCAE91D6C917}"/>
              </a:ext>
            </a:extLst>
          </p:cNvPr>
          <p:cNvSpPr/>
          <p:nvPr/>
        </p:nvSpPr>
        <p:spPr>
          <a:xfrm>
            <a:off x="1563530" y="809609"/>
            <a:ext cx="9622972" cy="1723264"/>
          </a:xfrm>
          <a:prstGeom prst="roundRect">
            <a:avLst/>
          </a:prstGeom>
          <a:solidFill>
            <a:schemeClr val="accent1">
              <a:lumMod val="20000"/>
              <a:lumOff val="80000"/>
              <a:alpha val="6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Textfeld 59">
            <a:extLst>
              <a:ext uri="{FF2B5EF4-FFF2-40B4-BE49-F238E27FC236}">
                <a16:creationId xmlns:a16="http://schemas.microsoft.com/office/drawing/2014/main" id="{1D0DFBC8-D4BB-2DC4-9951-3F1F8ADF15DE}"/>
              </a:ext>
            </a:extLst>
          </p:cNvPr>
          <p:cNvSpPr txBox="1"/>
          <p:nvPr/>
        </p:nvSpPr>
        <p:spPr>
          <a:xfrm>
            <a:off x="10636888" y="809609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5C700A6D-9F14-4BAE-3633-EE10303C5F45}"/>
              </a:ext>
            </a:extLst>
          </p:cNvPr>
          <p:cNvSpPr/>
          <p:nvPr/>
        </p:nvSpPr>
        <p:spPr>
          <a:xfrm>
            <a:off x="2977621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16D2EAE-44D0-8520-CAE5-A0822A8B5BF1}"/>
              </a:ext>
            </a:extLst>
          </p:cNvPr>
          <p:cNvSpPr/>
          <p:nvPr/>
        </p:nvSpPr>
        <p:spPr>
          <a:xfrm>
            <a:off x="3289972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569F7CC-CB63-3943-6BB8-48716A60E05D}"/>
              </a:ext>
            </a:extLst>
          </p:cNvPr>
          <p:cNvSpPr/>
          <p:nvPr/>
        </p:nvSpPr>
        <p:spPr>
          <a:xfrm>
            <a:off x="3602323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A8C9487-0630-919B-70E3-6F74A5375D62}"/>
              </a:ext>
            </a:extLst>
          </p:cNvPr>
          <p:cNvSpPr/>
          <p:nvPr/>
        </p:nvSpPr>
        <p:spPr>
          <a:xfrm>
            <a:off x="3914674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A996919-0F33-81C6-B5C7-8EFAAA3818E0}"/>
              </a:ext>
            </a:extLst>
          </p:cNvPr>
          <p:cNvSpPr/>
          <p:nvPr/>
        </p:nvSpPr>
        <p:spPr>
          <a:xfrm>
            <a:off x="4227025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9AD355A2-EA9C-1DBD-515C-431A2560E13C}"/>
              </a:ext>
            </a:extLst>
          </p:cNvPr>
          <p:cNvSpPr/>
          <p:nvPr/>
        </p:nvSpPr>
        <p:spPr>
          <a:xfrm>
            <a:off x="4539376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DD20FC2B-F100-3F9C-D805-44D919FA3AF9}"/>
              </a:ext>
            </a:extLst>
          </p:cNvPr>
          <p:cNvSpPr/>
          <p:nvPr/>
        </p:nvSpPr>
        <p:spPr>
          <a:xfrm>
            <a:off x="4851727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1A52EC6E-D70A-DB3C-4AEF-D1B420FA3927}"/>
              </a:ext>
            </a:extLst>
          </p:cNvPr>
          <p:cNvSpPr/>
          <p:nvPr/>
        </p:nvSpPr>
        <p:spPr>
          <a:xfrm>
            <a:off x="5164078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CBF1B971-3744-E287-9C78-78B2D33413F0}"/>
              </a:ext>
            </a:extLst>
          </p:cNvPr>
          <p:cNvSpPr/>
          <p:nvPr/>
        </p:nvSpPr>
        <p:spPr>
          <a:xfrm>
            <a:off x="5476429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67C38CB4-3CCE-992E-94E0-80BD9E20A659}"/>
              </a:ext>
            </a:extLst>
          </p:cNvPr>
          <p:cNvSpPr/>
          <p:nvPr/>
        </p:nvSpPr>
        <p:spPr>
          <a:xfrm>
            <a:off x="578878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20019882-5BC9-95EE-5D2A-AAB940DCD5F5}"/>
              </a:ext>
            </a:extLst>
          </p:cNvPr>
          <p:cNvSpPr/>
          <p:nvPr/>
        </p:nvSpPr>
        <p:spPr>
          <a:xfrm>
            <a:off x="6101131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A8B5BA9E-9990-2D69-DCC3-1E14DAD41A9F}"/>
              </a:ext>
            </a:extLst>
          </p:cNvPr>
          <p:cNvSpPr/>
          <p:nvPr/>
        </p:nvSpPr>
        <p:spPr>
          <a:xfrm>
            <a:off x="6413482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08BC63D-7274-817C-B125-B9C7243A9BAF}"/>
              </a:ext>
            </a:extLst>
          </p:cNvPr>
          <p:cNvSpPr/>
          <p:nvPr/>
        </p:nvSpPr>
        <p:spPr>
          <a:xfrm>
            <a:off x="6725833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73387B20-9B41-0433-490F-648BAD102C25}"/>
              </a:ext>
            </a:extLst>
          </p:cNvPr>
          <p:cNvSpPr/>
          <p:nvPr/>
        </p:nvSpPr>
        <p:spPr>
          <a:xfrm>
            <a:off x="7038184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C1C824EA-98C4-C278-CB3A-285319B6D016}"/>
              </a:ext>
            </a:extLst>
          </p:cNvPr>
          <p:cNvSpPr/>
          <p:nvPr/>
        </p:nvSpPr>
        <p:spPr>
          <a:xfrm>
            <a:off x="7350535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6E7C2400-2A04-968F-8DBD-80E658B9B2C7}"/>
              </a:ext>
            </a:extLst>
          </p:cNvPr>
          <p:cNvSpPr/>
          <p:nvPr/>
        </p:nvSpPr>
        <p:spPr>
          <a:xfrm>
            <a:off x="7662886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6CBD8EB4-8E60-D4E0-0618-6BDDC9FEC51B}"/>
              </a:ext>
            </a:extLst>
          </p:cNvPr>
          <p:cNvSpPr/>
          <p:nvPr/>
        </p:nvSpPr>
        <p:spPr>
          <a:xfrm>
            <a:off x="7975237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41" name="Rechteck 40">
            <a:extLst>
              <a:ext uri="{FF2B5EF4-FFF2-40B4-BE49-F238E27FC236}">
                <a16:creationId xmlns:a16="http://schemas.microsoft.com/office/drawing/2014/main" id="{C109445C-3AF3-8B57-A1A8-BF025ED35D63}"/>
              </a:ext>
            </a:extLst>
          </p:cNvPr>
          <p:cNvSpPr/>
          <p:nvPr/>
        </p:nvSpPr>
        <p:spPr>
          <a:xfrm>
            <a:off x="8287588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0FAAE057-B28C-4AF4-AFF4-7CA1CA499537}"/>
              </a:ext>
            </a:extLst>
          </p:cNvPr>
          <p:cNvSpPr/>
          <p:nvPr/>
        </p:nvSpPr>
        <p:spPr>
          <a:xfrm>
            <a:off x="8599939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68C463AE-9429-F190-2B5A-33D9B69DC36E}"/>
              </a:ext>
            </a:extLst>
          </p:cNvPr>
          <p:cNvSpPr/>
          <p:nvPr/>
        </p:nvSpPr>
        <p:spPr>
          <a:xfrm>
            <a:off x="891229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AE4A77DC-B33F-1D4A-83DB-EA1063E94856}"/>
              </a:ext>
            </a:extLst>
          </p:cNvPr>
          <p:cNvSpPr/>
          <p:nvPr/>
        </p:nvSpPr>
        <p:spPr>
          <a:xfrm>
            <a:off x="9224641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52" name="Rechteck 51">
            <a:extLst>
              <a:ext uri="{FF2B5EF4-FFF2-40B4-BE49-F238E27FC236}">
                <a16:creationId xmlns:a16="http://schemas.microsoft.com/office/drawing/2014/main" id="{E2A0955A-6062-C622-FE33-E5B10FD9A094}"/>
              </a:ext>
            </a:extLst>
          </p:cNvPr>
          <p:cNvSpPr/>
          <p:nvPr/>
        </p:nvSpPr>
        <p:spPr>
          <a:xfrm>
            <a:off x="9536992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53" name="Rechteck 52">
            <a:extLst>
              <a:ext uri="{FF2B5EF4-FFF2-40B4-BE49-F238E27FC236}">
                <a16:creationId xmlns:a16="http://schemas.microsoft.com/office/drawing/2014/main" id="{D6DE0160-977B-ED09-0CB0-CF909A294377}"/>
              </a:ext>
            </a:extLst>
          </p:cNvPr>
          <p:cNvSpPr/>
          <p:nvPr/>
        </p:nvSpPr>
        <p:spPr>
          <a:xfrm>
            <a:off x="2040568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5" name="Rechteck 54">
            <a:extLst>
              <a:ext uri="{FF2B5EF4-FFF2-40B4-BE49-F238E27FC236}">
                <a16:creationId xmlns:a16="http://schemas.microsoft.com/office/drawing/2014/main" id="{B740A5A7-3496-4260-70FE-AC5FE11453B7}"/>
              </a:ext>
            </a:extLst>
          </p:cNvPr>
          <p:cNvSpPr/>
          <p:nvPr/>
        </p:nvSpPr>
        <p:spPr>
          <a:xfrm>
            <a:off x="2352919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E82B42D5-CB64-363B-A9FA-85E307C96940}"/>
              </a:ext>
            </a:extLst>
          </p:cNvPr>
          <p:cNvSpPr/>
          <p:nvPr/>
        </p:nvSpPr>
        <p:spPr>
          <a:xfrm>
            <a:off x="266527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58" name="Rechteck 57">
            <a:extLst>
              <a:ext uri="{FF2B5EF4-FFF2-40B4-BE49-F238E27FC236}">
                <a16:creationId xmlns:a16="http://schemas.microsoft.com/office/drawing/2014/main" id="{F33151BA-9509-9A2D-9115-945C98B25448}"/>
              </a:ext>
            </a:extLst>
          </p:cNvPr>
          <p:cNvSpPr/>
          <p:nvPr/>
        </p:nvSpPr>
        <p:spPr>
          <a:xfrm>
            <a:off x="9849343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1DDEC3C7-51A3-A60E-44E5-E4B672EAD2C2}"/>
              </a:ext>
            </a:extLst>
          </p:cNvPr>
          <p:cNvSpPr/>
          <p:nvPr/>
        </p:nvSpPr>
        <p:spPr>
          <a:xfrm>
            <a:off x="10161694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67" name="Rechteck 66">
            <a:extLst>
              <a:ext uri="{FF2B5EF4-FFF2-40B4-BE49-F238E27FC236}">
                <a16:creationId xmlns:a16="http://schemas.microsoft.com/office/drawing/2014/main" id="{E83A5A03-5BF8-CA28-4C4E-21E92B25569B}"/>
              </a:ext>
            </a:extLst>
          </p:cNvPr>
          <p:cNvSpPr/>
          <p:nvPr/>
        </p:nvSpPr>
        <p:spPr>
          <a:xfrm>
            <a:off x="1047405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72" name="Textfeld 71">
            <a:extLst>
              <a:ext uri="{FF2B5EF4-FFF2-40B4-BE49-F238E27FC236}">
                <a16:creationId xmlns:a16="http://schemas.microsoft.com/office/drawing/2014/main" id="{644D356E-55F4-BEA9-4FE1-51819C53862D}"/>
              </a:ext>
            </a:extLst>
          </p:cNvPr>
          <p:cNvSpPr txBox="1"/>
          <p:nvPr/>
        </p:nvSpPr>
        <p:spPr>
          <a:xfrm>
            <a:off x="155645" y="804559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131" name="Textfeld 130">
            <a:extLst>
              <a:ext uri="{FF2B5EF4-FFF2-40B4-BE49-F238E27FC236}">
                <a16:creationId xmlns:a16="http://schemas.microsoft.com/office/drawing/2014/main" id="{AD654AEF-BFAB-54B4-8AF2-89E3265274DD}"/>
              </a:ext>
            </a:extLst>
          </p:cNvPr>
          <p:cNvSpPr txBox="1"/>
          <p:nvPr/>
        </p:nvSpPr>
        <p:spPr>
          <a:xfrm>
            <a:off x="155644" y="3220019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A7728B39-9942-3C04-1640-4D76DEB36361}"/>
              </a:ext>
            </a:extLst>
          </p:cNvPr>
          <p:cNvCxnSpPr>
            <a:cxnSpLocks/>
            <a:endCxn id="53" idx="1"/>
          </p:cNvCxnSpPr>
          <p:nvPr/>
        </p:nvCxnSpPr>
        <p:spPr>
          <a:xfrm>
            <a:off x="1144657" y="1723952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9C7D82D-D03A-DB4C-C36A-85D12908B92C}"/>
              </a:ext>
            </a:extLst>
          </p:cNvPr>
          <p:cNvCxnSpPr>
            <a:endCxn id="55" idx="1"/>
          </p:cNvCxnSpPr>
          <p:nvPr/>
        </p:nvCxnSpPr>
        <p:spPr>
          <a:xfrm>
            <a:off x="2219646" y="1723952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22AD6782-AF0D-C379-9BE1-370703B52D50}"/>
              </a:ext>
            </a:extLst>
          </p:cNvPr>
          <p:cNvCxnSpPr>
            <a:stCxn id="55" idx="3"/>
            <a:endCxn id="56" idx="1"/>
          </p:cNvCxnSpPr>
          <p:nvPr/>
        </p:nvCxnSpPr>
        <p:spPr>
          <a:xfrm>
            <a:off x="2515757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3B53C2BC-C1F6-3FC6-94B8-6B3E05DFC768}"/>
              </a:ext>
            </a:extLst>
          </p:cNvPr>
          <p:cNvCxnSpPr>
            <a:endCxn id="2" idx="1"/>
          </p:cNvCxnSpPr>
          <p:nvPr/>
        </p:nvCxnSpPr>
        <p:spPr>
          <a:xfrm>
            <a:off x="2828108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5775F1B-2B5E-76A0-1CFE-BD970AC22141}"/>
              </a:ext>
            </a:extLst>
          </p:cNvPr>
          <p:cNvCxnSpPr>
            <a:endCxn id="3" idx="1"/>
          </p:cNvCxnSpPr>
          <p:nvPr/>
        </p:nvCxnSpPr>
        <p:spPr>
          <a:xfrm>
            <a:off x="3140459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7D1F1CDC-CEFF-5E8B-1408-A603EB656B53}"/>
              </a:ext>
            </a:extLst>
          </p:cNvPr>
          <p:cNvCxnSpPr>
            <a:stCxn id="3" idx="3"/>
            <a:endCxn id="5" idx="1"/>
          </p:cNvCxnSpPr>
          <p:nvPr/>
        </p:nvCxnSpPr>
        <p:spPr>
          <a:xfrm>
            <a:off x="3452810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524D0BD3-1BB2-D43D-D595-2C4502AC6DA2}"/>
              </a:ext>
            </a:extLst>
          </p:cNvPr>
          <p:cNvCxnSpPr>
            <a:endCxn id="7" idx="1"/>
          </p:cNvCxnSpPr>
          <p:nvPr/>
        </p:nvCxnSpPr>
        <p:spPr>
          <a:xfrm>
            <a:off x="3777047" y="1723952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6DEC0A6D-AB11-7BC8-C0CE-67D87969BFB3}"/>
              </a:ext>
            </a:extLst>
          </p:cNvPr>
          <p:cNvCxnSpPr>
            <a:stCxn id="7" idx="3"/>
            <a:endCxn id="14" idx="1"/>
          </p:cNvCxnSpPr>
          <p:nvPr/>
        </p:nvCxnSpPr>
        <p:spPr>
          <a:xfrm>
            <a:off x="4077512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10A02F81-8407-35D8-3EBB-DCD0D6958EAE}"/>
              </a:ext>
            </a:extLst>
          </p:cNvPr>
          <p:cNvCxnSpPr>
            <a:cxnSpLocks/>
            <a:stCxn id="14" idx="3"/>
            <a:endCxn id="16" idx="1"/>
          </p:cNvCxnSpPr>
          <p:nvPr/>
        </p:nvCxnSpPr>
        <p:spPr>
          <a:xfrm>
            <a:off x="4389863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5EDE3539-D0D4-4008-D9BB-B10C76DCF7E9}"/>
              </a:ext>
            </a:extLst>
          </p:cNvPr>
          <p:cNvCxnSpPr>
            <a:stCxn id="16" idx="3"/>
            <a:endCxn id="20" idx="1"/>
          </p:cNvCxnSpPr>
          <p:nvPr/>
        </p:nvCxnSpPr>
        <p:spPr>
          <a:xfrm>
            <a:off x="4702214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43311279-6280-EFCF-4849-E26FFA258752}"/>
              </a:ext>
            </a:extLst>
          </p:cNvPr>
          <p:cNvCxnSpPr>
            <a:stCxn id="20" idx="3"/>
            <a:endCxn id="22" idx="1"/>
          </p:cNvCxnSpPr>
          <p:nvPr/>
        </p:nvCxnSpPr>
        <p:spPr>
          <a:xfrm>
            <a:off x="5014565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60075A25-40E4-4BB1-5F18-2A857D6FF647}"/>
              </a:ext>
            </a:extLst>
          </p:cNvPr>
          <p:cNvCxnSpPr>
            <a:stCxn id="22" idx="3"/>
            <a:endCxn id="30" idx="1"/>
          </p:cNvCxnSpPr>
          <p:nvPr/>
        </p:nvCxnSpPr>
        <p:spPr>
          <a:xfrm>
            <a:off x="5326916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480AE3C3-8B60-88DB-E453-4ED1549A0E15}"/>
              </a:ext>
            </a:extLst>
          </p:cNvPr>
          <p:cNvCxnSpPr>
            <a:stCxn id="30" idx="3"/>
            <a:endCxn id="31" idx="1"/>
          </p:cNvCxnSpPr>
          <p:nvPr/>
        </p:nvCxnSpPr>
        <p:spPr>
          <a:xfrm>
            <a:off x="5639267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48957CB2-E33D-337C-1FBC-855149547453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5951618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7C102662-8A8E-E87B-00DC-6A0F8E7F1718}"/>
              </a:ext>
            </a:extLst>
          </p:cNvPr>
          <p:cNvCxnSpPr>
            <a:stCxn id="32" idx="3"/>
            <a:endCxn id="33" idx="1"/>
          </p:cNvCxnSpPr>
          <p:nvPr/>
        </p:nvCxnSpPr>
        <p:spPr>
          <a:xfrm>
            <a:off x="6263969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977362F2-8CA0-E985-BCB5-D659B8DD4A7D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6576320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Gerade Verbindung mit Pfeil 69">
            <a:extLst>
              <a:ext uri="{FF2B5EF4-FFF2-40B4-BE49-F238E27FC236}">
                <a16:creationId xmlns:a16="http://schemas.microsoft.com/office/drawing/2014/main" id="{B5DE2293-4A07-F079-2862-0D7854BCB36B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6888671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Gerade Verbindung mit Pfeil 74">
            <a:extLst>
              <a:ext uri="{FF2B5EF4-FFF2-40B4-BE49-F238E27FC236}">
                <a16:creationId xmlns:a16="http://schemas.microsoft.com/office/drawing/2014/main" id="{3600FE26-45AC-A06C-055C-29C4782D536F}"/>
              </a:ext>
            </a:extLst>
          </p:cNvPr>
          <p:cNvCxnSpPr>
            <a:stCxn id="35" idx="3"/>
            <a:endCxn id="36" idx="1"/>
          </p:cNvCxnSpPr>
          <p:nvPr/>
        </p:nvCxnSpPr>
        <p:spPr>
          <a:xfrm>
            <a:off x="7201022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Gerade Verbindung mit Pfeil 76">
            <a:extLst>
              <a:ext uri="{FF2B5EF4-FFF2-40B4-BE49-F238E27FC236}">
                <a16:creationId xmlns:a16="http://schemas.microsoft.com/office/drawing/2014/main" id="{BC2D9A07-69E1-EFF6-8203-C9CC532C29CD}"/>
              </a:ext>
            </a:extLst>
          </p:cNvPr>
          <p:cNvCxnSpPr>
            <a:stCxn id="36" idx="3"/>
            <a:endCxn id="37" idx="1"/>
          </p:cNvCxnSpPr>
          <p:nvPr/>
        </p:nvCxnSpPr>
        <p:spPr>
          <a:xfrm>
            <a:off x="7513373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Gerade Verbindung mit Pfeil 79">
            <a:extLst>
              <a:ext uri="{FF2B5EF4-FFF2-40B4-BE49-F238E27FC236}">
                <a16:creationId xmlns:a16="http://schemas.microsoft.com/office/drawing/2014/main" id="{D79E9B15-159E-6890-E8C1-78DBF872FBE0}"/>
              </a:ext>
            </a:extLst>
          </p:cNvPr>
          <p:cNvCxnSpPr>
            <a:stCxn id="37" idx="3"/>
            <a:endCxn id="39" idx="1"/>
          </p:cNvCxnSpPr>
          <p:nvPr/>
        </p:nvCxnSpPr>
        <p:spPr>
          <a:xfrm>
            <a:off x="7825724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Gerade Verbindung mit Pfeil 83">
            <a:extLst>
              <a:ext uri="{FF2B5EF4-FFF2-40B4-BE49-F238E27FC236}">
                <a16:creationId xmlns:a16="http://schemas.microsoft.com/office/drawing/2014/main" id="{4421B66A-5685-B568-6D63-4A5FC6162734}"/>
              </a:ext>
            </a:extLst>
          </p:cNvPr>
          <p:cNvCxnSpPr>
            <a:stCxn id="39" idx="3"/>
            <a:endCxn id="41" idx="1"/>
          </p:cNvCxnSpPr>
          <p:nvPr/>
        </p:nvCxnSpPr>
        <p:spPr>
          <a:xfrm>
            <a:off x="8138075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Gerade Verbindung mit Pfeil 86">
            <a:extLst>
              <a:ext uri="{FF2B5EF4-FFF2-40B4-BE49-F238E27FC236}">
                <a16:creationId xmlns:a16="http://schemas.microsoft.com/office/drawing/2014/main" id="{BAC12A5B-15C0-C123-C88C-B59B0251087B}"/>
              </a:ext>
            </a:extLst>
          </p:cNvPr>
          <p:cNvCxnSpPr>
            <a:stCxn id="41" idx="3"/>
            <a:endCxn id="43" idx="1"/>
          </p:cNvCxnSpPr>
          <p:nvPr/>
        </p:nvCxnSpPr>
        <p:spPr>
          <a:xfrm>
            <a:off x="8450426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CB656CA6-8A1A-C30F-EAE8-BBED9AC6A0B6}"/>
              </a:ext>
            </a:extLst>
          </p:cNvPr>
          <p:cNvCxnSpPr>
            <a:stCxn id="43" idx="3"/>
            <a:endCxn id="44" idx="1"/>
          </p:cNvCxnSpPr>
          <p:nvPr/>
        </p:nvCxnSpPr>
        <p:spPr>
          <a:xfrm>
            <a:off x="8762777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4351DE42-A015-E734-684C-42013B05126A}"/>
              </a:ext>
            </a:extLst>
          </p:cNvPr>
          <p:cNvCxnSpPr>
            <a:stCxn id="44" idx="3"/>
            <a:endCxn id="46" idx="1"/>
          </p:cNvCxnSpPr>
          <p:nvPr/>
        </p:nvCxnSpPr>
        <p:spPr>
          <a:xfrm>
            <a:off x="9075128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73CCD024-6A40-CF43-89A8-6A06C0CBC977}"/>
              </a:ext>
            </a:extLst>
          </p:cNvPr>
          <p:cNvCxnSpPr>
            <a:stCxn id="46" idx="3"/>
            <a:endCxn id="52" idx="1"/>
          </p:cNvCxnSpPr>
          <p:nvPr/>
        </p:nvCxnSpPr>
        <p:spPr>
          <a:xfrm>
            <a:off x="9387479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90552274-7C89-7C93-6B0E-A2806D43590E}"/>
              </a:ext>
            </a:extLst>
          </p:cNvPr>
          <p:cNvCxnSpPr>
            <a:stCxn id="52" idx="3"/>
            <a:endCxn id="58" idx="1"/>
          </p:cNvCxnSpPr>
          <p:nvPr/>
        </p:nvCxnSpPr>
        <p:spPr>
          <a:xfrm>
            <a:off x="9699830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11480237-7660-D490-B1EF-8A3BCB3D09B1}"/>
              </a:ext>
            </a:extLst>
          </p:cNvPr>
          <p:cNvCxnSpPr>
            <a:stCxn id="58" idx="3"/>
            <a:endCxn id="59" idx="1"/>
          </p:cNvCxnSpPr>
          <p:nvPr/>
        </p:nvCxnSpPr>
        <p:spPr>
          <a:xfrm>
            <a:off x="10012181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5FFD5EB3-1AB9-387C-8ECC-F201602C1648}"/>
              </a:ext>
            </a:extLst>
          </p:cNvPr>
          <p:cNvCxnSpPr>
            <a:stCxn id="59" idx="3"/>
            <a:endCxn id="67" idx="1"/>
          </p:cNvCxnSpPr>
          <p:nvPr/>
        </p:nvCxnSpPr>
        <p:spPr>
          <a:xfrm>
            <a:off x="10324532" y="1723952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Gerade Verbindung mit Pfeil 124">
            <a:extLst>
              <a:ext uri="{FF2B5EF4-FFF2-40B4-BE49-F238E27FC236}">
                <a16:creationId xmlns:a16="http://schemas.microsoft.com/office/drawing/2014/main" id="{C33A6480-D2C1-B059-172E-E9A301CA1B81}"/>
              </a:ext>
            </a:extLst>
          </p:cNvPr>
          <p:cNvCxnSpPr>
            <a:stCxn id="67" idx="3"/>
          </p:cNvCxnSpPr>
          <p:nvPr/>
        </p:nvCxnSpPr>
        <p:spPr>
          <a:xfrm>
            <a:off x="10636888" y="1723952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hteck 129">
            <a:extLst>
              <a:ext uri="{FF2B5EF4-FFF2-40B4-BE49-F238E27FC236}">
                <a16:creationId xmlns:a16="http://schemas.microsoft.com/office/drawing/2014/main" id="{C30C3590-FB9E-D6F3-60B7-F061C24A20BA}"/>
              </a:ext>
            </a:extLst>
          </p:cNvPr>
          <p:cNvSpPr/>
          <p:nvPr/>
        </p:nvSpPr>
        <p:spPr>
          <a:xfrm>
            <a:off x="2977621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132" name="Rechteck 131">
            <a:extLst>
              <a:ext uri="{FF2B5EF4-FFF2-40B4-BE49-F238E27FC236}">
                <a16:creationId xmlns:a16="http://schemas.microsoft.com/office/drawing/2014/main" id="{4C2CDA68-42AA-F745-FD97-0F5434C4A1D3}"/>
              </a:ext>
            </a:extLst>
          </p:cNvPr>
          <p:cNvSpPr/>
          <p:nvPr/>
        </p:nvSpPr>
        <p:spPr>
          <a:xfrm>
            <a:off x="3289972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33" name="Rechteck 132">
            <a:extLst>
              <a:ext uri="{FF2B5EF4-FFF2-40B4-BE49-F238E27FC236}">
                <a16:creationId xmlns:a16="http://schemas.microsoft.com/office/drawing/2014/main" id="{9BAA9047-AF0C-C9A9-FB18-25A499218CFF}"/>
              </a:ext>
            </a:extLst>
          </p:cNvPr>
          <p:cNvSpPr/>
          <p:nvPr/>
        </p:nvSpPr>
        <p:spPr>
          <a:xfrm>
            <a:off x="3602323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35" name="Rechteck 134">
            <a:extLst>
              <a:ext uri="{FF2B5EF4-FFF2-40B4-BE49-F238E27FC236}">
                <a16:creationId xmlns:a16="http://schemas.microsoft.com/office/drawing/2014/main" id="{F816534B-4A9E-38D9-C904-A52E97DAEB50}"/>
              </a:ext>
            </a:extLst>
          </p:cNvPr>
          <p:cNvSpPr/>
          <p:nvPr/>
        </p:nvSpPr>
        <p:spPr>
          <a:xfrm>
            <a:off x="3914674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36" name="Rechteck 135">
            <a:extLst>
              <a:ext uri="{FF2B5EF4-FFF2-40B4-BE49-F238E27FC236}">
                <a16:creationId xmlns:a16="http://schemas.microsoft.com/office/drawing/2014/main" id="{B8CAED19-DBFA-CE10-874F-0C4A133395AF}"/>
              </a:ext>
            </a:extLst>
          </p:cNvPr>
          <p:cNvSpPr/>
          <p:nvPr/>
        </p:nvSpPr>
        <p:spPr>
          <a:xfrm>
            <a:off x="4227025" y="3552638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137" name="Rechteck 136">
            <a:extLst>
              <a:ext uri="{FF2B5EF4-FFF2-40B4-BE49-F238E27FC236}">
                <a16:creationId xmlns:a16="http://schemas.microsoft.com/office/drawing/2014/main" id="{19BB00D0-31E8-113A-06B1-1B729F86BF09}"/>
              </a:ext>
            </a:extLst>
          </p:cNvPr>
          <p:cNvSpPr/>
          <p:nvPr/>
        </p:nvSpPr>
        <p:spPr>
          <a:xfrm>
            <a:off x="4539376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38" name="Rechteck 137">
            <a:extLst>
              <a:ext uri="{FF2B5EF4-FFF2-40B4-BE49-F238E27FC236}">
                <a16:creationId xmlns:a16="http://schemas.microsoft.com/office/drawing/2014/main" id="{E1FB7D91-30C1-FC70-5897-B6AA879FD4DE}"/>
              </a:ext>
            </a:extLst>
          </p:cNvPr>
          <p:cNvSpPr/>
          <p:nvPr/>
        </p:nvSpPr>
        <p:spPr>
          <a:xfrm>
            <a:off x="4851727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39" name="Rechteck 138">
            <a:extLst>
              <a:ext uri="{FF2B5EF4-FFF2-40B4-BE49-F238E27FC236}">
                <a16:creationId xmlns:a16="http://schemas.microsoft.com/office/drawing/2014/main" id="{BC986FC5-FE00-D8BD-518A-43E0726D5028}"/>
              </a:ext>
            </a:extLst>
          </p:cNvPr>
          <p:cNvSpPr/>
          <p:nvPr/>
        </p:nvSpPr>
        <p:spPr>
          <a:xfrm>
            <a:off x="5164078" y="3552638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140" name="Rechteck 139">
            <a:extLst>
              <a:ext uri="{FF2B5EF4-FFF2-40B4-BE49-F238E27FC236}">
                <a16:creationId xmlns:a16="http://schemas.microsoft.com/office/drawing/2014/main" id="{086DD4F2-AB1F-0E95-45C8-2DA579B05F28}"/>
              </a:ext>
            </a:extLst>
          </p:cNvPr>
          <p:cNvSpPr/>
          <p:nvPr/>
        </p:nvSpPr>
        <p:spPr>
          <a:xfrm>
            <a:off x="5476429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41" name="Rechteck 140">
            <a:extLst>
              <a:ext uri="{FF2B5EF4-FFF2-40B4-BE49-F238E27FC236}">
                <a16:creationId xmlns:a16="http://schemas.microsoft.com/office/drawing/2014/main" id="{932C05CD-B277-8F67-7CD7-9FFBC2288E12}"/>
              </a:ext>
            </a:extLst>
          </p:cNvPr>
          <p:cNvSpPr/>
          <p:nvPr/>
        </p:nvSpPr>
        <p:spPr>
          <a:xfrm>
            <a:off x="578878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42" name="Rechteck 141">
            <a:extLst>
              <a:ext uri="{FF2B5EF4-FFF2-40B4-BE49-F238E27FC236}">
                <a16:creationId xmlns:a16="http://schemas.microsoft.com/office/drawing/2014/main" id="{C02515A4-4082-FEB7-B17C-D214E3E74F87}"/>
              </a:ext>
            </a:extLst>
          </p:cNvPr>
          <p:cNvSpPr/>
          <p:nvPr/>
        </p:nvSpPr>
        <p:spPr>
          <a:xfrm>
            <a:off x="6101131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43" name="Rechteck 142">
            <a:extLst>
              <a:ext uri="{FF2B5EF4-FFF2-40B4-BE49-F238E27FC236}">
                <a16:creationId xmlns:a16="http://schemas.microsoft.com/office/drawing/2014/main" id="{1D53E35A-718D-C08C-0716-D0028BE4528D}"/>
              </a:ext>
            </a:extLst>
          </p:cNvPr>
          <p:cNvSpPr/>
          <p:nvPr/>
        </p:nvSpPr>
        <p:spPr>
          <a:xfrm>
            <a:off x="6413482" y="3552638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144" name="Rechteck 143">
            <a:extLst>
              <a:ext uri="{FF2B5EF4-FFF2-40B4-BE49-F238E27FC236}">
                <a16:creationId xmlns:a16="http://schemas.microsoft.com/office/drawing/2014/main" id="{B51AF106-133B-5E78-EF07-218503313312}"/>
              </a:ext>
            </a:extLst>
          </p:cNvPr>
          <p:cNvSpPr/>
          <p:nvPr/>
        </p:nvSpPr>
        <p:spPr>
          <a:xfrm>
            <a:off x="6725833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145" name="Rechteck 144">
            <a:extLst>
              <a:ext uri="{FF2B5EF4-FFF2-40B4-BE49-F238E27FC236}">
                <a16:creationId xmlns:a16="http://schemas.microsoft.com/office/drawing/2014/main" id="{D0DD4E61-A9D0-6BDD-3D8F-54CE7BB6AD6F}"/>
              </a:ext>
            </a:extLst>
          </p:cNvPr>
          <p:cNvSpPr/>
          <p:nvPr/>
        </p:nvSpPr>
        <p:spPr>
          <a:xfrm>
            <a:off x="7038184" y="3552638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146" name="Rechteck 145">
            <a:extLst>
              <a:ext uri="{FF2B5EF4-FFF2-40B4-BE49-F238E27FC236}">
                <a16:creationId xmlns:a16="http://schemas.microsoft.com/office/drawing/2014/main" id="{95BD1539-490F-800C-5235-48C0823BE242}"/>
              </a:ext>
            </a:extLst>
          </p:cNvPr>
          <p:cNvSpPr/>
          <p:nvPr/>
        </p:nvSpPr>
        <p:spPr>
          <a:xfrm>
            <a:off x="7350535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147" name="Rechteck 146">
            <a:extLst>
              <a:ext uri="{FF2B5EF4-FFF2-40B4-BE49-F238E27FC236}">
                <a16:creationId xmlns:a16="http://schemas.microsoft.com/office/drawing/2014/main" id="{A6338EC9-4C97-AA77-7DEF-2C4FDEE00116}"/>
              </a:ext>
            </a:extLst>
          </p:cNvPr>
          <p:cNvSpPr/>
          <p:nvPr/>
        </p:nvSpPr>
        <p:spPr>
          <a:xfrm>
            <a:off x="7662886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148" name="Rechteck 147">
            <a:extLst>
              <a:ext uri="{FF2B5EF4-FFF2-40B4-BE49-F238E27FC236}">
                <a16:creationId xmlns:a16="http://schemas.microsoft.com/office/drawing/2014/main" id="{5429563E-B5B6-C41B-4B6F-608FB4CBD571}"/>
              </a:ext>
            </a:extLst>
          </p:cNvPr>
          <p:cNvSpPr/>
          <p:nvPr/>
        </p:nvSpPr>
        <p:spPr>
          <a:xfrm>
            <a:off x="7975237" y="3552638"/>
            <a:ext cx="162838" cy="977030"/>
          </a:xfrm>
          <a:prstGeom prst="rect">
            <a:avLst/>
          </a:prstGeom>
          <a:solidFill>
            <a:schemeClr val="bg2">
              <a:lumMod val="90000"/>
              <a:alpha val="20000"/>
            </a:schemeClr>
          </a:solidFill>
          <a:ln>
            <a:solidFill>
              <a:schemeClr val="bg2">
                <a:lumMod val="50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149" name="Rechteck 148">
            <a:extLst>
              <a:ext uri="{FF2B5EF4-FFF2-40B4-BE49-F238E27FC236}">
                <a16:creationId xmlns:a16="http://schemas.microsoft.com/office/drawing/2014/main" id="{CA13F20F-19C8-402F-7CD0-F0669C53D572}"/>
              </a:ext>
            </a:extLst>
          </p:cNvPr>
          <p:cNvSpPr/>
          <p:nvPr/>
        </p:nvSpPr>
        <p:spPr>
          <a:xfrm>
            <a:off x="8287588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150" name="Rechteck 149">
            <a:extLst>
              <a:ext uri="{FF2B5EF4-FFF2-40B4-BE49-F238E27FC236}">
                <a16:creationId xmlns:a16="http://schemas.microsoft.com/office/drawing/2014/main" id="{A3BC2C6C-FCFC-0AEA-57B2-224450F6DC48}"/>
              </a:ext>
            </a:extLst>
          </p:cNvPr>
          <p:cNvSpPr/>
          <p:nvPr/>
        </p:nvSpPr>
        <p:spPr>
          <a:xfrm>
            <a:off x="8599939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151" name="Rechteck 150">
            <a:extLst>
              <a:ext uri="{FF2B5EF4-FFF2-40B4-BE49-F238E27FC236}">
                <a16:creationId xmlns:a16="http://schemas.microsoft.com/office/drawing/2014/main" id="{4CB74C5B-C2C5-9462-4E5C-C43A3712D331}"/>
              </a:ext>
            </a:extLst>
          </p:cNvPr>
          <p:cNvSpPr/>
          <p:nvPr/>
        </p:nvSpPr>
        <p:spPr>
          <a:xfrm>
            <a:off x="891229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163091A7-C49D-8A50-F34A-E1DFA2324B94}"/>
              </a:ext>
            </a:extLst>
          </p:cNvPr>
          <p:cNvSpPr/>
          <p:nvPr/>
        </p:nvSpPr>
        <p:spPr>
          <a:xfrm>
            <a:off x="9224641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8C99DED3-8D17-D357-2AFA-C53AA8E19DEF}"/>
              </a:ext>
            </a:extLst>
          </p:cNvPr>
          <p:cNvSpPr/>
          <p:nvPr/>
        </p:nvSpPr>
        <p:spPr>
          <a:xfrm>
            <a:off x="9536992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7908B50D-02AE-ECCF-E768-2063CCD4D154}"/>
              </a:ext>
            </a:extLst>
          </p:cNvPr>
          <p:cNvSpPr/>
          <p:nvPr/>
        </p:nvSpPr>
        <p:spPr>
          <a:xfrm>
            <a:off x="2040568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55" name="Rechteck 154">
            <a:extLst>
              <a:ext uri="{FF2B5EF4-FFF2-40B4-BE49-F238E27FC236}">
                <a16:creationId xmlns:a16="http://schemas.microsoft.com/office/drawing/2014/main" id="{829B5704-E0C6-1346-B2F7-F6C2B05B5C42}"/>
              </a:ext>
            </a:extLst>
          </p:cNvPr>
          <p:cNvSpPr/>
          <p:nvPr/>
        </p:nvSpPr>
        <p:spPr>
          <a:xfrm>
            <a:off x="2352919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6" name="Rechteck 155">
            <a:extLst>
              <a:ext uri="{FF2B5EF4-FFF2-40B4-BE49-F238E27FC236}">
                <a16:creationId xmlns:a16="http://schemas.microsoft.com/office/drawing/2014/main" id="{6896C93F-7C85-9521-B39C-BAE88B5B6A3A}"/>
              </a:ext>
            </a:extLst>
          </p:cNvPr>
          <p:cNvSpPr/>
          <p:nvPr/>
        </p:nvSpPr>
        <p:spPr>
          <a:xfrm>
            <a:off x="266527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157" name="Rechteck 156">
            <a:extLst>
              <a:ext uri="{FF2B5EF4-FFF2-40B4-BE49-F238E27FC236}">
                <a16:creationId xmlns:a16="http://schemas.microsoft.com/office/drawing/2014/main" id="{AE0D5FEB-D498-734A-D4EC-3BAC39517BE3}"/>
              </a:ext>
            </a:extLst>
          </p:cNvPr>
          <p:cNvSpPr/>
          <p:nvPr/>
        </p:nvSpPr>
        <p:spPr>
          <a:xfrm>
            <a:off x="9849343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158" name="Rechteck 157">
            <a:extLst>
              <a:ext uri="{FF2B5EF4-FFF2-40B4-BE49-F238E27FC236}">
                <a16:creationId xmlns:a16="http://schemas.microsoft.com/office/drawing/2014/main" id="{6325A5CC-A2BE-4DFB-329D-A0C76446DB37}"/>
              </a:ext>
            </a:extLst>
          </p:cNvPr>
          <p:cNvSpPr/>
          <p:nvPr/>
        </p:nvSpPr>
        <p:spPr>
          <a:xfrm>
            <a:off x="10161694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159" name="Rechteck 158">
            <a:extLst>
              <a:ext uri="{FF2B5EF4-FFF2-40B4-BE49-F238E27FC236}">
                <a16:creationId xmlns:a16="http://schemas.microsoft.com/office/drawing/2014/main" id="{065FFF3B-116D-09A0-7F29-EF3922B8F1B3}"/>
              </a:ext>
            </a:extLst>
          </p:cNvPr>
          <p:cNvSpPr/>
          <p:nvPr/>
        </p:nvSpPr>
        <p:spPr>
          <a:xfrm>
            <a:off x="1047405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160" name="Gerade Verbindung mit Pfeil 159">
            <a:extLst>
              <a:ext uri="{FF2B5EF4-FFF2-40B4-BE49-F238E27FC236}">
                <a16:creationId xmlns:a16="http://schemas.microsoft.com/office/drawing/2014/main" id="{CDD9345B-564F-0CBF-CF83-AC51D496CD00}"/>
              </a:ext>
            </a:extLst>
          </p:cNvPr>
          <p:cNvCxnSpPr>
            <a:cxnSpLocks/>
            <a:endCxn id="154" idx="1"/>
          </p:cNvCxnSpPr>
          <p:nvPr/>
        </p:nvCxnSpPr>
        <p:spPr>
          <a:xfrm>
            <a:off x="1144657" y="4041153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Gerade Verbindung mit Pfeil 160">
            <a:extLst>
              <a:ext uri="{FF2B5EF4-FFF2-40B4-BE49-F238E27FC236}">
                <a16:creationId xmlns:a16="http://schemas.microsoft.com/office/drawing/2014/main" id="{05AD0DF7-D26E-0C5A-5D3C-933C29B8CC39}"/>
              </a:ext>
            </a:extLst>
          </p:cNvPr>
          <p:cNvCxnSpPr>
            <a:endCxn id="155" idx="1"/>
          </p:cNvCxnSpPr>
          <p:nvPr/>
        </p:nvCxnSpPr>
        <p:spPr>
          <a:xfrm>
            <a:off x="2219646" y="4041153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Gerade Verbindung mit Pfeil 161">
            <a:extLst>
              <a:ext uri="{FF2B5EF4-FFF2-40B4-BE49-F238E27FC236}">
                <a16:creationId xmlns:a16="http://schemas.microsoft.com/office/drawing/2014/main" id="{95D9C707-7D45-0ABF-D221-0F5D610F92BE}"/>
              </a:ext>
            </a:extLst>
          </p:cNvPr>
          <p:cNvCxnSpPr>
            <a:stCxn id="155" idx="3"/>
            <a:endCxn id="156" idx="1"/>
          </p:cNvCxnSpPr>
          <p:nvPr/>
        </p:nvCxnSpPr>
        <p:spPr>
          <a:xfrm>
            <a:off x="2515757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Gerade Verbindung mit Pfeil 162">
            <a:extLst>
              <a:ext uri="{FF2B5EF4-FFF2-40B4-BE49-F238E27FC236}">
                <a16:creationId xmlns:a16="http://schemas.microsoft.com/office/drawing/2014/main" id="{B864D02D-1B0F-97B6-E3EE-8B50F5E9CBED}"/>
              </a:ext>
            </a:extLst>
          </p:cNvPr>
          <p:cNvCxnSpPr>
            <a:endCxn id="130" idx="1"/>
          </p:cNvCxnSpPr>
          <p:nvPr/>
        </p:nvCxnSpPr>
        <p:spPr>
          <a:xfrm>
            <a:off x="2828108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Gerade Verbindung mit Pfeil 163">
            <a:extLst>
              <a:ext uri="{FF2B5EF4-FFF2-40B4-BE49-F238E27FC236}">
                <a16:creationId xmlns:a16="http://schemas.microsoft.com/office/drawing/2014/main" id="{E90B1653-2131-0AA3-BEAC-12C14F04787A}"/>
              </a:ext>
            </a:extLst>
          </p:cNvPr>
          <p:cNvCxnSpPr>
            <a:endCxn id="132" idx="1"/>
          </p:cNvCxnSpPr>
          <p:nvPr/>
        </p:nvCxnSpPr>
        <p:spPr>
          <a:xfrm>
            <a:off x="3140459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Gerade Verbindung mit Pfeil 164">
            <a:extLst>
              <a:ext uri="{FF2B5EF4-FFF2-40B4-BE49-F238E27FC236}">
                <a16:creationId xmlns:a16="http://schemas.microsoft.com/office/drawing/2014/main" id="{3ABFFDC7-B9FC-7B0C-3BF0-223046F7EEF8}"/>
              </a:ext>
            </a:extLst>
          </p:cNvPr>
          <p:cNvCxnSpPr>
            <a:stCxn id="132" idx="3"/>
            <a:endCxn id="133" idx="1"/>
          </p:cNvCxnSpPr>
          <p:nvPr/>
        </p:nvCxnSpPr>
        <p:spPr>
          <a:xfrm>
            <a:off x="3452810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317335E6-522C-A06C-B846-C87E5FF7B35D}"/>
              </a:ext>
            </a:extLst>
          </p:cNvPr>
          <p:cNvCxnSpPr>
            <a:cxnSpLocks/>
            <a:endCxn id="135" idx="1"/>
          </p:cNvCxnSpPr>
          <p:nvPr/>
        </p:nvCxnSpPr>
        <p:spPr>
          <a:xfrm>
            <a:off x="3777047" y="4041153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59CE0E83-712E-3FF0-2F4B-A6E7658939E7}"/>
              </a:ext>
            </a:extLst>
          </p:cNvPr>
          <p:cNvCxnSpPr>
            <a:cxnSpLocks/>
            <a:stCxn id="135" idx="3"/>
            <a:endCxn id="137" idx="1"/>
          </p:cNvCxnSpPr>
          <p:nvPr/>
        </p:nvCxnSpPr>
        <p:spPr>
          <a:xfrm>
            <a:off x="4077512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F5EE3E04-B599-F8E0-8437-B1DCCCC0EFE7}"/>
              </a:ext>
            </a:extLst>
          </p:cNvPr>
          <p:cNvCxnSpPr>
            <a:stCxn id="137" idx="3"/>
            <a:endCxn id="138" idx="1"/>
          </p:cNvCxnSpPr>
          <p:nvPr/>
        </p:nvCxnSpPr>
        <p:spPr>
          <a:xfrm>
            <a:off x="4702214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Gerade Verbindung mit Pfeil 169">
            <a:extLst>
              <a:ext uri="{FF2B5EF4-FFF2-40B4-BE49-F238E27FC236}">
                <a16:creationId xmlns:a16="http://schemas.microsoft.com/office/drawing/2014/main" id="{9DB55605-2B5B-3685-770B-0A486F7B0184}"/>
              </a:ext>
            </a:extLst>
          </p:cNvPr>
          <p:cNvCxnSpPr>
            <a:cxnSpLocks/>
            <a:stCxn id="138" idx="3"/>
            <a:endCxn id="140" idx="1"/>
          </p:cNvCxnSpPr>
          <p:nvPr/>
        </p:nvCxnSpPr>
        <p:spPr>
          <a:xfrm>
            <a:off x="5014565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Gerade Verbindung mit Pfeil 171">
            <a:extLst>
              <a:ext uri="{FF2B5EF4-FFF2-40B4-BE49-F238E27FC236}">
                <a16:creationId xmlns:a16="http://schemas.microsoft.com/office/drawing/2014/main" id="{638FD643-F865-A4EB-ECAE-3B9E3F7F422B}"/>
              </a:ext>
            </a:extLst>
          </p:cNvPr>
          <p:cNvCxnSpPr>
            <a:stCxn id="140" idx="3"/>
            <a:endCxn id="141" idx="1"/>
          </p:cNvCxnSpPr>
          <p:nvPr/>
        </p:nvCxnSpPr>
        <p:spPr>
          <a:xfrm>
            <a:off x="5639267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Gerade Verbindung mit Pfeil 172">
            <a:extLst>
              <a:ext uri="{FF2B5EF4-FFF2-40B4-BE49-F238E27FC236}">
                <a16:creationId xmlns:a16="http://schemas.microsoft.com/office/drawing/2014/main" id="{F74ECEE2-9D61-A287-ECC4-24419D8EE70B}"/>
              </a:ext>
            </a:extLst>
          </p:cNvPr>
          <p:cNvCxnSpPr>
            <a:stCxn id="141" idx="3"/>
            <a:endCxn id="142" idx="1"/>
          </p:cNvCxnSpPr>
          <p:nvPr/>
        </p:nvCxnSpPr>
        <p:spPr>
          <a:xfrm>
            <a:off x="5951618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014DB9E6-B9AE-85CB-581F-85883F8E9DC9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6263969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7B7626E5-19C1-3451-5A2E-A7D57BD8C7D3}"/>
              </a:ext>
            </a:extLst>
          </p:cNvPr>
          <p:cNvCxnSpPr>
            <a:stCxn id="146" idx="3"/>
            <a:endCxn id="147" idx="1"/>
          </p:cNvCxnSpPr>
          <p:nvPr/>
        </p:nvCxnSpPr>
        <p:spPr>
          <a:xfrm>
            <a:off x="7513373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BE9A0082-AAAF-0D9C-13BB-A830533A0A54}"/>
              </a:ext>
            </a:extLst>
          </p:cNvPr>
          <p:cNvCxnSpPr>
            <a:cxnSpLocks/>
            <a:stCxn id="147" idx="3"/>
            <a:endCxn id="149" idx="1"/>
          </p:cNvCxnSpPr>
          <p:nvPr/>
        </p:nvCxnSpPr>
        <p:spPr>
          <a:xfrm>
            <a:off x="7825724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Gerade Verbindung mit Pfeil 180">
            <a:extLst>
              <a:ext uri="{FF2B5EF4-FFF2-40B4-BE49-F238E27FC236}">
                <a16:creationId xmlns:a16="http://schemas.microsoft.com/office/drawing/2014/main" id="{4473B8F7-ECB1-550E-5A0C-2F6CBB62959B}"/>
              </a:ext>
            </a:extLst>
          </p:cNvPr>
          <p:cNvCxnSpPr>
            <a:stCxn id="149" idx="3"/>
            <a:endCxn id="150" idx="1"/>
          </p:cNvCxnSpPr>
          <p:nvPr/>
        </p:nvCxnSpPr>
        <p:spPr>
          <a:xfrm>
            <a:off x="8450426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Gerade Verbindung mit Pfeil 181">
            <a:extLst>
              <a:ext uri="{FF2B5EF4-FFF2-40B4-BE49-F238E27FC236}">
                <a16:creationId xmlns:a16="http://schemas.microsoft.com/office/drawing/2014/main" id="{C947E90E-2E4B-15FA-ADD4-4A28DC9B81E8}"/>
              </a:ext>
            </a:extLst>
          </p:cNvPr>
          <p:cNvCxnSpPr>
            <a:stCxn id="150" idx="3"/>
            <a:endCxn id="151" idx="1"/>
          </p:cNvCxnSpPr>
          <p:nvPr/>
        </p:nvCxnSpPr>
        <p:spPr>
          <a:xfrm>
            <a:off x="8762777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Gerade Verbindung mit Pfeil 182">
            <a:extLst>
              <a:ext uri="{FF2B5EF4-FFF2-40B4-BE49-F238E27FC236}">
                <a16:creationId xmlns:a16="http://schemas.microsoft.com/office/drawing/2014/main" id="{B0179789-8379-9B0A-A8CB-2B8C6CC39ABB}"/>
              </a:ext>
            </a:extLst>
          </p:cNvPr>
          <p:cNvCxnSpPr>
            <a:stCxn id="151" idx="3"/>
            <a:endCxn id="152" idx="1"/>
          </p:cNvCxnSpPr>
          <p:nvPr/>
        </p:nvCxnSpPr>
        <p:spPr>
          <a:xfrm>
            <a:off x="9075128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Gerade Verbindung mit Pfeil 183">
            <a:extLst>
              <a:ext uri="{FF2B5EF4-FFF2-40B4-BE49-F238E27FC236}">
                <a16:creationId xmlns:a16="http://schemas.microsoft.com/office/drawing/2014/main" id="{EAE89841-E1EE-A18E-18E3-BAD03151B78D}"/>
              </a:ext>
            </a:extLst>
          </p:cNvPr>
          <p:cNvCxnSpPr>
            <a:stCxn id="152" idx="3"/>
            <a:endCxn id="153" idx="1"/>
          </p:cNvCxnSpPr>
          <p:nvPr/>
        </p:nvCxnSpPr>
        <p:spPr>
          <a:xfrm>
            <a:off x="9387479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Gerade Verbindung mit Pfeil 184">
            <a:extLst>
              <a:ext uri="{FF2B5EF4-FFF2-40B4-BE49-F238E27FC236}">
                <a16:creationId xmlns:a16="http://schemas.microsoft.com/office/drawing/2014/main" id="{8EB4E124-AA57-CA43-E19E-2146EBD463C2}"/>
              </a:ext>
            </a:extLst>
          </p:cNvPr>
          <p:cNvCxnSpPr>
            <a:stCxn id="153" idx="3"/>
            <a:endCxn id="157" idx="1"/>
          </p:cNvCxnSpPr>
          <p:nvPr/>
        </p:nvCxnSpPr>
        <p:spPr>
          <a:xfrm>
            <a:off x="9699830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Gerade Verbindung mit Pfeil 185">
            <a:extLst>
              <a:ext uri="{FF2B5EF4-FFF2-40B4-BE49-F238E27FC236}">
                <a16:creationId xmlns:a16="http://schemas.microsoft.com/office/drawing/2014/main" id="{46BBCA55-E1A4-2CBA-D03C-C920D5BE4654}"/>
              </a:ext>
            </a:extLst>
          </p:cNvPr>
          <p:cNvCxnSpPr>
            <a:stCxn id="157" idx="3"/>
            <a:endCxn id="158" idx="1"/>
          </p:cNvCxnSpPr>
          <p:nvPr/>
        </p:nvCxnSpPr>
        <p:spPr>
          <a:xfrm>
            <a:off x="10012181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Gerade Verbindung mit Pfeil 186">
            <a:extLst>
              <a:ext uri="{FF2B5EF4-FFF2-40B4-BE49-F238E27FC236}">
                <a16:creationId xmlns:a16="http://schemas.microsoft.com/office/drawing/2014/main" id="{A49DC060-AE6B-07F1-0BD6-6689770E5564}"/>
              </a:ext>
            </a:extLst>
          </p:cNvPr>
          <p:cNvCxnSpPr>
            <a:stCxn id="158" idx="3"/>
            <a:endCxn id="159" idx="1"/>
          </p:cNvCxnSpPr>
          <p:nvPr/>
        </p:nvCxnSpPr>
        <p:spPr>
          <a:xfrm>
            <a:off x="10324532" y="4041153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Gerade Verbindung mit Pfeil 187">
            <a:extLst>
              <a:ext uri="{FF2B5EF4-FFF2-40B4-BE49-F238E27FC236}">
                <a16:creationId xmlns:a16="http://schemas.microsoft.com/office/drawing/2014/main" id="{D2F7E958-C702-313E-A225-F0A57B64B3A1}"/>
              </a:ext>
            </a:extLst>
          </p:cNvPr>
          <p:cNvCxnSpPr>
            <a:stCxn id="159" idx="3"/>
          </p:cNvCxnSpPr>
          <p:nvPr/>
        </p:nvCxnSpPr>
        <p:spPr>
          <a:xfrm>
            <a:off x="10636888" y="4041153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22F55653-CE17-D9A0-6C51-BFC214DF4CF9}"/>
                  </a:ext>
                </a:extLst>
              </p:cNvPr>
              <p:cNvSpPr/>
              <p:nvPr/>
            </p:nvSpPr>
            <p:spPr>
              <a:xfrm>
                <a:off x="1892244" y="5417724"/>
                <a:ext cx="162838" cy="977030"/>
              </a:xfrm>
              <a:prstGeom prst="rect">
                <a:avLst/>
              </a:prstGeom>
              <a:solidFill>
                <a:schemeClr val="bg2">
                  <a:lumMod val="90000"/>
                  <a:alpha val="20000"/>
                </a:schemeClr>
              </a:solid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95" name="Rechteck 194">
                <a:extLst>
                  <a:ext uri="{FF2B5EF4-FFF2-40B4-BE49-F238E27FC236}">
                    <a16:creationId xmlns:a16="http://schemas.microsoft.com/office/drawing/2014/main" id="{22F55653-CE17-D9A0-6C51-BFC214DF4CF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244" y="5417724"/>
                <a:ext cx="162838" cy="977030"/>
              </a:xfrm>
              <a:prstGeom prst="rect">
                <a:avLst/>
              </a:prstGeom>
              <a:blipFill>
                <a:blip r:embed="rId3"/>
                <a:stretch>
                  <a:fillRect l="-26667"/>
                </a:stretch>
              </a:blipFill>
              <a:ln>
                <a:solidFill>
                  <a:schemeClr val="bg2">
                    <a:lumMod val="50000"/>
                    <a:alpha val="2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C30E121-5D5F-90FF-B9F0-B15B5B7A7D5A}"/>
                  </a:ext>
                </a:extLst>
              </p:cNvPr>
              <p:cNvSpPr txBox="1"/>
              <p:nvPr/>
            </p:nvSpPr>
            <p:spPr>
              <a:xfrm>
                <a:off x="2083759" y="5682473"/>
                <a:ext cx="19820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Removed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196" name="Textfeld 195">
                <a:extLst>
                  <a:ext uri="{FF2B5EF4-FFF2-40B4-BE49-F238E27FC236}">
                    <a16:creationId xmlns:a16="http://schemas.microsoft.com/office/drawing/2014/main" id="{5C30E121-5D5F-90FF-B9F0-B15B5B7A7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759" y="5682473"/>
                <a:ext cx="1982017" cy="369332"/>
              </a:xfrm>
              <a:prstGeom prst="rect">
                <a:avLst/>
              </a:prstGeom>
              <a:blipFill>
                <a:blip r:embed="rId4"/>
                <a:stretch>
                  <a:fillRect l="-3185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9" name="Textfeld 208">
            <a:extLst>
              <a:ext uri="{FF2B5EF4-FFF2-40B4-BE49-F238E27FC236}">
                <a16:creationId xmlns:a16="http://schemas.microsoft.com/office/drawing/2014/main" id="{6FC24FF2-C15D-D3C7-2071-014BDA1B37B9}"/>
              </a:ext>
            </a:extLst>
          </p:cNvPr>
          <p:cNvSpPr txBox="1"/>
          <p:nvPr/>
        </p:nvSpPr>
        <p:spPr>
          <a:xfrm>
            <a:off x="3562356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11" name="Textfeld 210">
            <a:extLst>
              <a:ext uri="{FF2B5EF4-FFF2-40B4-BE49-F238E27FC236}">
                <a16:creationId xmlns:a16="http://schemas.microsoft.com/office/drawing/2014/main" id="{3CABCC6C-8CBA-9685-ED63-DBEF37D970FE}"/>
              </a:ext>
            </a:extLst>
          </p:cNvPr>
          <p:cNvSpPr txBox="1"/>
          <p:nvPr/>
        </p:nvSpPr>
        <p:spPr>
          <a:xfrm>
            <a:off x="4491265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12" name="Textfeld 211">
            <a:extLst>
              <a:ext uri="{FF2B5EF4-FFF2-40B4-BE49-F238E27FC236}">
                <a16:creationId xmlns:a16="http://schemas.microsoft.com/office/drawing/2014/main" id="{F7256ED1-759D-49A6-13BF-EE017D2BFF7D}"/>
              </a:ext>
            </a:extLst>
          </p:cNvPr>
          <p:cNvSpPr txBox="1"/>
          <p:nvPr/>
        </p:nvSpPr>
        <p:spPr>
          <a:xfrm>
            <a:off x="4825096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13" name="Textfeld 212">
            <a:extLst>
              <a:ext uri="{FF2B5EF4-FFF2-40B4-BE49-F238E27FC236}">
                <a16:creationId xmlns:a16="http://schemas.microsoft.com/office/drawing/2014/main" id="{DC90C0F0-B041-4683-4466-71BE67029461}"/>
              </a:ext>
            </a:extLst>
          </p:cNvPr>
          <p:cNvSpPr txBox="1"/>
          <p:nvPr/>
        </p:nvSpPr>
        <p:spPr>
          <a:xfrm>
            <a:off x="5449210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17" name="Textfeld 216">
            <a:extLst>
              <a:ext uri="{FF2B5EF4-FFF2-40B4-BE49-F238E27FC236}">
                <a16:creationId xmlns:a16="http://schemas.microsoft.com/office/drawing/2014/main" id="{7E3D111C-7C7E-075C-64D7-B71815A80F8E}"/>
              </a:ext>
            </a:extLst>
          </p:cNvPr>
          <p:cNvSpPr txBox="1"/>
          <p:nvPr/>
        </p:nvSpPr>
        <p:spPr>
          <a:xfrm>
            <a:off x="8243208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19" name="Textfeld 218">
            <a:extLst>
              <a:ext uri="{FF2B5EF4-FFF2-40B4-BE49-F238E27FC236}">
                <a16:creationId xmlns:a16="http://schemas.microsoft.com/office/drawing/2014/main" id="{02071CE6-635E-C651-B6D5-335B1E4C66AE}"/>
              </a:ext>
            </a:extLst>
          </p:cNvPr>
          <p:cNvSpPr txBox="1"/>
          <p:nvPr/>
        </p:nvSpPr>
        <p:spPr>
          <a:xfrm>
            <a:off x="8889095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21" name="Textfeld 220">
            <a:extLst>
              <a:ext uri="{FF2B5EF4-FFF2-40B4-BE49-F238E27FC236}">
                <a16:creationId xmlns:a16="http://schemas.microsoft.com/office/drawing/2014/main" id="{60339B76-AA94-4540-C7F8-041B24BE5E8B}"/>
              </a:ext>
            </a:extLst>
          </p:cNvPr>
          <p:cNvSpPr txBox="1"/>
          <p:nvPr/>
        </p:nvSpPr>
        <p:spPr>
          <a:xfrm>
            <a:off x="9484177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22" name="Textfeld 221">
            <a:extLst>
              <a:ext uri="{FF2B5EF4-FFF2-40B4-BE49-F238E27FC236}">
                <a16:creationId xmlns:a16="http://schemas.microsoft.com/office/drawing/2014/main" id="{8B4ED993-3AD3-D02C-3B94-F381FE017718}"/>
              </a:ext>
            </a:extLst>
          </p:cNvPr>
          <p:cNvSpPr txBox="1"/>
          <p:nvPr/>
        </p:nvSpPr>
        <p:spPr>
          <a:xfrm>
            <a:off x="9803494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223" name="Textfeld 222">
            <a:extLst>
              <a:ext uri="{FF2B5EF4-FFF2-40B4-BE49-F238E27FC236}">
                <a16:creationId xmlns:a16="http://schemas.microsoft.com/office/drawing/2014/main" id="{6F2AAAA5-BB97-45CF-C6C9-BEC3C4A94799}"/>
              </a:ext>
            </a:extLst>
          </p:cNvPr>
          <p:cNvSpPr txBox="1"/>
          <p:nvPr/>
        </p:nvSpPr>
        <p:spPr>
          <a:xfrm>
            <a:off x="10108292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DD330A77-EDC8-508B-D68E-C9465F4DA262}"/>
              </a:ext>
            </a:extLst>
          </p:cNvPr>
          <p:cNvCxnSpPr>
            <a:cxnSpLocks/>
          </p:cNvCxnSpPr>
          <p:nvPr/>
        </p:nvCxnSpPr>
        <p:spPr>
          <a:xfrm>
            <a:off x="7275778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Gerade Verbindung mit Pfeil 231">
            <a:extLst>
              <a:ext uri="{FF2B5EF4-FFF2-40B4-BE49-F238E27FC236}">
                <a16:creationId xmlns:a16="http://schemas.microsoft.com/office/drawing/2014/main" id="{A4DC6613-3D8E-45AE-28CC-0EAF5FDD46D2}"/>
              </a:ext>
            </a:extLst>
          </p:cNvPr>
          <p:cNvCxnSpPr>
            <a:cxnSpLocks/>
          </p:cNvCxnSpPr>
          <p:nvPr/>
        </p:nvCxnSpPr>
        <p:spPr>
          <a:xfrm>
            <a:off x="758812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Gerade Verbindung mit Pfeil 232">
            <a:extLst>
              <a:ext uri="{FF2B5EF4-FFF2-40B4-BE49-F238E27FC236}">
                <a16:creationId xmlns:a16="http://schemas.microsoft.com/office/drawing/2014/main" id="{AB374195-03D3-D48A-75B5-E9D836B27B53}"/>
              </a:ext>
            </a:extLst>
          </p:cNvPr>
          <p:cNvCxnSpPr>
            <a:cxnSpLocks/>
          </p:cNvCxnSpPr>
          <p:nvPr/>
        </p:nvCxnSpPr>
        <p:spPr>
          <a:xfrm>
            <a:off x="8212831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4" name="Gerade Verbindung mit Pfeil 233">
            <a:extLst>
              <a:ext uri="{FF2B5EF4-FFF2-40B4-BE49-F238E27FC236}">
                <a16:creationId xmlns:a16="http://schemas.microsoft.com/office/drawing/2014/main" id="{057DC21B-198B-CCC5-C38B-DFAA78377105}"/>
              </a:ext>
            </a:extLst>
          </p:cNvPr>
          <p:cNvCxnSpPr>
            <a:cxnSpLocks/>
          </p:cNvCxnSpPr>
          <p:nvPr/>
        </p:nvCxnSpPr>
        <p:spPr>
          <a:xfrm>
            <a:off x="852540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72298458-071B-4DD7-E2C8-E6D1405FE48F}"/>
              </a:ext>
            </a:extLst>
          </p:cNvPr>
          <p:cNvCxnSpPr>
            <a:cxnSpLocks/>
          </p:cNvCxnSpPr>
          <p:nvPr/>
        </p:nvCxnSpPr>
        <p:spPr>
          <a:xfrm>
            <a:off x="8837975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Gerade Verbindung mit Pfeil 236">
            <a:extLst>
              <a:ext uri="{FF2B5EF4-FFF2-40B4-BE49-F238E27FC236}">
                <a16:creationId xmlns:a16="http://schemas.microsoft.com/office/drawing/2014/main" id="{AC0EB986-2800-5E0C-20B3-8A58E4C076AA}"/>
              </a:ext>
            </a:extLst>
          </p:cNvPr>
          <p:cNvCxnSpPr>
            <a:cxnSpLocks/>
          </p:cNvCxnSpPr>
          <p:nvPr/>
        </p:nvCxnSpPr>
        <p:spPr>
          <a:xfrm>
            <a:off x="9150547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Gerade Verbindung mit Pfeil 237">
            <a:extLst>
              <a:ext uri="{FF2B5EF4-FFF2-40B4-BE49-F238E27FC236}">
                <a16:creationId xmlns:a16="http://schemas.microsoft.com/office/drawing/2014/main" id="{F17855A3-685E-57C7-AD7B-2130410FB837}"/>
              </a:ext>
            </a:extLst>
          </p:cNvPr>
          <p:cNvCxnSpPr>
            <a:cxnSpLocks/>
          </p:cNvCxnSpPr>
          <p:nvPr/>
        </p:nvCxnSpPr>
        <p:spPr>
          <a:xfrm>
            <a:off x="946311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Gerade Verbindung mit Pfeil 238">
            <a:extLst>
              <a:ext uri="{FF2B5EF4-FFF2-40B4-BE49-F238E27FC236}">
                <a16:creationId xmlns:a16="http://schemas.microsoft.com/office/drawing/2014/main" id="{75C05B2D-6058-B47C-FA79-880FD43B3640}"/>
              </a:ext>
            </a:extLst>
          </p:cNvPr>
          <p:cNvCxnSpPr>
            <a:cxnSpLocks/>
          </p:cNvCxnSpPr>
          <p:nvPr/>
        </p:nvCxnSpPr>
        <p:spPr>
          <a:xfrm>
            <a:off x="9775691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Gerade Verbindung mit Pfeil 239">
            <a:extLst>
              <a:ext uri="{FF2B5EF4-FFF2-40B4-BE49-F238E27FC236}">
                <a16:creationId xmlns:a16="http://schemas.microsoft.com/office/drawing/2014/main" id="{CC0A15F5-874D-6278-5D41-F5AF84D6180E}"/>
              </a:ext>
            </a:extLst>
          </p:cNvPr>
          <p:cNvCxnSpPr>
            <a:cxnSpLocks/>
          </p:cNvCxnSpPr>
          <p:nvPr/>
        </p:nvCxnSpPr>
        <p:spPr>
          <a:xfrm>
            <a:off x="1008826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Gerade Verbindung mit Pfeil 240">
            <a:extLst>
              <a:ext uri="{FF2B5EF4-FFF2-40B4-BE49-F238E27FC236}">
                <a16:creationId xmlns:a16="http://schemas.microsoft.com/office/drawing/2014/main" id="{72B2CEA7-AB88-58EE-4AD2-3D3B352DC94A}"/>
              </a:ext>
            </a:extLst>
          </p:cNvPr>
          <p:cNvCxnSpPr>
            <a:cxnSpLocks/>
          </p:cNvCxnSpPr>
          <p:nvPr/>
        </p:nvCxnSpPr>
        <p:spPr>
          <a:xfrm>
            <a:off x="10400835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Textfeld 241">
            <a:extLst>
              <a:ext uri="{FF2B5EF4-FFF2-40B4-BE49-F238E27FC236}">
                <a16:creationId xmlns:a16="http://schemas.microsoft.com/office/drawing/2014/main" id="{84B675E7-7C72-A1A0-66C6-F243DD9930F3}"/>
              </a:ext>
            </a:extLst>
          </p:cNvPr>
          <p:cNvSpPr txBox="1"/>
          <p:nvPr/>
        </p:nvSpPr>
        <p:spPr>
          <a:xfrm>
            <a:off x="10770488" y="2850740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243" name="Gerade Verbindung mit Pfeil 242">
            <a:extLst>
              <a:ext uri="{FF2B5EF4-FFF2-40B4-BE49-F238E27FC236}">
                <a16:creationId xmlns:a16="http://schemas.microsoft.com/office/drawing/2014/main" id="{9BCAF202-0400-E526-FA2C-05B2F0306656}"/>
              </a:ext>
            </a:extLst>
          </p:cNvPr>
          <p:cNvCxnSpPr>
            <a:cxnSpLocks/>
          </p:cNvCxnSpPr>
          <p:nvPr/>
        </p:nvCxnSpPr>
        <p:spPr>
          <a:xfrm>
            <a:off x="1071340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AEFAB22E-43CC-C6EF-0A3C-5B019355ABC5}"/>
              </a:ext>
            </a:extLst>
          </p:cNvPr>
          <p:cNvCxnSpPr>
            <a:cxnSpLocks/>
          </p:cNvCxnSpPr>
          <p:nvPr/>
        </p:nvCxnSpPr>
        <p:spPr>
          <a:xfrm>
            <a:off x="600967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CFE1D40-48F2-0BB7-D53F-56E2B8322D55}"/>
              </a:ext>
            </a:extLst>
          </p:cNvPr>
          <p:cNvCxnSpPr>
            <a:cxnSpLocks/>
          </p:cNvCxnSpPr>
          <p:nvPr/>
        </p:nvCxnSpPr>
        <p:spPr>
          <a:xfrm>
            <a:off x="569732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0FA03C7A-71F7-D30D-33C1-6D884E071046}"/>
              </a:ext>
            </a:extLst>
          </p:cNvPr>
          <p:cNvCxnSpPr>
            <a:cxnSpLocks/>
          </p:cNvCxnSpPr>
          <p:nvPr/>
        </p:nvCxnSpPr>
        <p:spPr>
          <a:xfrm>
            <a:off x="477587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77916C25-0016-3D7E-E2F5-0548AC4CBF14}"/>
              </a:ext>
            </a:extLst>
          </p:cNvPr>
          <p:cNvCxnSpPr>
            <a:cxnSpLocks/>
          </p:cNvCxnSpPr>
          <p:nvPr/>
        </p:nvCxnSpPr>
        <p:spPr>
          <a:xfrm>
            <a:off x="383510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4274295E-0A05-78A7-0F24-E5128B832178}"/>
              </a:ext>
            </a:extLst>
          </p:cNvPr>
          <p:cNvCxnSpPr>
            <a:cxnSpLocks/>
          </p:cNvCxnSpPr>
          <p:nvPr/>
        </p:nvCxnSpPr>
        <p:spPr>
          <a:xfrm>
            <a:off x="3523641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60D881D-922B-E2C0-F0C8-6528A5D32087}"/>
              </a:ext>
            </a:extLst>
          </p:cNvPr>
          <p:cNvCxnSpPr>
            <a:cxnSpLocks/>
          </p:cNvCxnSpPr>
          <p:nvPr/>
        </p:nvCxnSpPr>
        <p:spPr>
          <a:xfrm>
            <a:off x="3212178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83E0441C-A847-A0A2-971D-443010249CE3}"/>
              </a:ext>
            </a:extLst>
          </p:cNvPr>
          <p:cNvCxnSpPr>
            <a:cxnSpLocks/>
          </p:cNvCxnSpPr>
          <p:nvPr/>
        </p:nvCxnSpPr>
        <p:spPr>
          <a:xfrm>
            <a:off x="2900715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076BB76-B166-4666-27C5-52E1ACCAEF06}"/>
              </a:ext>
            </a:extLst>
          </p:cNvPr>
          <p:cNvCxnSpPr>
            <a:cxnSpLocks/>
          </p:cNvCxnSpPr>
          <p:nvPr/>
        </p:nvCxnSpPr>
        <p:spPr>
          <a:xfrm>
            <a:off x="2589252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 Verbindung mit Pfeil 24">
            <a:extLst>
              <a:ext uri="{FF2B5EF4-FFF2-40B4-BE49-F238E27FC236}">
                <a16:creationId xmlns:a16="http://schemas.microsoft.com/office/drawing/2014/main" id="{2CCE741B-BB4F-6D62-530B-FEC1E7FA94C6}"/>
              </a:ext>
            </a:extLst>
          </p:cNvPr>
          <p:cNvCxnSpPr>
            <a:cxnSpLocks/>
          </p:cNvCxnSpPr>
          <p:nvPr/>
        </p:nvCxnSpPr>
        <p:spPr>
          <a:xfrm>
            <a:off x="227778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8CD7629-5005-9154-81F6-B660286F3B53}"/>
              </a:ext>
            </a:extLst>
          </p:cNvPr>
          <p:cNvCxnSpPr>
            <a:stCxn id="144" idx="3"/>
            <a:endCxn id="146" idx="1"/>
          </p:cNvCxnSpPr>
          <p:nvPr/>
        </p:nvCxnSpPr>
        <p:spPr>
          <a:xfrm>
            <a:off x="6888671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597C5F3A-DC04-1335-3014-AE80FB259881}"/>
              </a:ext>
            </a:extLst>
          </p:cNvPr>
          <p:cNvCxnSpPr>
            <a:cxnSpLocks/>
          </p:cNvCxnSpPr>
          <p:nvPr/>
        </p:nvCxnSpPr>
        <p:spPr>
          <a:xfrm>
            <a:off x="446956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0098AF57-C264-B01C-4DB7-25C7F50E8703}"/>
              </a:ext>
            </a:extLst>
          </p:cNvPr>
          <p:cNvCxnSpPr>
            <a:cxnSpLocks/>
          </p:cNvCxnSpPr>
          <p:nvPr/>
        </p:nvCxnSpPr>
        <p:spPr>
          <a:xfrm>
            <a:off x="6654453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5833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E2299844-7D11-CFFF-62C5-F35BF737AC3B}"/>
              </a:ext>
            </a:extLst>
          </p:cNvPr>
          <p:cNvSpPr/>
          <p:nvPr/>
        </p:nvSpPr>
        <p:spPr>
          <a:xfrm>
            <a:off x="1563530" y="3220072"/>
            <a:ext cx="9622972" cy="1723264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F1D4A7FF-ACAE-13F7-16AD-BB2C5676D695}"/>
              </a:ext>
            </a:extLst>
          </p:cNvPr>
          <p:cNvSpPr/>
          <p:nvPr/>
        </p:nvSpPr>
        <p:spPr>
          <a:xfrm>
            <a:off x="1563530" y="809609"/>
            <a:ext cx="9622972" cy="1723264"/>
          </a:xfrm>
          <a:prstGeom prst="roundRect">
            <a:avLst/>
          </a:prstGeom>
          <a:solidFill>
            <a:schemeClr val="accent1">
              <a:lumMod val="20000"/>
              <a:lumOff val="80000"/>
              <a:alpha val="62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6465438-09EB-857E-9732-3024EA4CF85E}"/>
              </a:ext>
            </a:extLst>
          </p:cNvPr>
          <p:cNvSpPr txBox="1"/>
          <p:nvPr/>
        </p:nvSpPr>
        <p:spPr>
          <a:xfrm>
            <a:off x="10636888" y="809609"/>
            <a:ext cx="4786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200" dirty="0"/>
              <a:t>❄️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A2824CC-10BC-7A68-0693-71D7D0004F95}"/>
              </a:ext>
            </a:extLst>
          </p:cNvPr>
          <p:cNvSpPr/>
          <p:nvPr/>
        </p:nvSpPr>
        <p:spPr>
          <a:xfrm>
            <a:off x="2977621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682FAF-A6A5-778E-A262-750BAC0DF329}"/>
              </a:ext>
            </a:extLst>
          </p:cNvPr>
          <p:cNvSpPr/>
          <p:nvPr/>
        </p:nvSpPr>
        <p:spPr>
          <a:xfrm>
            <a:off x="3289972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70653745-9248-343F-2758-1EA49318FEE4}"/>
              </a:ext>
            </a:extLst>
          </p:cNvPr>
          <p:cNvSpPr/>
          <p:nvPr/>
        </p:nvSpPr>
        <p:spPr>
          <a:xfrm>
            <a:off x="3602323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CB242BF1-4615-A2B6-73D0-E9DBEB06BBE2}"/>
              </a:ext>
            </a:extLst>
          </p:cNvPr>
          <p:cNvSpPr/>
          <p:nvPr/>
        </p:nvSpPr>
        <p:spPr>
          <a:xfrm>
            <a:off x="3914674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DD9F288A-3500-1D2C-B163-21745C4164F7}"/>
              </a:ext>
            </a:extLst>
          </p:cNvPr>
          <p:cNvSpPr/>
          <p:nvPr/>
        </p:nvSpPr>
        <p:spPr>
          <a:xfrm>
            <a:off x="4227025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8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ABA384A4-3433-8CC7-C3DA-7E6F70E0A0A7}"/>
              </a:ext>
            </a:extLst>
          </p:cNvPr>
          <p:cNvSpPr/>
          <p:nvPr/>
        </p:nvSpPr>
        <p:spPr>
          <a:xfrm>
            <a:off x="4539376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C73B9AA2-26A4-A9A9-FB63-B5AAD73D37A7}"/>
              </a:ext>
            </a:extLst>
          </p:cNvPr>
          <p:cNvSpPr/>
          <p:nvPr/>
        </p:nvSpPr>
        <p:spPr>
          <a:xfrm>
            <a:off x="4851727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CBA5E30-DB67-2084-F450-D54B45BF7F76}"/>
              </a:ext>
            </a:extLst>
          </p:cNvPr>
          <p:cNvSpPr/>
          <p:nvPr/>
        </p:nvSpPr>
        <p:spPr>
          <a:xfrm>
            <a:off x="5164078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11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76024E39-67FB-6914-59C3-445380D72EF2}"/>
              </a:ext>
            </a:extLst>
          </p:cNvPr>
          <p:cNvSpPr/>
          <p:nvPr/>
        </p:nvSpPr>
        <p:spPr>
          <a:xfrm>
            <a:off x="5476429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AB45A226-9888-E8F9-CC51-7B384AF1FD57}"/>
              </a:ext>
            </a:extLst>
          </p:cNvPr>
          <p:cNvSpPr/>
          <p:nvPr/>
        </p:nvSpPr>
        <p:spPr>
          <a:xfrm>
            <a:off x="578878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5E9B02C4-C451-6CDE-2108-9EBACDFD0B82}"/>
              </a:ext>
            </a:extLst>
          </p:cNvPr>
          <p:cNvSpPr/>
          <p:nvPr/>
        </p:nvSpPr>
        <p:spPr>
          <a:xfrm>
            <a:off x="6101131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F2B07C18-73C5-BC26-C01E-1FCCE8EB773A}"/>
              </a:ext>
            </a:extLst>
          </p:cNvPr>
          <p:cNvSpPr/>
          <p:nvPr/>
        </p:nvSpPr>
        <p:spPr>
          <a:xfrm>
            <a:off x="6413482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15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F7518401-7068-A63D-BD52-1383222F0AF4}"/>
              </a:ext>
            </a:extLst>
          </p:cNvPr>
          <p:cNvSpPr/>
          <p:nvPr/>
        </p:nvSpPr>
        <p:spPr>
          <a:xfrm>
            <a:off x="6725833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16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CEBD4471-590A-0D0C-E550-A80CE4608EC0}"/>
              </a:ext>
            </a:extLst>
          </p:cNvPr>
          <p:cNvSpPr/>
          <p:nvPr/>
        </p:nvSpPr>
        <p:spPr>
          <a:xfrm>
            <a:off x="7038184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17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8F10C9A-21BA-EC65-F3DC-3B0BA34A4F6A}"/>
              </a:ext>
            </a:extLst>
          </p:cNvPr>
          <p:cNvSpPr/>
          <p:nvPr/>
        </p:nvSpPr>
        <p:spPr>
          <a:xfrm>
            <a:off x="7350535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E55AF8F7-1A89-4C35-4FCC-010DD8FEC11A}"/>
              </a:ext>
            </a:extLst>
          </p:cNvPr>
          <p:cNvSpPr/>
          <p:nvPr/>
        </p:nvSpPr>
        <p:spPr>
          <a:xfrm>
            <a:off x="7662886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ECB05A5-5B0D-CE5A-C9D4-D910EB8B992B}"/>
              </a:ext>
            </a:extLst>
          </p:cNvPr>
          <p:cNvSpPr/>
          <p:nvPr/>
        </p:nvSpPr>
        <p:spPr>
          <a:xfrm>
            <a:off x="7975237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20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F4B72DA7-2C32-BC56-8651-67557E35DD58}"/>
              </a:ext>
            </a:extLst>
          </p:cNvPr>
          <p:cNvSpPr/>
          <p:nvPr/>
        </p:nvSpPr>
        <p:spPr>
          <a:xfrm>
            <a:off x="8287588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41FDFA70-8638-8698-DF88-C03A64649F48}"/>
              </a:ext>
            </a:extLst>
          </p:cNvPr>
          <p:cNvSpPr/>
          <p:nvPr/>
        </p:nvSpPr>
        <p:spPr>
          <a:xfrm>
            <a:off x="8599939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E6EB452F-0B8F-0AD7-601B-273DA8D2A703}"/>
              </a:ext>
            </a:extLst>
          </p:cNvPr>
          <p:cNvSpPr/>
          <p:nvPr/>
        </p:nvSpPr>
        <p:spPr>
          <a:xfrm>
            <a:off x="891229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40417510-9D61-A5A1-4C65-10A8C97A016C}"/>
              </a:ext>
            </a:extLst>
          </p:cNvPr>
          <p:cNvSpPr/>
          <p:nvPr/>
        </p:nvSpPr>
        <p:spPr>
          <a:xfrm>
            <a:off x="9224641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9DFD5B4B-47F7-D3CD-7D11-F694767581B1}"/>
              </a:ext>
            </a:extLst>
          </p:cNvPr>
          <p:cNvSpPr/>
          <p:nvPr/>
        </p:nvSpPr>
        <p:spPr>
          <a:xfrm>
            <a:off x="9536992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4498AA54-B54C-73A1-4276-42252CC0C2DC}"/>
              </a:ext>
            </a:extLst>
          </p:cNvPr>
          <p:cNvSpPr/>
          <p:nvPr/>
        </p:nvSpPr>
        <p:spPr>
          <a:xfrm>
            <a:off x="2040568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F8B3ED21-F7C5-D7D5-DB8B-B7157ECC65CF}"/>
              </a:ext>
            </a:extLst>
          </p:cNvPr>
          <p:cNvSpPr/>
          <p:nvPr/>
        </p:nvSpPr>
        <p:spPr>
          <a:xfrm>
            <a:off x="2352919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93DF9231-44AB-5A06-705C-396A6236B979}"/>
              </a:ext>
            </a:extLst>
          </p:cNvPr>
          <p:cNvSpPr/>
          <p:nvPr/>
        </p:nvSpPr>
        <p:spPr>
          <a:xfrm>
            <a:off x="266527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7362E20F-4BE5-158D-00A6-F1990CE1002D}"/>
              </a:ext>
            </a:extLst>
          </p:cNvPr>
          <p:cNvSpPr/>
          <p:nvPr/>
        </p:nvSpPr>
        <p:spPr>
          <a:xfrm>
            <a:off x="9849343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A01047C3-0791-BA2E-450C-4B804B953E31}"/>
              </a:ext>
            </a:extLst>
          </p:cNvPr>
          <p:cNvSpPr/>
          <p:nvPr/>
        </p:nvSpPr>
        <p:spPr>
          <a:xfrm>
            <a:off x="10161694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35" name="Rechteck 34">
            <a:extLst>
              <a:ext uri="{FF2B5EF4-FFF2-40B4-BE49-F238E27FC236}">
                <a16:creationId xmlns:a16="http://schemas.microsoft.com/office/drawing/2014/main" id="{5944818F-6474-B36D-8E08-C7E68CF14E74}"/>
              </a:ext>
            </a:extLst>
          </p:cNvPr>
          <p:cNvSpPr/>
          <p:nvPr/>
        </p:nvSpPr>
        <p:spPr>
          <a:xfrm>
            <a:off x="10474050" y="1235437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8B10F834-BB64-716B-10D1-261DA4BA8E91}"/>
              </a:ext>
            </a:extLst>
          </p:cNvPr>
          <p:cNvSpPr txBox="1"/>
          <p:nvPr/>
        </p:nvSpPr>
        <p:spPr>
          <a:xfrm>
            <a:off x="155645" y="804559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Teacher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2C1E7677-393B-2605-F1A0-7FF798E08355}"/>
              </a:ext>
            </a:extLst>
          </p:cNvPr>
          <p:cNvSpPr txBox="1"/>
          <p:nvPr/>
        </p:nvSpPr>
        <p:spPr>
          <a:xfrm>
            <a:off x="155644" y="3220019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Student</a:t>
            </a:r>
          </a:p>
        </p:txBody>
      </p: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A068D03C-9CAB-D556-C562-9267C854F5D4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1144657" y="1723952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9DE62AA-B303-421B-A8B1-B7D37FD2A63F}"/>
              </a:ext>
            </a:extLst>
          </p:cNvPr>
          <p:cNvCxnSpPr>
            <a:endCxn id="31" idx="1"/>
          </p:cNvCxnSpPr>
          <p:nvPr/>
        </p:nvCxnSpPr>
        <p:spPr>
          <a:xfrm>
            <a:off x="2219646" y="1723952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B3A1AF2F-B762-10E4-2C53-E54DBA8962D3}"/>
              </a:ext>
            </a:extLst>
          </p:cNvPr>
          <p:cNvCxnSpPr>
            <a:stCxn id="31" idx="3"/>
            <a:endCxn id="32" idx="1"/>
          </p:cNvCxnSpPr>
          <p:nvPr/>
        </p:nvCxnSpPr>
        <p:spPr>
          <a:xfrm>
            <a:off x="2515757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F85306FC-F374-5449-0E55-11A5B5ADAD2D}"/>
              </a:ext>
            </a:extLst>
          </p:cNvPr>
          <p:cNvCxnSpPr>
            <a:endCxn id="8" idx="1"/>
          </p:cNvCxnSpPr>
          <p:nvPr/>
        </p:nvCxnSpPr>
        <p:spPr>
          <a:xfrm>
            <a:off x="2828108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44A77EBD-5261-5B43-D692-C97CD3D18A6E}"/>
              </a:ext>
            </a:extLst>
          </p:cNvPr>
          <p:cNvCxnSpPr>
            <a:endCxn id="9" idx="1"/>
          </p:cNvCxnSpPr>
          <p:nvPr/>
        </p:nvCxnSpPr>
        <p:spPr>
          <a:xfrm>
            <a:off x="3140459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002D583F-BCD9-AF1A-2B98-486F97E4ADC5}"/>
              </a:ext>
            </a:extLst>
          </p:cNvPr>
          <p:cNvCxnSpPr>
            <a:stCxn id="9" idx="3"/>
            <a:endCxn id="10" idx="1"/>
          </p:cNvCxnSpPr>
          <p:nvPr/>
        </p:nvCxnSpPr>
        <p:spPr>
          <a:xfrm>
            <a:off x="3452810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E2A4DB93-E856-8F19-BA1C-63C9480323CA}"/>
              </a:ext>
            </a:extLst>
          </p:cNvPr>
          <p:cNvCxnSpPr>
            <a:endCxn id="11" idx="1"/>
          </p:cNvCxnSpPr>
          <p:nvPr/>
        </p:nvCxnSpPr>
        <p:spPr>
          <a:xfrm>
            <a:off x="3777047" y="1723952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8BEF333A-9AF8-08D7-C8EF-27ED9B7F5AE9}"/>
              </a:ext>
            </a:extLst>
          </p:cNvPr>
          <p:cNvCxnSpPr>
            <a:stCxn id="11" idx="3"/>
            <a:endCxn id="12" idx="1"/>
          </p:cNvCxnSpPr>
          <p:nvPr/>
        </p:nvCxnSpPr>
        <p:spPr>
          <a:xfrm>
            <a:off x="4077512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BC5E2624-295A-4F01-9B10-ED9F7170F1FE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4389863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2C1AF5A6-D7C5-D045-A63E-6EFF85340EA5}"/>
              </a:ext>
            </a:extLst>
          </p:cNvPr>
          <p:cNvCxnSpPr>
            <a:stCxn id="13" idx="3"/>
            <a:endCxn id="14" idx="1"/>
          </p:cNvCxnSpPr>
          <p:nvPr/>
        </p:nvCxnSpPr>
        <p:spPr>
          <a:xfrm>
            <a:off x="4702214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4373B2E-B5B2-79C8-A540-2D3E74676980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5014565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EB1DC3B8-BD8D-97FB-C502-3C901A0959CA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>
            <a:off x="5326916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EF522289-724D-86B3-944F-7C9F94FEED7F}"/>
              </a:ext>
            </a:extLst>
          </p:cNvPr>
          <p:cNvCxnSpPr>
            <a:stCxn id="16" idx="3"/>
            <a:endCxn id="17" idx="1"/>
          </p:cNvCxnSpPr>
          <p:nvPr/>
        </p:nvCxnSpPr>
        <p:spPr>
          <a:xfrm>
            <a:off x="5639267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1E9BAC87-B899-693F-975A-7479F978DDCC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5951618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9E379CBF-7ED9-66CA-9CD3-A117C7A0E415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>
            <a:off x="6263969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FD01E2D0-A688-A63B-5997-379EFE8AB237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>
            <a:off x="6576320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B7E066AC-7947-EF1F-09DC-FE9F2CD6FC54}"/>
              </a:ext>
            </a:extLst>
          </p:cNvPr>
          <p:cNvCxnSpPr>
            <a:stCxn id="20" idx="3"/>
            <a:endCxn id="21" idx="1"/>
          </p:cNvCxnSpPr>
          <p:nvPr/>
        </p:nvCxnSpPr>
        <p:spPr>
          <a:xfrm>
            <a:off x="6888671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DA101D9E-3AD9-EDC3-291A-19A14877296A}"/>
              </a:ext>
            </a:extLst>
          </p:cNvPr>
          <p:cNvCxnSpPr>
            <a:stCxn id="21" idx="3"/>
            <a:endCxn id="22" idx="1"/>
          </p:cNvCxnSpPr>
          <p:nvPr/>
        </p:nvCxnSpPr>
        <p:spPr>
          <a:xfrm>
            <a:off x="7201022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Gerade Verbindung mit Pfeil 55">
            <a:extLst>
              <a:ext uri="{FF2B5EF4-FFF2-40B4-BE49-F238E27FC236}">
                <a16:creationId xmlns:a16="http://schemas.microsoft.com/office/drawing/2014/main" id="{81D7F9EE-D424-864E-D1E4-E51AF9DC7368}"/>
              </a:ext>
            </a:extLst>
          </p:cNvPr>
          <p:cNvCxnSpPr>
            <a:stCxn id="22" idx="3"/>
            <a:endCxn id="23" idx="1"/>
          </p:cNvCxnSpPr>
          <p:nvPr/>
        </p:nvCxnSpPr>
        <p:spPr>
          <a:xfrm>
            <a:off x="7513373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C19E82B0-F734-E3C5-BADF-6AC427184D81}"/>
              </a:ext>
            </a:extLst>
          </p:cNvPr>
          <p:cNvCxnSpPr>
            <a:stCxn id="23" idx="3"/>
            <a:endCxn id="24" idx="1"/>
          </p:cNvCxnSpPr>
          <p:nvPr/>
        </p:nvCxnSpPr>
        <p:spPr>
          <a:xfrm>
            <a:off x="7825724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0D58FD7C-8406-1642-CE80-AB9B1B9F5C59}"/>
              </a:ext>
            </a:extLst>
          </p:cNvPr>
          <p:cNvCxnSpPr>
            <a:stCxn id="24" idx="3"/>
            <a:endCxn id="25" idx="1"/>
          </p:cNvCxnSpPr>
          <p:nvPr/>
        </p:nvCxnSpPr>
        <p:spPr>
          <a:xfrm>
            <a:off x="8138075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322C898C-4AA1-05C3-076C-7D2EB7AF0FFC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>
            <a:off x="8450426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E7B112A6-A2AC-4B1B-A76D-78A7627C18D8}"/>
              </a:ext>
            </a:extLst>
          </p:cNvPr>
          <p:cNvCxnSpPr>
            <a:stCxn id="26" idx="3"/>
            <a:endCxn id="27" idx="1"/>
          </p:cNvCxnSpPr>
          <p:nvPr/>
        </p:nvCxnSpPr>
        <p:spPr>
          <a:xfrm>
            <a:off x="8762777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F5CF9D1C-9DE6-948D-6D94-42DBDC8EED55}"/>
              </a:ext>
            </a:extLst>
          </p:cNvPr>
          <p:cNvCxnSpPr>
            <a:stCxn id="27" idx="3"/>
            <a:endCxn id="28" idx="1"/>
          </p:cNvCxnSpPr>
          <p:nvPr/>
        </p:nvCxnSpPr>
        <p:spPr>
          <a:xfrm>
            <a:off x="9075128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6192A42F-B5E9-E676-FF81-DC2FB48B082E}"/>
              </a:ext>
            </a:extLst>
          </p:cNvPr>
          <p:cNvCxnSpPr>
            <a:stCxn id="28" idx="3"/>
            <a:endCxn id="29" idx="1"/>
          </p:cNvCxnSpPr>
          <p:nvPr/>
        </p:nvCxnSpPr>
        <p:spPr>
          <a:xfrm>
            <a:off x="9387479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2896271-0996-1B8C-19FF-A5E6BECC3A7E}"/>
              </a:ext>
            </a:extLst>
          </p:cNvPr>
          <p:cNvCxnSpPr>
            <a:stCxn id="29" idx="3"/>
            <a:endCxn id="33" idx="1"/>
          </p:cNvCxnSpPr>
          <p:nvPr/>
        </p:nvCxnSpPr>
        <p:spPr>
          <a:xfrm>
            <a:off x="9699830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3990181A-95EF-CF9D-5BE9-608997B8BE46}"/>
              </a:ext>
            </a:extLst>
          </p:cNvPr>
          <p:cNvCxnSpPr>
            <a:stCxn id="33" idx="3"/>
            <a:endCxn id="34" idx="1"/>
          </p:cNvCxnSpPr>
          <p:nvPr/>
        </p:nvCxnSpPr>
        <p:spPr>
          <a:xfrm>
            <a:off x="10012181" y="1723952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7C9258E4-962A-78CB-163D-3CF8F1BD71D1}"/>
              </a:ext>
            </a:extLst>
          </p:cNvPr>
          <p:cNvCxnSpPr>
            <a:stCxn id="34" idx="3"/>
            <a:endCxn id="35" idx="1"/>
          </p:cNvCxnSpPr>
          <p:nvPr/>
        </p:nvCxnSpPr>
        <p:spPr>
          <a:xfrm>
            <a:off x="10324532" y="1723952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9846801D-AE33-2A8B-248F-F3B687B27FBD}"/>
              </a:ext>
            </a:extLst>
          </p:cNvPr>
          <p:cNvCxnSpPr>
            <a:stCxn id="35" idx="3"/>
          </p:cNvCxnSpPr>
          <p:nvPr/>
        </p:nvCxnSpPr>
        <p:spPr>
          <a:xfrm>
            <a:off x="10636888" y="1723952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622F0E26-0290-48A7-BC1B-91C37A5FF9DD}"/>
              </a:ext>
            </a:extLst>
          </p:cNvPr>
          <p:cNvSpPr/>
          <p:nvPr/>
        </p:nvSpPr>
        <p:spPr>
          <a:xfrm>
            <a:off x="2977621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68" name="Rechteck 67">
            <a:extLst>
              <a:ext uri="{FF2B5EF4-FFF2-40B4-BE49-F238E27FC236}">
                <a16:creationId xmlns:a16="http://schemas.microsoft.com/office/drawing/2014/main" id="{F2E6D117-DBDB-84DB-47B7-8FBEEEDCD4CE}"/>
              </a:ext>
            </a:extLst>
          </p:cNvPr>
          <p:cNvSpPr/>
          <p:nvPr/>
        </p:nvSpPr>
        <p:spPr>
          <a:xfrm>
            <a:off x="3289972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404572D1-FFC1-AB3B-81BE-1E063DE62E8E}"/>
              </a:ext>
            </a:extLst>
          </p:cNvPr>
          <p:cNvSpPr/>
          <p:nvPr/>
        </p:nvSpPr>
        <p:spPr>
          <a:xfrm>
            <a:off x="3602323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26DB1146-4BDD-8AA6-25D3-043D87C5C196}"/>
              </a:ext>
            </a:extLst>
          </p:cNvPr>
          <p:cNvSpPr/>
          <p:nvPr/>
        </p:nvSpPr>
        <p:spPr>
          <a:xfrm>
            <a:off x="3914674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7</a:t>
            </a:r>
          </a:p>
        </p:txBody>
      </p:sp>
      <p:sp>
        <p:nvSpPr>
          <p:cNvPr id="71" name="Rechteck 70">
            <a:extLst>
              <a:ext uri="{FF2B5EF4-FFF2-40B4-BE49-F238E27FC236}">
                <a16:creationId xmlns:a16="http://schemas.microsoft.com/office/drawing/2014/main" id="{FA07F229-41E3-93CC-A92E-1A632BFFAD2C}"/>
              </a:ext>
            </a:extLst>
          </p:cNvPr>
          <p:cNvSpPr/>
          <p:nvPr/>
        </p:nvSpPr>
        <p:spPr>
          <a:xfrm>
            <a:off x="4227025" y="3552638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8</a:t>
            </a:r>
          </a:p>
        </p:txBody>
      </p:sp>
      <p:sp>
        <p:nvSpPr>
          <p:cNvPr id="72" name="Rechteck 71">
            <a:extLst>
              <a:ext uri="{FF2B5EF4-FFF2-40B4-BE49-F238E27FC236}">
                <a16:creationId xmlns:a16="http://schemas.microsoft.com/office/drawing/2014/main" id="{09A0D846-CEB6-7520-BADD-C63015F61AFA}"/>
              </a:ext>
            </a:extLst>
          </p:cNvPr>
          <p:cNvSpPr/>
          <p:nvPr/>
        </p:nvSpPr>
        <p:spPr>
          <a:xfrm>
            <a:off x="4539376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9</a:t>
            </a: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1609CFD8-C773-529A-B2C2-013C257CD960}"/>
              </a:ext>
            </a:extLst>
          </p:cNvPr>
          <p:cNvSpPr/>
          <p:nvPr/>
        </p:nvSpPr>
        <p:spPr>
          <a:xfrm>
            <a:off x="4851727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10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C953C409-67F8-05BB-762F-2F8143BFE2AB}"/>
              </a:ext>
            </a:extLst>
          </p:cNvPr>
          <p:cNvSpPr/>
          <p:nvPr/>
        </p:nvSpPr>
        <p:spPr>
          <a:xfrm>
            <a:off x="5164078" y="3552638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19000"/>
                  </a:schemeClr>
                </a:solidFill>
              </a:rPr>
              <a:t>11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E1E7AAE6-B54D-96C5-BFBA-6EAC459B10E5}"/>
              </a:ext>
            </a:extLst>
          </p:cNvPr>
          <p:cNvSpPr/>
          <p:nvPr/>
        </p:nvSpPr>
        <p:spPr>
          <a:xfrm>
            <a:off x="5476429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12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1C234160-DB4D-3DC4-B0A8-B333DB2DF032}"/>
              </a:ext>
            </a:extLst>
          </p:cNvPr>
          <p:cNvSpPr/>
          <p:nvPr/>
        </p:nvSpPr>
        <p:spPr>
          <a:xfrm>
            <a:off x="578878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13</a:t>
            </a: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6F440846-ACE6-D004-7FA0-3400E5E7FE21}"/>
              </a:ext>
            </a:extLst>
          </p:cNvPr>
          <p:cNvSpPr/>
          <p:nvPr/>
        </p:nvSpPr>
        <p:spPr>
          <a:xfrm>
            <a:off x="6101131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14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6BC795DE-77CB-3FC8-B3C4-00A0566EF723}"/>
              </a:ext>
            </a:extLst>
          </p:cNvPr>
          <p:cNvSpPr/>
          <p:nvPr/>
        </p:nvSpPr>
        <p:spPr>
          <a:xfrm>
            <a:off x="6413482" y="3552638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15</a:t>
            </a:r>
          </a:p>
        </p:txBody>
      </p:sp>
      <p:sp>
        <p:nvSpPr>
          <p:cNvPr id="79" name="Rechteck 78">
            <a:extLst>
              <a:ext uri="{FF2B5EF4-FFF2-40B4-BE49-F238E27FC236}">
                <a16:creationId xmlns:a16="http://schemas.microsoft.com/office/drawing/2014/main" id="{7F3524B2-4C33-5A80-8B0B-DFA6B9A68913}"/>
              </a:ext>
            </a:extLst>
          </p:cNvPr>
          <p:cNvSpPr/>
          <p:nvPr/>
        </p:nvSpPr>
        <p:spPr>
          <a:xfrm>
            <a:off x="6725833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60000"/>
                  </a:schemeClr>
                </a:solidFill>
              </a:rPr>
              <a:t>16</a:t>
            </a:r>
          </a:p>
        </p:txBody>
      </p:sp>
      <p:sp>
        <p:nvSpPr>
          <p:cNvPr id="80" name="Rechteck 79">
            <a:extLst>
              <a:ext uri="{FF2B5EF4-FFF2-40B4-BE49-F238E27FC236}">
                <a16:creationId xmlns:a16="http://schemas.microsoft.com/office/drawing/2014/main" id="{3A7861B9-1CD2-A82F-0C3A-27DDA743D856}"/>
              </a:ext>
            </a:extLst>
          </p:cNvPr>
          <p:cNvSpPr/>
          <p:nvPr/>
        </p:nvSpPr>
        <p:spPr>
          <a:xfrm>
            <a:off x="7038184" y="3552638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17</a:t>
            </a:r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8AB023CC-39C3-DB35-A220-90B3739AE00E}"/>
              </a:ext>
            </a:extLst>
          </p:cNvPr>
          <p:cNvSpPr/>
          <p:nvPr/>
        </p:nvSpPr>
        <p:spPr>
          <a:xfrm>
            <a:off x="7350535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18</a:t>
            </a:r>
          </a:p>
        </p:txBody>
      </p:sp>
      <p:sp>
        <p:nvSpPr>
          <p:cNvPr id="82" name="Rechteck 81">
            <a:extLst>
              <a:ext uri="{FF2B5EF4-FFF2-40B4-BE49-F238E27FC236}">
                <a16:creationId xmlns:a16="http://schemas.microsoft.com/office/drawing/2014/main" id="{8C728E1B-222E-80AC-7498-E0BAC2F99BA1}"/>
              </a:ext>
            </a:extLst>
          </p:cNvPr>
          <p:cNvSpPr/>
          <p:nvPr/>
        </p:nvSpPr>
        <p:spPr>
          <a:xfrm>
            <a:off x="7662886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19</a:t>
            </a:r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E0B2A2A7-F56E-A912-0786-5BD28F524E79}"/>
              </a:ext>
            </a:extLst>
          </p:cNvPr>
          <p:cNvSpPr/>
          <p:nvPr/>
        </p:nvSpPr>
        <p:spPr>
          <a:xfrm>
            <a:off x="7975237" y="3552638"/>
            <a:ext cx="162838" cy="97703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alpha val="6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>
                    <a:alpha val="20000"/>
                  </a:schemeClr>
                </a:solidFill>
              </a:rPr>
              <a:t>20</a:t>
            </a:r>
          </a:p>
        </p:txBody>
      </p:sp>
      <p:sp>
        <p:nvSpPr>
          <p:cNvPr id="84" name="Rechteck 83">
            <a:extLst>
              <a:ext uri="{FF2B5EF4-FFF2-40B4-BE49-F238E27FC236}">
                <a16:creationId xmlns:a16="http://schemas.microsoft.com/office/drawing/2014/main" id="{02C1E1F6-1798-7744-BC55-A6E1E89D699D}"/>
              </a:ext>
            </a:extLst>
          </p:cNvPr>
          <p:cNvSpPr/>
          <p:nvPr/>
        </p:nvSpPr>
        <p:spPr>
          <a:xfrm>
            <a:off x="8287588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21</a:t>
            </a:r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5A6B7FD8-CD19-2773-FD00-994AC5437F3B}"/>
              </a:ext>
            </a:extLst>
          </p:cNvPr>
          <p:cNvSpPr/>
          <p:nvPr/>
        </p:nvSpPr>
        <p:spPr>
          <a:xfrm>
            <a:off x="8599939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22</a:t>
            </a:r>
          </a:p>
        </p:txBody>
      </p:sp>
      <p:sp>
        <p:nvSpPr>
          <p:cNvPr id="86" name="Rechteck 85">
            <a:extLst>
              <a:ext uri="{FF2B5EF4-FFF2-40B4-BE49-F238E27FC236}">
                <a16:creationId xmlns:a16="http://schemas.microsoft.com/office/drawing/2014/main" id="{DFA30788-13C2-BD53-E49F-BF8AA29D7C0F}"/>
              </a:ext>
            </a:extLst>
          </p:cNvPr>
          <p:cNvSpPr/>
          <p:nvPr/>
        </p:nvSpPr>
        <p:spPr>
          <a:xfrm>
            <a:off x="891229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23</a:t>
            </a:r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6C9D3928-9BE8-BB44-687E-300331DA2BFA}"/>
              </a:ext>
            </a:extLst>
          </p:cNvPr>
          <p:cNvSpPr/>
          <p:nvPr/>
        </p:nvSpPr>
        <p:spPr>
          <a:xfrm>
            <a:off x="9224641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24</a:t>
            </a:r>
          </a:p>
        </p:txBody>
      </p:sp>
      <p:sp>
        <p:nvSpPr>
          <p:cNvPr id="88" name="Rechteck 87">
            <a:extLst>
              <a:ext uri="{FF2B5EF4-FFF2-40B4-BE49-F238E27FC236}">
                <a16:creationId xmlns:a16="http://schemas.microsoft.com/office/drawing/2014/main" id="{A35AC42F-392A-D18D-3734-A75B89781725}"/>
              </a:ext>
            </a:extLst>
          </p:cNvPr>
          <p:cNvSpPr/>
          <p:nvPr/>
        </p:nvSpPr>
        <p:spPr>
          <a:xfrm>
            <a:off x="9536992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25</a:t>
            </a:r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BC9EC6DD-1592-D6CA-06C0-28FE06A03C26}"/>
              </a:ext>
            </a:extLst>
          </p:cNvPr>
          <p:cNvSpPr/>
          <p:nvPr/>
        </p:nvSpPr>
        <p:spPr>
          <a:xfrm>
            <a:off x="2040568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F2813ECF-589E-B931-59D4-2DE4C0AEBB3C}"/>
              </a:ext>
            </a:extLst>
          </p:cNvPr>
          <p:cNvSpPr/>
          <p:nvPr/>
        </p:nvSpPr>
        <p:spPr>
          <a:xfrm>
            <a:off x="2352919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91" name="Rechteck 90">
            <a:extLst>
              <a:ext uri="{FF2B5EF4-FFF2-40B4-BE49-F238E27FC236}">
                <a16:creationId xmlns:a16="http://schemas.microsoft.com/office/drawing/2014/main" id="{B49AD987-5766-7E48-24A5-E57D3C557B6C}"/>
              </a:ext>
            </a:extLst>
          </p:cNvPr>
          <p:cNvSpPr/>
          <p:nvPr/>
        </p:nvSpPr>
        <p:spPr>
          <a:xfrm>
            <a:off x="266527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92" name="Rechteck 91">
            <a:extLst>
              <a:ext uri="{FF2B5EF4-FFF2-40B4-BE49-F238E27FC236}">
                <a16:creationId xmlns:a16="http://schemas.microsoft.com/office/drawing/2014/main" id="{7858C9A7-586F-4155-BAC7-C1CDDF1B5FFA}"/>
              </a:ext>
            </a:extLst>
          </p:cNvPr>
          <p:cNvSpPr/>
          <p:nvPr/>
        </p:nvSpPr>
        <p:spPr>
          <a:xfrm>
            <a:off x="9849343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26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C762AF1C-DB01-4D08-AA2E-0D5CADF56AAF}"/>
              </a:ext>
            </a:extLst>
          </p:cNvPr>
          <p:cNvSpPr/>
          <p:nvPr/>
        </p:nvSpPr>
        <p:spPr>
          <a:xfrm>
            <a:off x="10161694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27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964481F1-F885-877C-C36A-119955BF9DEE}"/>
              </a:ext>
            </a:extLst>
          </p:cNvPr>
          <p:cNvSpPr/>
          <p:nvPr/>
        </p:nvSpPr>
        <p:spPr>
          <a:xfrm>
            <a:off x="10474050" y="3552638"/>
            <a:ext cx="162838" cy="97703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28</a:t>
            </a:r>
          </a:p>
        </p:txBody>
      </p: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7468C25A-796D-2AE3-0D92-4CF282683F22}"/>
              </a:ext>
            </a:extLst>
          </p:cNvPr>
          <p:cNvCxnSpPr>
            <a:cxnSpLocks/>
            <a:endCxn id="89" idx="1"/>
          </p:cNvCxnSpPr>
          <p:nvPr/>
        </p:nvCxnSpPr>
        <p:spPr>
          <a:xfrm>
            <a:off x="1144657" y="4041153"/>
            <a:ext cx="89591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Gerade Verbindung mit Pfeil 95">
            <a:extLst>
              <a:ext uri="{FF2B5EF4-FFF2-40B4-BE49-F238E27FC236}">
                <a16:creationId xmlns:a16="http://schemas.microsoft.com/office/drawing/2014/main" id="{3878064B-6550-FFFE-9655-3AA69A540B3D}"/>
              </a:ext>
            </a:extLst>
          </p:cNvPr>
          <p:cNvCxnSpPr>
            <a:endCxn id="90" idx="1"/>
          </p:cNvCxnSpPr>
          <p:nvPr/>
        </p:nvCxnSpPr>
        <p:spPr>
          <a:xfrm>
            <a:off x="2219646" y="4041153"/>
            <a:ext cx="1332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Gerade Verbindung mit Pfeil 96">
            <a:extLst>
              <a:ext uri="{FF2B5EF4-FFF2-40B4-BE49-F238E27FC236}">
                <a16:creationId xmlns:a16="http://schemas.microsoft.com/office/drawing/2014/main" id="{08D2ABA2-0269-E099-2E45-00814F6CCD6A}"/>
              </a:ext>
            </a:extLst>
          </p:cNvPr>
          <p:cNvCxnSpPr>
            <a:stCxn id="90" idx="3"/>
            <a:endCxn id="91" idx="1"/>
          </p:cNvCxnSpPr>
          <p:nvPr/>
        </p:nvCxnSpPr>
        <p:spPr>
          <a:xfrm>
            <a:off x="2515757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Gerade Verbindung mit Pfeil 97">
            <a:extLst>
              <a:ext uri="{FF2B5EF4-FFF2-40B4-BE49-F238E27FC236}">
                <a16:creationId xmlns:a16="http://schemas.microsoft.com/office/drawing/2014/main" id="{FC924C2E-04A9-3C06-F46C-76F133918EEF}"/>
              </a:ext>
            </a:extLst>
          </p:cNvPr>
          <p:cNvCxnSpPr>
            <a:endCxn id="67" idx="1"/>
          </p:cNvCxnSpPr>
          <p:nvPr/>
        </p:nvCxnSpPr>
        <p:spPr>
          <a:xfrm>
            <a:off x="2828108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Gerade Verbindung mit Pfeil 98">
            <a:extLst>
              <a:ext uri="{FF2B5EF4-FFF2-40B4-BE49-F238E27FC236}">
                <a16:creationId xmlns:a16="http://schemas.microsoft.com/office/drawing/2014/main" id="{A8ECC7F6-3564-0535-A7F1-797DA651E9FE}"/>
              </a:ext>
            </a:extLst>
          </p:cNvPr>
          <p:cNvCxnSpPr>
            <a:endCxn id="68" idx="1"/>
          </p:cNvCxnSpPr>
          <p:nvPr/>
        </p:nvCxnSpPr>
        <p:spPr>
          <a:xfrm>
            <a:off x="3140459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Gerade Verbindung mit Pfeil 99">
            <a:extLst>
              <a:ext uri="{FF2B5EF4-FFF2-40B4-BE49-F238E27FC236}">
                <a16:creationId xmlns:a16="http://schemas.microsoft.com/office/drawing/2014/main" id="{6D1280FC-4086-61F4-203B-6C06733818FE}"/>
              </a:ext>
            </a:extLst>
          </p:cNvPr>
          <p:cNvCxnSpPr>
            <a:stCxn id="68" idx="3"/>
            <a:endCxn id="69" idx="1"/>
          </p:cNvCxnSpPr>
          <p:nvPr/>
        </p:nvCxnSpPr>
        <p:spPr>
          <a:xfrm>
            <a:off x="3452810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Gerade Verbindung mit Pfeil 100">
            <a:extLst>
              <a:ext uri="{FF2B5EF4-FFF2-40B4-BE49-F238E27FC236}">
                <a16:creationId xmlns:a16="http://schemas.microsoft.com/office/drawing/2014/main" id="{2BDCB65E-8F01-0AB4-12A7-F58908F04D26}"/>
              </a:ext>
            </a:extLst>
          </p:cNvPr>
          <p:cNvCxnSpPr>
            <a:cxnSpLocks/>
            <a:endCxn id="70" idx="1"/>
          </p:cNvCxnSpPr>
          <p:nvPr/>
        </p:nvCxnSpPr>
        <p:spPr>
          <a:xfrm>
            <a:off x="3777047" y="4041153"/>
            <a:ext cx="13762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7E9634B3-6F7D-E383-B888-7B68C82103D1}"/>
              </a:ext>
            </a:extLst>
          </p:cNvPr>
          <p:cNvCxnSpPr>
            <a:cxnSpLocks/>
            <a:stCxn id="70" idx="3"/>
            <a:endCxn id="72" idx="1"/>
          </p:cNvCxnSpPr>
          <p:nvPr/>
        </p:nvCxnSpPr>
        <p:spPr>
          <a:xfrm>
            <a:off x="4077512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97415358-6D7A-FE76-0774-C6AF084FF26B}"/>
              </a:ext>
            </a:extLst>
          </p:cNvPr>
          <p:cNvCxnSpPr>
            <a:stCxn id="72" idx="3"/>
            <a:endCxn id="73" idx="1"/>
          </p:cNvCxnSpPr>
          <p:nvPr/>
        </p:nvCxnSpPr>
        <p:spPr>
          <a:xfrm>
            <a:off x="4702214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Gerade Verbindung mit Pfeil 103">
            <a:extLst>
              <a:ext uri="{FF2B5EF4-FFF2-40B4-BE49-F238E27FC236}">
                <a16:creationId xmlns:a16="http://schemas.microsoft.com/office/drawing/2014/main" id="{DCB1EAA1-5A94-915D-BDB0-965362012220}"/>
              </a:ext>
            </a:extLst>
          </p:cNvPr>
          <p:cNvCxnSpPr>
            <a:cxnSpLocks/>
            <a:stCxn id="73" idx="3"/>
            <a:endCxn id="75" idx="1"/>
          </p:cNvCxnSpPr>
          <p:nvPr/>
        </p:nvCxnSpPr>
        <p:spPr>
          <a:xfrm>
            <a:off x="5014565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DE7CB842-CF96-DA82-34BA-19C13626AC51}"/>
              </a:ext>
            </a:extLst>
          </p:cNvPr>
          <p:cNvCxnSpPr>
            <a:stCxn id="75" idx="3"/>
            <a:endCxn id="76" idx="1"/>
          </p:cNvCxnSpPr>
          <p:nvPr/>
        </p:nvCxnSpPr>
        <p:spPr>
          <a:xfrm>
            <a:off x="5639267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Gerade Verbindung mit Pfeil 105">
            <a:extLst>
              <a:ext uri="{FF2B5EF4-FFF2-40B4-BE49-F238E27FC236}">
                <a16:creationId xmlns:a16="http://schemas.microsoft.com/office/drawing/2014/main" id="{33E9447C-343D-AF54-C871-D3B17EAE7838}"/>
              </a:ext>
            </a:extLst>
          </p:cNvPr>
          <p:cNvCxnSpPr>
            <a:stCxn id="76" idx="3"/>
            <a:endCxn id="77" idx="1"/>
          </p:cNvCxnSpPr>
          <p:nvPr/>
        </p:nvCxnSpPr>
        <p:spPr>
          <a:xfrm>
            <a:off x="5951618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B0929312-9AD6-77B6-1C1E-2DCB7464F897}"/>
              </a:ext>
            </a:extLst>
          </p:cNvPr>
          <p:cNvCxnSpPr>
            <a:cxnSpLocks/>
            <a:stCxn id="77" idx="3"/>
            <a:endCxn id="79" idx="1"/>
          </p:cNvCxnSpPr>
          <p:nvPr/>
        </p:nvCxnSpPr>
        <p:spPr>
          <a:xfrm>
            <a:off x="6263969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6AAA354D-8EFA-384F-E7EB-BC4A119F0165}"/>
              </a:ext>
            </a:extLst>
          </p:cNvPr>
          <p:cNvCxnSpPr>
            <a:stCxn id="81" idx="3"/>
            <a:endCxn id="82" idx="1"/>
          </p:cNvCxnSpPr>
          <p:nvPr/>
        </p:nvCxnSpPr>
        <p:spPr>
          <a:xfrm>
            <a:off x="7513373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Gerade Verbindung mit Pfeil 108">
            <a:extLst>
              <a:ext uri="{FF2B5EF4-FFF2-40B4-BE49-F238E27FC236}">
                <a16:creationId xmlns:a16="http://schemas.microsoft.com/office/drawing/2014/main" id="{E5BCAA6A-1F91-C380-40A3-255F288C66A3}"/>
              </a:ext>
            </a:extLst>
          </p:cNvPr>
          <p:cNvCxnSpPr>
            <a:cxnSpLocks/>
            <a:stCxn id="82" idx="3"/>
            <a:endCxn id="84" idx="1"/>
          </p:cNvCxnSpPr>
          <p:nvPr/>
        </p:nvCxnSpPr>
        <p:spPr>
          <a:xfrm>
            <a:off x="7825724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DB85440-6DCD-ECAD-1F00-4654C65EBE34}"/>
              </a:ext>
            </a:extLst>
          </p:cNvPr>
          <p:cNvCxnSpPr>
            <a:stCxn id="84" idx="3"/>
            <a:endCxn id="85" idx="1"/>
          </p:cNvCxnSpPr>
          <p:nvPr/>
        </p:nvCxnSpPr>
        <p:spPr>
          <a:xfrm>
            <a:off x="8450426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Gerade Verbindung mit Pfeil 110">
            <a:extLst>
              <a:ext uri="{FF2B5EF4-FFF2-40B4-BE49-F238E27FC236}">
                <a16:creationId xmlns:a16="http://schemas.microsoft.com/office/drawing/2014/main" id="{A82CF083-2BB0-E40F-EC69-3CE02B4B3B49}"/>
              </a:ext>
            </a:extLst>
          </p:cNvPr>
          <p:cNvCxnSpPr>
            <a:stCxn id="85" idx="3"/>
            <a:endCxn id="86" idx="1"/>
          </p:cNvCxnSpPr>
          <p:nvPr/>
        </p:nvCxnSpPr>
        <p:spPr>
          <a:xfrm>
            <a:off x="8762777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AF5BDAF6-BF19-9575-4206-554506C5B372}"/>
              </a:ext>
            </a:extLst>
          </p:cNvPr>
          <p:cNvCxnSpPr>
            <a:stCxn id="86" idx="3"/>
            <a:endCxn id="87" idx="1"/>
          </p:cNvCxnSpPr>
          <p:nvPr/>
        </p:nvCxnSpPr>
        <p:spPr>
          <a:xfrm>
            <a:off x="9075128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5A89887-7391-F899-0D4F-AA282E054E80}"/>
              </a:ext>
            </a:extLst>
          </p:cNvPr>
          <p:cNvCxnSpPr>
            <a:stCxn id="87" idx="3"/>
            <a:endCxn id="88" idx="1"/>
          </p:cNvCxnSpPr>
          <p:nvPr/>
        </p:nvCxnSpPr>
        <p:spPr>
          <a:xfrm>
            <a:off x="9387479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Gerade Verbindung mit Pfeil 113">
            <a:extLst>
              <a:ext uri="{FF2B5EF4-FFF2-40B4-BE49-F238E27FC236}">
                <a16:creationId xmlns:a16="http://schemas.microsoft.com/office/drawing/2014/main" id="{81364F56-2B4F-92C8-DA6F-0083EC25AD25}"/>
              </a:ext>
            </a:extLst>
          </p:cNvPr>
          <p:cNvCxnSpPr>
            <a:stCxn id="88" idx="3"/>
            <a:endCxn id="92" idx="1"/>
          </p:cNvCxnSpPr>
          <p:nvPr/>
        </p:nvCxnSpPr>
        <p:spPr>
          <a:xfrm>
            <a:off x="9699830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Gerade Verbindung mit Pfeil 114">
            <a:extLst>
              <a:ext uri="{FF2B5EF4-FFF2-40B4-BE49-F238E27FC236}">
                <a16:creationId xmlns:a16="http://schemas.microsoft.com/office/drawing/2014/main" id="{EE983B8D-ED3E-8D22-33FD-4E96622FF7F2}"/>
              </a:ext>
            </a:extLst>
          </p:cNvPr>
          <p:cNvCxnSpPr>
            <a:stCxn id="92" idx="3"/>
            <a:endCxn id="93" idx="1"/>
          </p:cNvCxnSpPr>
          <p:nvPr/>
        </p:nvCxnSpPr>
        <p:spPr>
          <a:xfrm>
            <a:off x="10012181" y="4041153"/>
            <a:ext cx="1495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Gerade Verbindung mit Pfeil 115">
            <a:extLst>
              <a:ext uri="{FF2B5EF4-FFF2-40B4-BE49-F238E27FC236}">
                <a16:creationId xmlns:a16="http://schemas.microsoft.com/office/drawing/2014/main" id="{BBA5718F-BE0E-04C8-80AF-36EC53BEB0F3}"/>
              </a:ext>
            </a:extLst>
          </p:cNvPr>
          <p:cNvCxnSpPr>
            <a:stCxn id="93" idx="3"/>
            <a:endCxn id="94" idx="1"/>
          </p:cNvCxnSpPr>
          <p:nvPr/>
        </p:nvCxnSpPr>
        <p:spPr>
          <a:xfrm>
            <a:off x="10324532" y="4041153"/>
            <a:ext cx="14951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Gerade Verbindung mit Pfeil 116">
            <a:extLst>
              <a:ext uri="{FF2B5EF4-FFF2-40B4-BE49-F238E27FC236}">
                <a16:creationId xmlns:a16="http://schemas.microsoft.com/office/drawing/2014/main" id="{4CB2EF1E-A494-4051-F2FC-30E5712F791B}"/>
              </a:ext>
            </a:extLst>
          </p:cNvPr>
          <p:cNvCxnSpPr>
            <a:stCxn id="94" idx="3"/>
          </p:cNvCxnSpPr>
          <p:nvPr/>
        </p:nvCxnSpPr>
        <p:spPr>
          <a:xfrm>
            <a:off x="10636888" y="4041153"/>
            <a:ext cx="72378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72FCEB39-7E81-AC13-A77D-53C5C7E8F132}"/>
                  </a:ext>
                </a:extLst>
              </p:cNvPr>
              <p:cNvSpPr/>
              <p:nvPr/>
            </p:nvSpPr>
            <p:spPr>
              <a:xfrm>
                <a:off x="1892244" y="5417724"/>
                <a:ext cx="162838" cy="97703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alpha val="69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solidFill>
                            <a:schemeClr val="tx1">
                              <a:alpha val="20000"/>
                            </a:schemeClr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GB" dirty="0">
                  <a:solidFill>
                    <a:schemeClr val="tx1">
                      <a:alpha val="2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18" name="Rechteck 117">
                <a:extLst>
                  <a:ext uri="{FF2B5EF4-FFF2-40B4-BE49-F238E27FC236}">
                    <a16:creationId xmlns:a16="http://schemas.microsoft.com/office/drawing/2014/main" id="{72FCEB39-7E81-AC13-A77D-53C5C7E8F1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2244" y="5417724"/>
                <a:ext cx="162838" cy="977030"/>
              </a:xfrm>
              <a:prstGeom prst="rect">
                <a:avLst/>
              </a:prstGeom>
              <a:blipFill>
                <a:blip r:embed="rId2"/>
                <a:stretch>
                  <a:fillRect l="-26667"/>
                </a:stretch>
              </a:blipFill>
              <a:ln>
                <a:solidFill>
                  <a:schemeClr val="accent2">
                    <a:alpha val="69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B394934C-095B-99E2-E5F3-5032EE6B7702}"/>
                  </a:ext>
                </a:extLst>
              </p:cNvPr>
              <p:cNvSpPr txBox="1"/>
              <p:nvPr/>
            </p:nvSpPr>
            <p:spPr>
              <a:xfrm>
                <a:off x="2083759" y="5682473"/>
                <a:ext cx="27597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dirty="0"/>
                  <a:t>SVD compressed block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GB" dirty="0"/>
              </a:p>
            </p:txBody>
          </p:sp>
        </mc:Choice>
        <mc:Fallback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B394934C-095B-99E2-E5F3-5032EE6B7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83759" y="5682473"/>
                <a:ext cx="2759794" cy="369332"/>
              </a:xfrm>
              <a:prstGeom prst="rect">
                <a:avLst/>
              </a:prstGeom>
              <a:blipFill>
                <a:blip r:embed="rId3"/>
                <a:stretch>
                  <a:fillRect l="-2294" t="-6667" b="-2666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0" name="Textfeld 119">
            <a:extLst>
              <a:ext uri="{FF2B5EF4-FFF2-40B4-BE49-F238E27FC236}">
                <a16:creationId xmlns:a16="http://schemas.microsoft.com/office/drawing/2014/main" id="{B5757BB1-43C8-087F-5BB4-6ED80AD1C9C5}"/>
              </a:ext>
            </a:extLst>
          </p:cNvPr>
          <p:cNvSpPr txBox="1"/>
          <p:nvPr/>
        </p:nvSpPr>
        <p:spPr>
          <a:xfrm>
            <a:off x="3562356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1" name="Textfeld 120">
            <a:extLst>
              <a:ext uri="{FF2B5EF4-FFF2-40B4-BE49-F238E27FC236}">
                <a16:creationId xmlns:a16="http://schemas.microsoft.com/office/drawing/2014/main" id="{B2A9C130-45F0-65C9-DF5D-F3F4C8347827}"/>
              </a:ext>
            </a:extLst>
          </p:cNvPr>
          <p:cNvSpPr txBox="1"/>
          <p:nvPr/>
        </p:nvSpPr>
        <p:spPr>
          <a:xfrm>
            <a:off x="4491265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2" name="Textfeld 121">
            <a:extLst>
              <a:ext uri="{FF2B5EF4-FFF2-40B4-BE49-F238E27FC236}">
                <a16:creationId xmlns:a16="http://schemas.microsoft.com/office/drawing/2014/main" id="{671E648A-A858-5120-977B-12C618036E36}"/>
              </a:ext>
            </a:extLst>
          </p:cNvPr>
          <p:cNvSpPr txBox="1"/>
          <p:nvPr/>
        </p:nvSpPr>
        <p:spPr>
          <a:xfrm>
            <a:off x="4825096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3" name="Textfeld 122">
            <a:extLst>
              <a:ext uri="{FF2B5EF4-FFF2-40B4-BE49-F238E27FC236}">
                <a16:creationId xmlns:a16="http://schemas.microsoft.com/office/drawing/2014/main" id="{25568EB8-2EB4-4BB4-9D1F-9D58E9E545A9}"/>
              </a:ext>
            </a:extLst>
          </p:cNvPr>
          <p:cNvSpPr txBox="1"/>
          <p:nvPr/>
        </p:nvSpPr>
        <p:spPr>
          <a:xfrm>
            <a:off x="5449210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4" name="Textfeld 123">
            <a:extLst>
              <a:ext uri="{FF2B5EF4-FFF2-40B4-BE49-F238E27FC236}">
                <a16:creationId xmlns:a16="http://schemas.microsoft.com/office/drawing/2014/main" id="{6D863B97-0D83-035E-A79C-859375DEC7C5}"/>
              </a:ext>
            </a:extLst>
          </p:cNvPr>
          <p:cNvSpPr txBox="1"/>
          <p:nvPr/>
        </p:nvSpPr>
        <p:spPr>
          <a:xfrm>
            <a:off x="8243208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5" name="Textfeld 124">
            <a:extLst>
              <a:ext uri="{FF2B5EF4-FFF2-40B4-BE49-F238E27FC236}">
                <a16:creationId xmlns:a16="http://schemas.microsoft.com/office/drawing/2014/main" id="{82090396-D63C-0B53-0AD1-6A5031B9409E}"/>
              </a:ext>
            </a:extLst>
          </p:cNvPr>
          <p:cNvSpPr txBox="1"/>
          <p:nvPr/>
        </p:nvSpPr>
        <p:spPr>
          <a:xfrm>
            <a:off x="8889095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6" name="Textfeld 125">
            <a:extLst>
              <a:ext uri="{FF2B5EF4-FFF2-40B4-BE49-F238E27FC236}">
                <a16:creationId xmlns:a16="http://schemas.microsoft.com/office/drawing/2014/main" id="{BF2B539C-0581-B010-4EDC-2952732E22C2}"/>
              </a:ext>
            </a:extLst>
          </p:cNvPr>
          <p:cNvSpPr txBox="1"/>
          <p:nvPr/>
        </p:nvSpPr>
        <p:spPr>
          <a:xfrm>
            <a:off x="9484177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7" name="Textfeld 126">
            <a:extLst>
              <a:ext uri="{FF2B5EF4-FFF2-40B4-BE49-F238E27FC236}">
                <a16:creationId xmlns:a16="http://schemas.microsoft.com/office/drawing/2014/main" id="{9153AE9D-02BF-4478-C365-102D4285672B}"/>
              </a:ext>
            </a:extLst>
          </p:cNvPr>
          <p:cNvSpPr txBox="1"/>
          <p:nvPr/>
        </p:nvSpPr>
        <p:spPr>
          <a:xfrm>
            <a:off x="9803494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sp>
        <p:nvSpPr>
          <p:cNvPr id="128" name="Textfeld 127">
            <a:extLst>
              <a:ext uri="{FF2B5EF4-FFF2-40B4-BE49-F238E27FC236}">
                <a16:creationId xmlns:a16="http://schemas.microsoft.com/office/drawing/2014/main" id="{FF1050A4-7DF0-4290-E544-BAF96ABBBC72}"/>
              </a:ext>
            </a:extLst>
          </p:cNvPr>
          <p:cNvSpPr txBox="1"/>
          <p:nvPr/>
        </p:nvSpPr>
        <p:spPr>
          <a:xfrm>
            <a:off x="10108292" y="3432816"/>
            <a:ext cx="4786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de-DE" dirty="0">
              <a:latin typeface="Apple Color Emoji" pitchFamily="2" charset="0"/>
            </a:endParaRPr>
          </a:p>
          <a:p>
            <a:endParaRPr lang="en-GB" dirty="0"/>
          </a:p>
        </p:txBody>
      </p:sp>
      <p:cxnSp>
        <p:nvCxnSpPr>
          <p:cNvPr id="129" name="Gerade Verbindung mit Pfeil 128">
            <a:extLst>
              <a:ext uri="{FF2B5EF4-FFF2-40B4-BE49-F238E27FC236}">
                <a16:creationId xmlns:a16="http://schemas.microsoft.com/office/drawing/2014/main" id="{A11CF7F4-BA4C-957A-E75E-6D6D8F629088}"/>
              </a:ext>
            </a:extLst>
          </p:cNvPr>
          <p:cNvCxnSpPr>
            <a:cxnSpLocks/>
          </p:cNvCxnSpPr>
          <p:nvPr/>
        </p:nvCxnSpPr>
        <p:spPr>
          <a:xfrm>
            <a:off x="729834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Gerade Verbindung mit Pfeil 129">
            <a:extLst>
              <a:ext uri="{FF2B5EF4-FFF2-40B4-BE49-F238E27FC236}">
                <a16:creationId xmlns:a16="http://schemas.microsoft.com/office/drawing/2014/main" id="{6BE7F725-15AF-8198-8DA6-DD6034DF043E}"/>
              </a:ext>
            </a:extLst>
          </p:cNvPr>
          <p:cNvCxnSpPr>
            <a:cxnSpLocks/>
          </p:cNvCxnSpPr>
          <p:nvPr/>
        </p:nvCxnSpPr>
        <p:spPr>
          <a:xfrm>
            <a:off x="761213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C6AA2275-F66C-1682-AF7A-A970D40F67C4}"/>
              </a:ext>
            </a:extLst>
          </p:cNvPr>
          <p:cNvCxnSpPr>
            <a:cxnSpLocks/>
          </p:cNvCxnSpPr>
          <p:nvPr/>
        </p:nvCxnSpPr>
        <p:spPr>
          <a:xfrm>
            <a:off x="823970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D324D88D-7C04-8A5F-B2DE-03904EE788FD}"/>
              </a:ext>
            </a:extLst>
          </p:cNvPr>
          <p:cNvCxnSpPr>
            <a:cxnSpLocks/>
          </p:cNvCxnSpPr>
          <p:nvPr/>
        </p:nvCxnSpPr>
        <p:spPr>
          <a:xfrm>
            <a:off x="855348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7D5472ED-E5E4-B3C4-7A89-B844A9FEC105}"/>
              </a:ext>
            </a:extLst>
          </p:cNvPr>
          <p:cNvCxnSpPr>
            <a:cxnSpLocks/>
          </p:cNvCxnSpPr>
          <p:nvPr/>
        </p:nvCxnSpPr>
        <p:spPr>
          <a:xfrm>
            <a:off x="886727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Gerade Verbindung mit Pfeil 133">
            <a:extLst>
              <a:ext uri="{FF2B5EF4-FFF2-40B4-BE49-F238E27FC236}">
                <a16:creationId xmlns:a16="http://schemas.microsoft.com/office/drawing/2014/main" id="{1D71FFF4-2CC2-7967-9201-B5CC8B0625A2}"/>
              </a:ext>
            </a:extLst>
          </p:cNvPr>
          <p:cNvCxnSpPr>
            <a:cxnSpLocks/>
          </p:cNvCxnSpPr>
          <p:nvPr/>
        </p:nvCxnSpPr>
        <p:spPr>
          <a:xfrm>
            <a:off x="918105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Gerade Verbindung mit Pfeil 134">
            <a:extLst>
              <a:ext uri="{FF2B5EF4-FFF2-40B4-BE49-F238E27FC236}">
                <a16:creationId xmlns:a16="http://schemas.microsoft.com/office/drawing/2014/main" id="{507FA592-BF03-C34E-4BFB-5FB6B672D207}"/>
              </a:ext>
            </a:extLst>
          </p:cNvPr>
          <p:cNvCxnSpPr>
            <a:cxnSpLocks/>
          </p:cNvCxnSpPr>
          <p:nvPr/>
        </p:nvCxnSpPr>
        <p:spPr>
          <a:xfrm>
            <a:off x="949484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Gerade Verbindung mit Pfeil 135">
            <a:extLst>
              <a:ext uri="{FF2B5EF4-FFF2-40B4-BE49-F238E27FC236}">
                <a16:creationId xmlns:a16="http://schemas.microsoft.com/office/drawing/2014/main" id="{85616264-CFCE-551F-DE84-9EE4324C5787}"/>
              </a:ext>
            </a:extLst>
          </p:cNvPr>
          <p:cNvCxnSpPr>
            <a:cxnSpLocks/>
          </p:cNvCxnSpPr>
          <p:nvPr/>
        </p:nvCxnSpPr>
        <p:spPr>
          <a:xfrm>
            <a:off x="980862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 Verbindung mit Pfeil 136">
            <a:extLst>
              <a:ext uri="{FF2B5EF4-FFF2-40B4-BE49-F238E27FC236}">
                <a16:creationId xmlns:a16="http://schemas.microsoft.com/office/drawing/2014/main" id="{84349F39-B513-14AD-B6B1-65666EDC409C}"/>
              </a:ext>
            </a:extLst>
          </p:cNvPr>
          <p:cNvCxnSpPr>
            <a:cxnSpLocks/>
          </p:cNvCxnSpPr>
          <p:nvPr/>
        </p:nvCxnSpPr>
        <p:spPr>
          <a:xfrm>
            <a:off x="1012241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C1CB0D28-F307-84FF-A364-66FF0BC23401}"/>
              </a:ext>
            </a:extLst>
          </p:cNvPr>
          <p:cNvCxnSpPr>
            <a:cxnSpLocks/>
          </p:cNvCxnSpPr>
          <p:nvPr/>
        </p:nvCxnSpPr>
        <p:spPr>
          <a:xfrm>
            <a:off x="1043619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feld 138">
            <a:extLst>
              <a:ext uri="{FF2B5EF4-FFF2-40B4-BE49-F238E27FC236}">
                <a16:creationId xmlns:a16="http://schemas.microsoft.com/office/drawing/2014/main" id="{B1D77AE3-2FE4-9D5B-8129-7F77C21E7949}"/>
              </a:ext>
            </a:extLst>
          </p:cNvPr>
          <p:cNvSpPr txBox="1"/>
          <p:nvPr/>
        </p:nvSpPr>
        <p:spPr>
          <a:xfrm>
            <a:off x="10770488" y="2850740"/>
            <a:ext cx="16738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Learning signal</a:t>
            </a:r>
          </a:p>
        </p:txBody>
      </p:sp>
      <p:cxnSp>
        <p:nvCxnSpPr>
          <p:cNvPr id="140" name="Gerade Verbindung mit Pfeil 139">
            <a:extLst>
              <a:ext uri="{FF2B5EF4-FFF2-40B4-BE49-F238E27FC236}">
                <a16:creationId xmlns:a16="http://schemas.microsoft.com/office/drawing/2014/main" id="{99D0965C-B22C-5AAE-76AE-828945E62140}"/>
              </a:ext>
            </a:extLst>
          </p:cNvPr>
          <p:cNvCxnSpPr>
            <a:cxnSpLocks/>
          </p:cNvCxnSpPr>
          <p:nvPr/>
        </p:nvCxnSpPr>
        <p:spPr>
          <a:xfrm>
            <a:off x="10749980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Gerade Verbindung mit Pfeil 140">
            <a:extLst>
              <a:ext uri="{FF2B5EF4-FFF2-40B4-BE49-F238E27FC236}">
                <a16:creationId xmlns:a16="http://schemas.microsoft.com/office/drawing/2014/main" id="{CBF1AECD-752D-DD4D-56F6-1DBFFFF973E4}"/>
              </a:ext>
            </a:extLst>
          </p:cNvPr>
          <p:cNvCxnSpPr>
            <a:cxnSpLocks/>
          </p:cNvCxnSpPr>
          <p:nvPr/>
        </p:nvCxnSpPr>
        <p:spPr>
          <a:xfrm>
            <a:off x="604320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Gerade Verbindung mit Pfeil 141">
            <a:extLst>
              <a:ext uri="{FF2B5EF4-FFF2-40B4-BE49-F238E27FC236}">
                <a16:creationId xmlns:a16="http://schemas.microsoft.com/office/drawing/2014/main" id="{0A662FA1-0110-22FA-DE52-9293BAAA76C1}"/>
              </a:ext>
            </a:extLst>
          </p:cNvPr>
          <p:cNvCxnSpPr>
            <a:cxnSpLocks/>
          </p:cNvCxnSpPr>
          <p:nvPr/>
        </p:nvCxnSpPr>
        <p:spPr>
          <a:xfrm>
            <a:off x="572942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Gerade Verbindung mit Pfeil 142">
            <a:extLst>
              <a:ext uri="{FF2B5EF4-FFF2-40B4-BE49-F238E27FC236}">
                <a16:creationId xmlns:a16="http://schemas.microsoft.com/office/drawing/2014/main" id="{B9F0603C-56A8-3AD7-53D0-91CD8D04E019}"/>
              </a:ext>
            </a:extLst>
          </p:cNvPr>
          <p:cNvCxnSpPr>
            <a:cxnSpLocks/>
          </p:cNvCxnSpPr>
          <p:nvPr/>
        </p:nvCxnSpPr>
        <p:spPr>
          <a:xfrm>
            <a:off x="478806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Gerade Verbindung mit Pfeil 143">
            <a:extLst>
              <a:ext uri="{FF2B5EF4-FFF2-40B4-BE49-F238E27FC236}">
                <a16:creationId xmlns:a16="http://schemas.microsoft.com/office/drawing/2014/main" id="{3E179F5C-879D-BBF0-DA88-FE73B4727A6F}"/>
              </a:ext>
            </a:extLst>
          </p:cNvPr>
          <p:cNvCxnSpPr>
            <a:cxnSpLocks/>
          </p:cNvCxnSpPr>
          <p:nvPr/>
        </p:nvCxnSpPr>
        <p:spPr>
          <a:xfrm>
            <a:off x="384671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Gerade Verbindung mit Pfeil 144">
            <a:extLst>
              <a:ext uri="{FF2B5EF4-FFF2-40B4-BE49-F238E27FC236}">
                <a16:creationId xmlns:a16="http://schemas.microsoft.com/office/drawing/2014/main" id="{DED3828E-BA4A-08E0-742A-0C90514BB581}"/>
              </a:ext>
            </a:extLst>
          </p:cNvPr>
          <p:cNvCxnSpPr>
            <a:cxnSpLocks/>
          </p:cNvCxnSpPr>
          <p:nvPr/>
        </p:nvCxnSpPr>
        <p:spPr>
          <a:xfrm>
            <a:off x="353292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F46F5099-0D2A-274F-649B-A310DEAB0603}"/>
              </a:ext>
            </a:extLst>
          </p:cNvPr>
          <p:cNvCxnSpPr>
            <a:cxnSpLocks/>
          </p:cNvCxnSpPr>
          <p:nvPr/>
        </p:nvCxnSpPr>
        <p:spPr>
          <a:xfrm>
            <a:off x="321914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Gerade Verbindung mit Pfeil 146">
            <a:extLst>
              <a:ext uri="{FF2B5EF4-FFF2-40B4-BE49-F238E27FC236}">
                <a16:creationId xmlns:a16="http://schemas.microsoft.com/office/drawing/2014/main" id="{BE8EAE4A-4ACE-63F3-1B81-D9E9116FE570}"/>
              </a:ext>
            </a:extLst>
          </p:cNvPr>
          <p:cNvCxnSpPr>
            <a:cxnSpLocks/>
          </p:cNvCxnSpPr>
          <p:nvPr/>
        </p:nvCxnSpPr>
        <p:spPr>
          <a:xfrm>
            <a:off x="290535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0AA502B1-AA31-9550-6ED7-A620E03D3A1B}"/>
              </a:ext>
            </a:extLst>
          </p:cNvPr>
          <p:cNvCxnSpPr>
            <a:cxnSpLocks/>
          </p:cNvCxnSpPr>
          <p:nvPr/>
        </p:nvCxnSpPr>
        <p:spPr>
          <a:xfrm>
            <a:off x="2591574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22EF7D35-BDDA-C5B1-1494-32BEDB1BF06F}"/>
              </a:ext>
            </a:extLst>
          </p:cNvPr>
          <p:cNvCxnSpPr>
            <a:cxnSpLocks/>
          </p:cNvCxnSpPr>
          <p:nvPr/>
        </p:nvCxnSpPr>
        <p:spPr>
          <a:xfrm>
            <a:off x="227778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A1C998B5-2BC7-5A55-BA76-519B69E6EB81}"/>
              </a:ext>
            </a:extLst>
          </p:cNvPr>
          <p:cNvCxnSpPr>
            <a:stCxn id="79" idx="3"/>
            <a:endCxn id="81" idx="1"/>
          </p:cNvCxnSpPr>
          <p:nvPr/>
        </p:nvCxnSpPr>
        <p:spPr>
          <a:xfrm>
            <a:off x="6888671" y="4041153"/>
            <a:ext cx="4618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AE90D199-36FD-D85A-DD36-20BCCF7613F4}"/>
              </a:ext>
            </a:extLst>
          </p:cNvPr>
          <p:cNvCxnSpPr>
            <a:cxnSpLocks/>
          </p:cNvCxnSpPr>
          <p:nvPr/>
        </p:nvCxnSpPr>
        <p:spPr>
          <a:xfrm>
            <a:off x="4474284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Gerade Verbindung mit Pfeil 151">
            <a:extLst>
              <a:ext uri="{FF2B5EF4-FFF2-40B4-BE49-F238E27FC236}">
                <a16:creationId xmlns:a16="http://schemas.microsoft.com/office/drawing/2014/main" id="{FA04C9C6-5771-BF74-4453-DD4B68E0550B}"/>
              </a:ext>
            </a:extLst>
          </p:cNvPr>
          <p:cNvCxnSpPr>
            <a:cxnSpLocks/>
          </p:cNvCxnSpPr>
          <p:nvPr/>
        </p:nvCxnSpPr>
        <p:spPr>
          <a:xfrm>
            <a:off x="6670779" y="2147616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Gerade Verbindung mit Pfeil 301">
            <a:extLst>
              <a:ext uri="{FF2B5EF4-FFF2-40B4-BE49-F238E27FC236}">
                <a16:creationId xmlns:a16="http://schemas.microsoft.com/office/drawing/2014/main" id="{5E194A15-4E74-4262-6ABD-09B506E1B11C}"/>
              </a:ext>
            </a:extLst>
          </p:cNvPr>
          <p:cNvCxnSpPr>
            <a:cxnSpLocks/>
          </p:cNvCxnSpPr>
          <p:nvPr/>
        </p:nvCxnSpPr>
        <p:spPr>
          <a:xfrm>
            <a:off x="4160499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Gerade Verbindung mit Pfeil 302">
            <a:extLst>
              <a:ext uri="{FF2B5EF4-FFF2-40B4-BE49-F238E27FC236}">
                <a16:creationId xmlns:a16="http://schemas.microsoft.com/office/drawing/2014/main" id="{4A01EE28-1A00-2218-13C8-0AD9812DE28C}"/>
              </a:ext>
            </a:extLst>
          </p:cNvPr>
          <p:cNvCxnSpPr>
            <a:cxnSpLocks/>
          </p:cNvCxnSpPr>
          <p:nvPr/>
        </p:nvCxnSpPr>
        <p:spPr>
          <a:xfrm>
            <a:off x="5101854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Gerade Verbindung mit Pfeil 303">
            <a:extLst>
              <a:ext uri="{FF2B5EF4-FFF2-40B4-BE49-F238E27FC236}">
                <a16:creationId xmlns:a16="http://schemas.microsoft.com/office/drawing/2014/main" id="{4732C049-D3AF-EDB4-9805-CA835B82E4D6}"/>
              </a:ext>
            </a:extLst>
          </p:cNvPr>
          <p:cNvCxnSpPr>
            <a:cxnSpLocks/>
          </p:cNvCxnSpPr>
          <p:nvPr/>
        </p:nvCxnSpPr>
        <p:spPr>
          <a:xfrm>
            <a:off x="5415639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Gerade Verbindung mit Pfeil 304">
            <a:extLst>
              <a:ext uri="{FF2B5EF4-FFF2-40B4-BE49-F238E27FC236}">
                <a16:creationId xmlns:a16="http://schemas.microsoft.com/office/drawing/2014/main" id="{F6BC1D8F-3C9D-91D0-D937-26D6B2B857E8}"/>
              </a:ext>
            </a:extLst>
          </p:cNvPr>
          <p:cNvCxnSpPr>
            <a:cxnSpLocks/>
          </p:cNvCxnSpPr>
          <p:nvPr/>
        </p:nvCxnSpPr>
        <p:spPr>
          <a:xfrm>
            <a:off x="6356994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Gerade Verbindung mit Pfeil 305">
            <a:extLst>
              <a:ext uri="{FF2B5EF4-FFF2-40B4-BE49-F238E27FC236}">
                <a16:creationId xmlns:a16="http://schemas.microsoft.com/office/drawing/2014/main" id="{8E5F0D60-BE41-BE5B-B2C9-056B184FCCD7}"/>
              </a:ext>
            </a:extLst>
          </p:cNvPr>
          <p:cNvCxnSpPr>
            <a:cxnSpLocks/>
          </p:cNvCxnSpPr>
          <p:nvPr/>
        </p:nvCxnSpPr>
        <p:spPr>
          <a:xfrm>
            <a:off x="6984564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Gerade Verbindung mit Pfeil 306">
            <a:extLst>
              <a:ext uri="{FF2B5EF4-FFF2-40B4-BE49-F238E27FC236}">
                <a16:creationId xmlns:a16="http://schemas.microsoft.com/office/drawing/2014/main" id="{F5505FDB-C8CF-E5BC-1146-D11C077574BC}"/>
              </a:ext>
            </a:extLst>
          </p:cNvPr>
          <p:cNvCxnSpPr>
            <a:cxnSpLocks/>
          </p:cNvCxnSpPr>
          <p:nvPr/>
        </p:nvCxnSpPr>
        <p:spPr>
          <a:xfrm>
            <a:off x="7925919" y="2149200"/>
            <a:ext cx="0" cy="1484576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3993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133</Words>
  <Application>Microsoft Macintosh PowerPoint</Application>
  <PresentationFormat>Benutzerdefiniert</PresentationFormat>
  <Paragraphs>126</Paragraphs>
  <Slides>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Apple Color Emoji</vt:lpstr>
      <vt:lpstr>Aptos</vt:lpstr>
      <vt:lpstr>Aptos Display</vt:lpstr>
      <vt:lpstr>Arial</vt:lpstr>
      <vt:lpstr>Cambria Math</vt:lpstr>
      <vt:lpstr>Office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Sabine Hofmann-Heid</dc:creator>
  <cp:lastModifiedBy>Sabine Hofmann-Heid</cp:lastModifiedBy>
  <cp:revision>102</cp:revision>
  <dcterms:created xsi:type="dcterms:W3CDTF">2025-09-15T09:41:49Z</dcterms:created>
  <dcterms:modified xsi:type="dcterms:W3CDTF">2026-01-26T20:55:31Z</dcterms:modified>
</cp:coreProperties>
</file>