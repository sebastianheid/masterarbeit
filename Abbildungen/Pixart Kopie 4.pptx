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"/>
  </p:notesMasterIdLst>
  <p:sldIdLst>
    <p:sldId id="268" r:id="rId2"/>
    <p:sldId id="263" r:id="rId3"/>
  </p:sldIdLst>
  <p:sldSz cx="2519997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A4"/>
    <a:srgbClr val="D97D84"/>
    <a:srgbClr val="F2B9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1"/>
    <p:restoredTop sz="93451"/>
  </p:normalViewPr>
  <p:slideViewPr>
    <p:cSldViewPr snapToGrid="0">
      <p:cViewPr varScale="1">
        <p:scale>
          <a:sx n="44" d="100"/>
          <a:sy n="44" d="100"/>
        </p:scale>
        <p:origin x="288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7A7C-5EE8-E246-8DB3-90FEFD482A1D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1971675" y="1143000"/>
            <a:ext cx="10801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076A-CD67-1C4F-A4BF-8CD2BB01EED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04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1928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3856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5783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7711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59639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1567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3494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5422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9DCC6-5BFE-52EA-C0B7-4F6A7937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8F2D5B5-38B3-EEEC-4EC2-27ED5712E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971675" y="1143000"/>
            <a:ext cx="1080135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D0DFEE-2431-D4C1-C839-DB4F59E7B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D7D7E7-7369-98FE-8047-6BA27130C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48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997" y="1178222"/>
            <a:ext cx="18899981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3781306"/>
            <a:ext cx="18899981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04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7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4" y="1794830"/>
            <a:ext cx="21734978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4" y="4817875"/>
            <a:ext cx="21734978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7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1916484"/>
            <a:ext cx="10709989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1916484"/>
            <a:ext cx="10709989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52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383297"/>
            <a:ext cx="21734978" cy="1391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1" y="1764832"/>
            <a:ext cx="10660770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1" y="2629749"/>
            <a:ext cx="10660770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7" y="1764832"/>
            <a:ext cx="10713272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7" y="2629749"/>
            <a:ext cx="10713272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29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39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60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479954"/>
            <a:ext cx="8127647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1036569"/>
            <a:ext cx="12757487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2159794"/>
            <a:ext cx="8127647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64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479954"/>
            <a:ext cx="8127647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1036569"/>
            <a:ext cx="12757487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2159794"/>
            <a:ext cx="8127647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92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61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2" y="383297"/>
            <a:ext cx="5433745" cy="610108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383297"/>
            <a:ext cx="15986234" cy="610108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423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383297"/>
            <a:ext cx="21734978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1916484"/>
            <a:ext cx="21734978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6672697"/>
            <a:ext cx="566999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6672697"/>
            <a:ext cx="850499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6672697"/>
            <a:ext cx="566999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72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8F459-53B1-E8B9-FFFE-23FB2977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760EDA33-8565-E3ED-1033-81D9D665541A}"/>
              </a:ext>
            </a:extLst>
          </p:cNvPr>
          <p:cNvGrpSpPr/>
          <p:nvPr/>
        </p:nvGrpSpPr>
        <p:grpSpPr>
          <a:xfrm>
            <a:off x="25336" y="802800"/>
            <a:ext cx="12288700" cy="5592230"/>
            <a:chOff x="155644" y="804559"/>
            <a:chExt cx="12288700" cy="5592230"/>
          </a:xfrm>
        </p:grpSpPr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E8B4127C-7613-F168-3E2D-295CB1B71D1B}"/>
                </a:ext>
              </a:extLst>
            </p:cNvPr>
            <p:cNvSpPr/>
            <p:nvPr/>
          </p:nvSpPr>
          <p:spPr>
            <a:xfrm>
              <a:off x="1563530" y="3220072"/>
              <a:ext cx="9622972" cy="1723264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Abgerundetes Rechteck 61">
              <a:extLst>
                <a:ext uri="{FF2B5EF4-FFF2-40B4-BE49-F238E27FC236}">
                  <a16:creationId xmlns:a16="http://schemas.microsoft.com/office/drawing/2014/main" id="{DE3C4AE4-4788-55D9-8CF2-CCAE91D6C917}"/>
                </a:ext>
              </a:extLst>
            </p:cNvPr>
            <p:cNvSpPr/>
            <p:nvPr/>
          </p:nvSpPr>
          <p:spPr>
            <a:xfrm>
              <a:off x="1563530" y="809609"/>
              <a:ext cx="9622972" cy="17232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1D0DFBC8-D4BB-2DC4-9951-3F1F8ADF15DE}"/>
                </a:ext>
              </a:extLst>
            </p:cNvPr>
            <p:cNvSpPr txBox="1"/>
            <p:nvPr/>
          </p:nvSpPr>
          <p:spPr>
            <a:xfrm>
              <a:off x="10636888" y="809609"/>
              <a:ext cx="47869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❄️</a:t>
              </a:r>
            </a:p>
          </p:txBody>
        </p: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5C700A6D-9F14-4BAE-3633-EE10303C5F45}"/>
                </a:ext>
              </a:extLst>
            </p:cNvPr>
            <p:cNvSpPr/>
            <p:nvPr/>
          </p:nvSpPr>
          <p:spPr>
            <a:xfrm>
              <a:off x="297762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616D2EAE-44D0-8520-CAE5-A0822A8B5BF1}"/>
                </a:ext>
              </a:extLst>
            </p:cNvPr>
            <p:cNvSpPr/>
            <p:nvPr/>
          </p:nvSpPr>
          <p:spPr>
            <a:xfrm>
              <a:off x="328997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569F7CC-CB63-3943-6BB8-48716A60E05D}"/>
                </a:ext>
              </a:extLst>
            </p:cNvPr>
            <p:cNvSpPr/>
            <p:nvPr/>
          </p:nvSpPr>
          <p:spPr>
            <a:xfrm>
              <a:off x="360232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A8C9487-0630-919B-70E3-6F74A5375D62}"/>
                </a:ext>
              </a:extLst>
            </p:cNvPr>
            <p:cNvSpPr/>
            <p:nvPr/>
          </p:nvSpPr>
          <p:spPr>
            <a:xfrm>
              <a:off x="391467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A996919-0F33-81C6-B5C7-8EFAAA3818E0}"/>
                </a:ext>
              </a:extLst>
            </p:cNvPr>
            <p:cNvSpPr/>
            <p:nvPr/>
          </p:nvSpPr>
          <p:spPr>
            <a:xfrm>
              <a:off x="4227025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AD355A2-EA9C-1DBD-515C-431A2560E13C}"/>
                </a:ext>
              </a:extLst>
            </p:cNvPr>
            <p:cNvSpPr/>
            <p:nvPr/>
          </p:nvSpPr>
          <p:spPr>
            <a:xfrm>
              <a:off x="4539376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D20FC2B-F100-3F9C-D805-44D919FA3AF9}"/>
                </a:ext>
              </a:extLst>
            </p:cNvPr>
            <p:cNvSpPr/>
            <p:nvPr/>
          </p:nvSpPr>
          <p:spPr>
            <a:xfrm>
              <a:off x="4851727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A52EC6E-D70A-DB3C-4AEF-D1B420FA3927}"/>
                </a:ext>
              </a:extLst>
            </p:cNvPr>
            <p:cNvSpPr/>
            <p:nvPr/>
          </p:nvSpPr>
          <p:spPr>
            <a:xfrm>
              <a:off x="516407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CBF1B971-3744-E287-9C78-78B2D33413F0}"/>
                </a:ext>
              </a:extLst>
            </p:cNvPr>
            <p:cNvSpPr/>
            <p:nvPr/>
          </p:nvSpPr>
          <p:spPr>
            <a:xfrm>
              <a:off x="547642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67C38CB4-3CCE-992E-94E0-80BD9E20A659}"/>
                </a:ext>
              </a:extLst>
            </p:cNvPr>
            <p:cNvSpPr/>
            <p:nvPr/>
          </p:nvSpPr>
          <p:spPr>
            <a:xfrm>
              <a:off x="578878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20019882-5BC9-95EE-5D2A-AAB940DCD5F5}"/>
                </a:ext>
              </a:extLst>
            </p:cNvPr>
            <p:cNvSpPr/>
            <p:nvPr/>
          </p:nvSpPr>
          <p:spPr>
            <a:xfrm>
              <a:off x="610113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A8B5BA9E-9990-2D69-DCC3-1E14DAD41A9F}"/>
                </a:ext>
              </a:extLst>
            </p:cNvPr>
            <p:cNvSpPr/>
            <p:nvPr/>
          </p:nvSpPr>
          <p:spPr>
            <a:xfrm>
              <a:off x="641348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A08BC63D-7274-817C-B125-B9C7243A9BAF}"/>
                </a:ext>
              </a:extLst>
            </p:cNvPr>
            <p:cNvSpPr/>
            <p:nvPr/>
          </p:nvSpPr>
          <p:spPr>
            <a:xfrm>
              <a:off x="672583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73387B20-9B41-0433-490F-648BAD102C25}"/>
                </a:ext>
              </a:extLst>
            </p:cNvPr>
            <p:cNvSpPr/>
            <p:nvPr/>
          </p:nvSpPr>
          <p:spPr>
            <a:xfrm>
              <a:off x="703818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C1C824EA-98C4-C278-CB3A-285319B6D016}"/>
                </a:ext>
              </a:extLst>
            </p:cNvPr>
            <p:cNvSpPr/>
            <p:nvPr/>
          </p:nvSpPr>
          <p:spPr>
            <a:xfrm>
              <a:off x="7350535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6E7C2400-2A04-968F-8DBD-80E658B9B2C7}"/>
                </a:ext>
              </a:extLst>
            </p:cNvPr>
            <p:cNvSpPr/>
            <p:nvPr/>
          </p:nvSpPr>
          <p:spPr>
            <a:xfrm>
              <a:off x="7662886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6CBD8EB4-8E60-D4E0-0618-6BDDC9FEC51B}"/>
                </a:ext>
              </a:extLst>
            </p:cNvPr>
            <p:cNvSpPr/>
            <p:nvPr/>
          </p:nvSpPr>
          <p:spPr>
            <a:xfrm>
              <a:off x="7975237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C109445C-3AF3-8B57-A1A8-BF025ED35D63}"/>
                </a:ext>
              </a:extLst>
            </p:cNvPr>
            <p:cNvSpPr/>
            <p:nvPr/>
          </p:nvSpPr>
          <p:spPr>
            <a:xfrm>
              <a:off x="828758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0FAAE057-B28C-4AF4-AFF4-7CA1CA499537}"/>
                </a:ext>
              </a:extLst>
            </p:cNvPr>
            <p:cNvSpPr/>
            <p:nvPr/>
          </p:nvSpPr>
          <p:spPr>
            <a:xfrm>
              <a:off x="859993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68C463AE-9429-F190-2B5A-33D9B69DC36E}"/>
                </a:ext>
              </a:extLst>
            </p:cNvPr>
            <p:cNvSpPr/>
            <p:nvPr/>
          </p:nvSpPr>
          <p:spPr>
            <a:xfrm>
              <a:off x="891229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AE4A77DC-B33F-1D4A-83DB-EA1063E94856}"/>
                </a:ext>
              </a:extLst>
            </p:cNvPr>
            <p:cNvSpPr/>
            <p:nvPr/>
          </p:nvSpPr>
          <p:spPr>
            <a:xfrm>
              <a:off x="922464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E2A0955A-6062-C622-FE33-E5B10FD9A094}"/>
                </a:ext>
              </a:extLst>
            </p:cNvPr>
            <p:cNvSpPr/>
            <p:nvPr/>
          </p:nvSpPr>
          <p:spPr>
            <a:xfrm>
              <a:off x="953699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6DE0160-977B-ED09-0CB0-CF909A294377}"/>
                </a:ext>
              </a:extLst>
            </p:cNvPr>
            <p:cNvSpPr/>
            <p:nvPr/>
          </p:nvSpPr>
          <p:spPr>
            <a:xfrm>
              <a:off x="204056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B740A5A7-3496-4260-70FE-AC5FE11453B7}"/>
                </a:ext>
              </a:extLst>
            </p:cNvPr>
            <p:cNvSpPr/>
            <p:nvPr/>
          </p:nvSpPr>
          <p:spPr>
            <a:xfrm>
              <a:off x="235291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E82B42D5-CB64-363B-A9FA-85E307C96940}"/>
                </a:ext>
              </a:extLst>
            </p:cNvPr>
            <p:cNvSpPr/>
            <p:nvPr/>
          </p:nvSpPr>
          <p:spPr>
            <a:xfrm>
              <a:off x="266527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F33151BA-9509-9A2D-9115-945C98B25448}"/>
                </a:ext>
              </a:extLst>
            </p:cNvPr>
            <p:cNvSpPr/>
            <p:nvPr/>
          </p:nvSpPr>
          <p:spPr>
            <a:xfrm>
              <a:off x="984934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1DDEC3C7-51A3-A60E-44E5-E4B672EAD2C2}"/>
                </a:ext>
              </a:extLst>
            </p:cNvPr>
            <p:cNvSpPr/>
            <p:nvPr/>
          </p:nvSpPr>
          <p:spPr>
            <a:xfrm>
              <a:off x="1016169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E83A5A03-5BF8-CA28-4C4E-21E92B25569B}"/>
                </a:ext>
              </a:extLst>
            </p:cNvPr>
            <p:cNvSpPr/>
            <p:nvPr/>
          </p:nvSpPr>
          <p:spPr>
            <a:xfrm>
              <a:off x="1047405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644D356E-55F4-BEA9-4FE1-51819C53862D}"/>
                </a:ext>
              </a:extLst>
            </p:cNvPr>
            <p:cNvSpPr txBox="1"/>
            <p:nvPr/>
          </p:nvSpPr>
          <p:spPr>
            <a:xfrm>
              <a:off x="155645" y="804559"/>
              <a:ext cx="96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Teacher</a:t>
              </a:r>
            </a:p>
          </p:txBody>
        </p:sp>
        <p:sp>
          <p:nvSpPr>
            <p:cNvPr id="131" name="Textfeld 130">
              <a:extLst>
                <a:ext uri="{FF2B5EF4-FFF2-40B4-BE49-F238E27FC236}">
                  <a16:creationId xmlns:a16="http://schemas.microsoft.com/office/drawing/2014/main" id="{AD654AEF-BFAB-54B4-8AF2-89E3265274DD}"/>
                </a:ext>
              </a:extLst>
            </p:cNvPr>
            <p:cNvSpPr txBox="1"/>
            <p:nvPr/>
          </p:nvSpPr>
          <p:spPr>
            <a:xfrm>
              <a:off x="155644" y="322001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Student</a:t>
              </a:r>
            </a:p>
          </p:txBody>
        </p: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A7728B39-9942-3C04-1640-4D76DEB36361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>
              <a:off x="1144657" y="1723952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09C7D82D-D03A-DB4C-C36A-85D12908B92C}"/>
                </a:ext>
              </a:extLst>
            </p:cNvPr>
            <p:cNvCxnSpPr>
              <a:endCxn id="55" idx="1"/>
            </p:cNvCxnSpPr>
            <p:nvPr/>
          </p:nvCxnSpPr>
          <p:spPr>
            <a:xfrm>
              <a:off x="2219646" y="1723952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22AD6782-AF0D-C379-9BE1-370703B52D50}"/>
                </a:ext>
              </a:extLst>
            </p:cNvPr>
            <p:cNvCxnSpPr>
              <a:stCxn id="55" idx="3"/>
              <a:endCxn id="56" idx="1"/>
            </p:cNvCxnSpPr>
            <p:nvPr/>
          </p:nvCxnSpPr>
          <p:spPr>
            <a:xfrm>
              <a:off x="251575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3B53C2BC-C1F6-3FC6-94B8-6B3E05DFC768}"/>
                </a:ext>
              </a:extLst>
            </p:cNvPr>
            <p:cNvCxnSpPr>
              <a:endCxn id="2" idx="1"/>
            </p:cNvCxnSpPr>
            <p:nvPr/>
          </p:nvCxnSpPr>
          <p:spPr>
            <a:xfrm>
              <a:off x="282810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5775F1B-2B5E-76A0-1CFE-BD970AC22141}"/>
                </a:ext>
              </a:extLst>
            </p:cNvPr>
            <p:cNvCxnSpPr>
              <a:endCxn id="3" idx="1"/>
            </p:cNvCxnSpPr>
            <p:nvPr/>
          </p:nvCxnSpPr>
          <p:spPr>
            <a:xfrm>
              <a:off x="314045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7D1F1CDC-CEFF-5E8B-1408-A603EB656B53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345281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524D0BD3-1BB2-D43D-D595-2C4502AC6DA2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3777047" y="1723952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6DEC0A6D-AB11-7BC8-C0CE-67D87969BFB3}"/>
                </a:ext>
              </a:extLst>
            </p:cNvPr>
            <p:cNvCxnSpPr>
              <a:stCxn id="7" idx="3"/>
              <a:endCxn id="14" idx="1"/>
            </p:cNvCxnSpPr>
            <p:nvPr/>
          </p:nvCxnSpPr>
          <p:spPr>
            <a:xfrm>
              <a:off x="4077512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10A02F81-8407-35D8-3EBB-DCD0D6958EAE}"/>
                </a:ext>
              </a:extLst>
            </p:cNvPr>
            <p:cNvCxnSpPr>
              <a:cxnSpLocks/>
              <a:stCxn id="14" idx="3"/>
              <a:endCxn id="16" idx="1"/>
            </p:cNvCxnSpPr>
            <p:nvPr/>
          </p:nvCxnSpPr>
          <p:spPr>
            <a:xfrm>
              <a:off x="4389863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5EDE3539-D0D4-4008-D9BB-B10C76DCF7E9}"/>
                </a:ext>
              </a:extLst>
            </p:cNvPr>
            <p:cNvCxnSpPr>
              <a:stCxn id="16" idx="3"/>
              <a:endCxn id="20" idx="1"/>
            </p:cNvCxnSpPr>
            <p:nvPr/>
          </p:nvCxnSpPr>
          <p:spPr>
            <a:xfrm>
              <a:off x="4702214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43311279-6280-EFCF-4849-E26FFA258752}"/>
                </a:ext>
              </a:extLst>
            </p:cNvPr>
            <p:cNvCxnSpPr>
              <a:stCxn id="20" idx="3"/>
              <a:endCxn id="22" idx="1"/>
            </p:cNvCxnSpPr>
            <p:nvPr/>
          </p:nvCxnSpPr>
          <p:spPr>
            <a:xfrm>
              <a:off x="5014565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60075A25-40E4-4BB1-5F18-2A857D6FF647}"/>
                </a:ext>
              </a:extLst>
            </p:cNvPr>
            <p:cNvCxnSpPr>
              <a:stCxn id="22" idx="3"/>
              <a:endCxn id="30" idx="1"/>
            </p:cNvCxnSpPr>
            <p:nvPr/>
          </p:nvCxnSpPr>
          <p:spPr>
            <a:xfrm>
              <a:off x="5326916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480AE3C3-8B60-88DB-E453-4ED1549A0E15}"/>
                </a:ext>
              </a:extLst>
            </p:cNvPr>
            <p:cNvCxnSpPr>
              <a:stCxn id="30" idx="3"/>
              <a:endCxn id="31" idx="1"/>
            </p:cNvCxnSpPr>
            <p:nvPr/>
          </p:nvCxnSpPr>
          <p:spPr>
            <a:xfrm>
              <a:off x="563926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48957CB2-E33D-337C-1FBC-855149547453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>
              <a:off x="595161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7C102662-8A8E-E87B-00DC-6A0F8E7F1718}"/>
                </a:ext>
              </a:extLst>
            </p:cNvPr>
            <p:cNvCxnSpPr>
              <a:stCxn id="32" idx="3"/>
              <a:endCxn id="33" idx="1"/>
            </p:cNvCxnSpPr>
            <p:nvPr/>
          </p:nvCxnSpPr>
          <p:spPr>
            <a:xfrm>
              <a:off x="626396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64">
              <a:extLst>
                <a:ext uri="{FF2B5EF4-FFF2-40B4-BE49-F238E27FC236}">
                  <a16:creationId xmlns:a16="http://schemas.microsoft.com/office/drawing/2014/main" id="{977362F2-8CA0-E985-BCB5-D659B8DD4A7D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>
              <a:off x="657632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B5DE2293-4A07-F079-2862-0D7854BCB36B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6888671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 Verbindung mit Pfeil 74">
              <a:extLst>
                <a:ext uri="{FF2B5EF4-FFF2-40B4-BE49-F238E27FC236}">
                  <a16:creationId xmlns:a16="http://schemas.microsoft.com/office/drawing/2014/main" id="{3600FE26-45AC-A06C-055C-29C4782D536F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>
              <a:off x="7201022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BC2D9A07-69E1-EFF6-8203-C9CC532C29CD}"/>
                </a:ext>
              </a:extLst>
            </p:cNvPr>
            <p:cNvCxnSpPr>
              <a:stCxn id="36" idx="3"/>
              <a:endCxn id="37" idx="1"/>
            </p:cNvCxnSpPr>
            <p:nvPr/>
          </p:nvCxnSpPr>
          <p:spPr>
            <a:xfrm>
              <a:off x="7513373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D79E9B15-159E-6890-E8C1-78DBF872FBE0}"/>
                </a:ext>
              </a:extLst>
            </p:cNvPr>
            <p:cNvCxnSpPr>
              <a:stCxn id="37" idx="3"/>
              <a:endCxn id="39" idx="1"/>
            </p:cNvCxnSpPr>
            <p:nvPr/>
          </p:nvCxnSpPr>
          <p:spPr>
            <a:xfrm>
              <a:off x="7825724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4421B66A-5685-B568-6D63-4A5FC6162734}"/>
                </a:ext>
              </a:extLst>
            </p:cNvPr>
            <p:cNvCxnSpPr>
              <a:stCxn id="39" idx="3"/>
              <a:endCxn id="41" idx="1"/>
            </p:cNvCxnSpPr>
            <p:nvPr/>
          </p:nvCxnSpPr>
          <p:spPr>
            <a:xfrm>
              <a:off x="8138075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BAC12A5B-15C0-C123-C88C-B59B0251087B}"/>
                </a:ext>
              </a:extLst>
            </p:cNvPr>
            <p:cNvCxnSpPr>
              <a:stCxn id="41" idx="3"/>
              <a:endCxn id="43" idx="1"/>
            </p:cNvCxnSpPr>
            <p:nvPr/>
          </p:nvCxnSpPr>
          <p:spPr>
            <a:xfrm>
              <a:off x="8450426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 Verbindung mit Pfeil 89">
              <a:extLst>
                <a:ext uri="{FF2B5EF4-FFF2-40B4-BE49-F238E27FC236}">
                  <a16:creationId xmlns:a16="http://schemas.microsoft.com/office/drawing/2014/main" id="{CB656CA6-8A1A-C30F-EAE8-BBED9AC6A0B6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>
              <a:off x="876277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4351DE42-A015-E734-684C-42013B05126A}"/>
                </a:ext>
              </a:extLst>
            </p:cNvPr>
            <p:cNvCxnSpPr>
              <a:stCxn id="44" idx="3"/>
              <a:endCxn id="46" idx="1"/>
            </p:cNvCxnSpPr>
            <p:nvPr/>
          </p:nvCxnSpPr>
          <p:spPr>
            <a:xfrm>
              <a:off x="907512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 Verbindung mit Pfeil 95">
              <a:extLst>
                <a:ext uri="{FF2B5EF4-FFF2-40B4-BE49-F238E27FC236}">
                  <a16:creationId xmlns:a16="http://schemas.microsoft.com/office/drawing/2014/main" id="{73CCD024-6A40-CF43-89A8-6A06C0CBC977}"/>
                </a:ext>
              </a:extLst>
            </p:cNvPr>
            <p:cNvCxnSpPr>
              <a:stCxn id="46" idx="3"/>
              <a:endCxn id="52" idx="1"/>
            </p:cNvCxnSpPr>
            <p:nvPr/>
          </p:nvCxnSpPr>
          <p:spPr>
            <a:xfrm>
              <a:off x="938747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 Verbindung mit Pfeil 99">
              <a:extLst>
                <a:ext uri="{FF2B5EF4-FFF2-40B4-BE49-F238E27FC236}">
                  <a16:creationId xmlns:a16="http://schemas.microsoft.com/office/drawing/2014/main" id="{90552274-7C89-7C93-6B0E-A2806D43590E}"/>
                </a:ext>
              </a:extLst>
            </p:cNvPr>
            <p:cNvCxnSpPr>
              <a:stCxn id="52" idx="3"/>
              <a:endCxn id="58" idx="1"/>
            </p:cNvCxnSpPr>
            <p:nvPr/>
          </p:nvCxnSpPr>
          <p:spPr>
            <a:xfrm>
              <a:off x="969983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11480237-7660-D490-B1EF-8A3BCB3D09B1}"/>
                </a:ext>
              </a:extLst>
            </p:cNvPr>
            <p:cNvCxnSpPr>
              <a:stCxn id="58" idx="3"/>
              <a:endCxn id="59" idx="1"/>
            </p:cNvCxnSpPr>
            <p:nvPr/>
          </p:nvCxnSpPr>
          <p:spPr>
            <a:xfrm>
              <a:off x="10012181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mit Pfeil 116">
              <a:extLst>
                <a:ext uri="{FF2B5EF4-FFF2-40B4-BE49-F238E27FC236}">
                  <a16:creationId xmlns:a16="http://schemas.microsoft.com/office/drawing/2014/main" id="{5FFD5EB3-1AB9-387C-8ECC-F201602C1648}"/>
                </a:ext>
              </a:extLst>
            </p:cNvPr>
            <p:cNvCxnSpPr>
              <a:stCxn id="59" idx="3"/>
              <a:endCxn id="67" idx="1"/>
            </p:cNvCxnSpPr>
            <p:nvPr/>
          </p:nvCxnSpPr>
          <p:spPr>
            <a:xfrm>
              <a:off x="10324532" y="1723952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C33A6480-D2C1-B059-172E-E9A301CA1B81}"/>
                </a:ext>
              </a:extLst>
            </p:cNvPr>
            <p:cNvCxnSpPr>
              <a:stCxn id="67" idx="3"/>
            </p:cNvCxnSpPr>
            <p:nvPr/>
          </p:nvCxnSpPr>
          <p:spPr>
            <a:xfrm>
              <a:off x="10636888" y="1723952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hteck 129">
              <a:extLst>
                <a:ext uri="{FF2B5EF4-FFF2-40B4-BE49-F238E27FC236}">
                  <a16:creationId xmlns:a16="http://schemas.microsoft.com/office/drawing/2014/main" id="{C30C3590-FB9E-D6F3-60B7-F061C24A20BA}"/>
                </a:ext>
              </a:extLst>
            </p:cNvPr>
            <p:cNvSpPr/>
            <p:nvPr/>
          </p:nvSpPr>
          <p:spPr>
            <a:xfrm>
              <a:off x="297762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4C2CDA68-42AA-F745-FD97-0F5434C4A1D3}"/>
                </a:ext>
              </a:extLst>
            </p:cNvPr>
            <p:cNvSpPr/>
            <p:nvPr/>
          </p:nvSpPr>
          <p:spPr>
            <a:xfrm>
              <a:off x="328997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9BAA9047-AF0C-C9A9-FB18-25A499218CFF}"/>
                </a:ext>
              </a:extLst>
            </p:cNvPr>
            <p:cNvSpPr/>
            <p:nvPr/>
          </p:nvSpPr>
          <p:spPr>
            <a:xfrm>
              <a:off x="360232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F816534B-4A9E-38D9-C904-A52E97DAEB50}"/>
                </a:ext>
              </a:extLst>
            </p:cNvPr>
            <p:cNvSpPr/>
            <p:nvPr/>
          </p:nvSpPr>
          <p:spPr>
            <a:xfrm>
              <a:off x="391467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B8CAED19-DBFA-CE10-874F-0C4A133395AF}"/>
                </a:ext>
              </a:extLst>
            </p:cNvPr>
            <p:cNvSpPr/>
            <p:nvPr/>
          </p:nvSpPr>
          <p:spPr>
            <a:xfrm>
              <a:off x="4227025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8</a:t>
              </a:r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19BB00D0-31E8-113A-06B1-1B729F86BF09}"/>
                </a:ext>
              </a:extLst>
            </p:cNvPr>
            <p:cNvSpPr/>
            <p:nvPr/>
          </p:nvSpPr>
          <p:spPr>
            <a:xfrm>
              <a:off x="4539376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E1FB7D91-30C1-FC70-5897-B6AA879FD4DE}"/>
                </a:ext>
              </a:extLst>
            </p:cNvPr>
            <p:cNvSpPr/>
            <p:nvPr/>
          </p:nvSpPr>
          <p:spPr>
            <a:xfrm>
              <a:off x="4851727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39" name="Rechteck 138">
              <a:extLst>
                <a:ext uri="{FF2B5EF4-FFF2-40B4-BE49-F238E27FC236}">
                  <a16:creationId xmlns:a16="http://schemas.microsoft.com/office/drawing/2014/main" id="{BC986FC5-FE00-D8BD-518A-43E0726D5028}"/>
                </a:ext>
              </a:extLst>
            </p:cNvPr>
            <p:cNvSpPr/>
            <p:nvPr/>
          </p:nvSpPr>
          <p:spPr>
            <a:xfrm>
              <a:off x="516407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19000"/>
                    </a:schemeClr>
                  </a:solidFill>
                </a:rPr>
                <a:t>11</a:t>
              </a:r>
            </a:p>
          </p:txBody>
        </p:sp>
        <p:sp>
          <p:nvSpPr>
            <p:cNvPr id="140" name="Rechteck 139">
              <a:extLst>
                <a:ext uri="{FF2B5EF4-FFF2-40B4-BE49-F238E27FC236}">
                  <a16:creationId xmlns:a16="http://schemas.microsoft.com/office/drawing/2014/main" id="{086DD4F2-AB1F-0E95-45C8-2DA579B05F28}"/>
                </a:ext>
              </a:extLst>
            </p:cNvPr>
            <p:cNvSpPr/>
            <p:nvPr/>
          </p:nvSpPr>
          <p:spPr>
            <a:xfrm>
              <a:off x="547642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41" name="Rechteck 140">
              <a:extLst>
                <a:ext uri="{FF2B5EF4-FFF2-40B4-BE49-F238E27FC236}">
                  <a16:creationId xmlns:a16="http://schemas.microsoft.com/office/drawing/2014/main" id="{932C05CD-B277-8F67-7CD7-9FFBC2288E12}"/>
                </a:ext>
              </a:extLst>
            </p:cNvPr>
            <p:cNvSpPr/>
            <p:nvPr/>
          </p:nvSpPr>
          <p:spPr>
            <a:xfrm>
              <a:off x="578878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142" name="Rechteck 141">
              <a:extLst>
                <a:ext uri="{FF2B5EF4-FFF2-40B4-BE49-F238E27FC236}">
                  <a16:creationId xmlns:a16="http://schemas.microsoft.com/office/drawing/2014/main" id="{C02515A4-4082-FEB7-B17C-D214E3E74F87}"/>
                </a:ext>
              </a:extLst>
            </p:cNvPr>
            <p:cNvSpPr/>
            <p:nvPr/>
          </p:nvSpPr>
          <p:spPr>
            <a:xfrm>
              <a:off x="610113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1D53E35A-718D-C08C-0716-D0028BE4528D}"/>
                </a:ext>
              </a:extLst>
            </p:cNvPr>
            <p:cNvSpPr/>
            <p:nvPr/>
          </p:nvSpPr>
          <p:spPr>
            <a:xfrm>
              <a:off x="641348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15</a:t>
              </a:r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B51AF106-133B-5E78-EF07-218503313312}"/>
                </a:ext>
              </a:extLst>
            </p:cNvPr>
            <p:cNvSpPr/>
            <p:nvPr/>
          </p:nvSpPr>
          <p:spPr>
            <a:xfrm>
              <a:off x="672583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60000"/>
                    </a:schemeClr>
                  </a:solidFill>
                </a:rPr>
                <a:t>16</a:t>
              </a:r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D0DD4E61-A9D0-6BDD-3D8F-54CE7BB6AD6F}"/>
                </a:ext>
              </a:extLst>
            </p:cNvPr>
            <p:cNvSpPr/>
            <p:nvPr/>
          </p:nvSpPr>
          <p:spPr>
            <a:xfrm>
              <a:off x="703818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17</a:t>
              </a:r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95BD1539-490F-800C-5235-48C0823BE242}"/>
                </a:ext>
              </a:extLst>
            </p:cNvPr>
            <p:cNvSpPr/>
            <p:nvPr/>
          </p:nvSpPr>
          <p:spPr>
            <a:xfrm>
              <a:off x="7350535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47" name="Rechteck 146">
              <a:extLst>
                <a:ext uri="{FF2B5EF4-FFF2-40B4-BE49-F238E27FC236}">
                  <a16:creationId xmlns:a16="http://schemas.microsoft.com/office/drawing/2014/main" id="{A6338EC9-4C97-AA77-7DEF-2C4FDEE00116}"/>
                </a:ext>
              </a:extLst>
            </p:cNvPr>
            <p:cNvSpPr/>
            <p:nvPr/>
          </p:nvSpPr>
          <p:spPr>
            <a:xfrm>
              <a:off x="7662886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148" name="Rechteck 147">
              <a:extLst>
                <a:ext uri="{FF2B5EF4-FFF2-40B4-BE49-F238E27FC236}">
                  <a16:creationId xmlns:a16="http://schemas.microsoft.com/office/drawing/2014/main" id="{5429563E-B5B6-C41B-4B6F-608FB4CBD571}"/>
                </a:ext>
              </a:extLst>
            </p:cNvPr>
            <p:cNvSpPr/>
            <p:nvPr/>
          </p:nvSpPr>
          <p:spPr>
            <a:xfrm>
              <a:off x="7975237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20</a:t>
              </a:r>
            </a:p>
          </p:txBody>
        </p:sp>
        <p:sp>
          <p:nvSpPr>
            <p:cNvPr id="149" name="Rechteck 148">
              <a:extLst>
                <a:ext uri="{FF2B5EF4-FFF2-40B4-BE49-F238E27FC236}">
                  <a16:creationId xmlns:a16="http://schemas.microsoft.com/office/drawing/2014/main" id="{CA13F20F-19C8-402F-7CD0-F0669C53D572}"/>
                </a:ext>
              </a:extLst>
            </p:cNvPr>
            <p:cNvSpPr/>
            <p:nvPr/>
          </p:nvSpPr>
          <p:spPr>
            <a:xfrm>
              <a:off x="828758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150" name="Rechteck 149">
              <a:extLst>
                <a:ext uri="{FF2B5EF4-FFF2-40B4-BE49-F238E27FC236}">
                  <a16:creationId xmlns:a16="http://schemas.microsoft.com/office/drawing/2014/main" id="{A3BC2C6C-FCFC-0AEA-57B2-224450F6DC48}"/>
                </a:ext>
              </a:extLst>
            </p:cNvPr>
            <p:cNvSpPr/>
            <p:nvPr/>
          </p:nvSpPr>
          <p:spPr>
            <a:xfrm>
              <a:off x="859993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151" name="Rechteck 150">
              <a:extLst>
                <a:ext uri="{FF2B5EF4-FFF2-40B4-BE49-F238E27FC236}">
                  <a16:creationId xmlns:a16="http://schemas.microsoft.com/office/drawing/2014/main" id="{4CB74C5B-C2C5-9462-4E5C-C43A3712D331}"/>
                </a:ext>
              </a:extLst>
            </p:cNvPr>
            <p:cNvSpPr/>
            <p:nvPr/>
          </p:nvSpPr>
          <p:spPr>
            <a:xfrm>
              <a:off x="891229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152" name="Rechteck 151">
              <a:extLst>
                <a:ext uri="{FF2B5EF4-FFF2-40B4-BE49-F238E27FC236}">
                  <a16:creationId xmlns:a16="http://schemas.microsoft.com/office/drawing/2014/main" id="{163091A7-C49D-8A50-F34A-E1DFA2324B94}"/>
                </a:ext>
              </a:extLst>
            </p:cNvPr>
            <p:cNvSpPr/>
            <p:nvPr/>
          </p:nvSpPr>
          <p:spPr>
            <a:xfrm>
              <a:off x="922464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153" name="Rechteck 152">
              <a:extLst>
                <a:ext uri="{FF2B5EF4-FFF2-40B4-BE49-F238E27FC236}">
                  <a16:creationId xmlns:a16="http://schemas.microsoft.com/office/drawing/2014/main" id="{8C99DED3-8D17-D357-2AFA-C53AA8E19DEF}"/>
                </a:ext>
              </a:extLst>
            </p:cNvPr>
            <p:cNvSpPr/>
            <p:nvPr/>
          </p:nvSpPr>
          <p:spPr>
            <a:xfrm>
              <a:off x="953699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154" name="Rechteck 153">
              <a:extLst>
                <a:ext uri="{FF2B5EF4-FFF2-40B4-BE49-F238E27FC236}">
                  <a16:creationId xmlns:a16="http://schemas.microsoft.com/office/drawing/2014/main" id="{7908B50D-02AE-ECCF-E768-2063CCD4D154}"/>
                </a:ext>
              </a:extLst>
            </p:cNvPr>
            <p:cNvSpPr/>
            <p:nvPr/>
          </p:nvSpPr>
          <p:spPr>
            <a:xfrm>
              <a:off x="204056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5" name="Rechteck 154">
              <a:extLst>
                <a:ext uri="{FF2B5EF4-FFF2-40B4-BE49-F238E27FC236}">
                  <a16:creationId xmlns:a16="http://schemas.microsoft.com/office/drawing/2014/main" id="{829B5704-E0C6-1346-B2F7-F6C2B05B5C42}"/>
                </a:ext>
              </a:extLst>
            </p:cNvPr>
            <p:cNvSpPr/>
            <p:nvPr/>
          </p:nvSpPr>
          <p:spPr>
            <a:xfrm>
              <a:off x="235291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6" name="Rechteck 155">
              <a:extLst>
                <a:ext uri="{FF2B5EF4-FFF2-40B4-BE49-F238E27FC236}">
                  <a16:creationId xmlns:a16="http://schemas.microsoft.com/office/drawing/2014/main" id="{6896C93F-7C85-9521-B39C-BAE88B5B6A3A}"/>
                </a:ext>
              </a:extLst>
            </p:cNvPr>
            <p:cNvSpPr/>
            <p:nvPr/>
          </p:nvSpPr>
          <p:spPr>
            <a:xfrm>
              <a:off x="266527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7" name="Rechteck 156">
              <a:extLst>
                <a:ext uri="{FF2B5EF4-FFF2-40B4-BE49-F238E27FC236}">
                  <a16:creationId xmlns:a16="http://schemas.microsoft.com/office/drawing/2014/main" id="{AE0D5FEB-D498-734A-D4EC-3BAC39517BE3}"/>
                </a:ext>
              </a:extLst>
            </p:cNvPr>
            <p:cNvSpPr/>
            <p:nvPr/>
          </p:nvSpPr>
          <p:spPr>
            <a:xfrm>
              <a:off x="984934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158" name="Rechteck 157">
              <a:extLst>
                <a:ext uri="{FF2B5EF4-FFF2-40B4-BE49-F238E27FC236}">
                  <a16:creationId xmlns:a16="http://schemas.microsoft.com/office/drawing/2014/main" id="{6325A5CC-A2BE-4DFB-329D-A0C76446DB37}"/>
                </a:ext>
              </a:extLst>
            </p:cNvPr>
            <p:cNvSpPr/>
            <p:nvPr/>
          </p:nvSpPr>
          <p:spPr>
            <a:xfrm>
              <a:off x="1016169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159" name="Rechteck 158">
              <a:extLst>
                <a:ext uri="{FF2B5EF4-FFF2-40B4-BE49-F238E27FC236}">
                  <a16:creationId xmlns:a16="http://schemas.microsoft.com/office/drawing/2014/main" id="{065FFF3B-116D-09A0-7F29-EF3922B8F1B3}"/>
                </a:ext>
              </a:extLst>
            </p:cNvPr>
            <p:cNvSpPr/>
            <p:nvPr/>
          </p:nvSpPr>
          <p:spPr>
            <a:xfrm>
              <a:off x="1047405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cxnSp>
          <p:nvCxnSpPr>
            <p:cNvPr id="160" name="Gerade Verbindung mit Pfeil 159">
              <a:extLst>
                <a:ext uri="{FF2B5EF4-FFF2-40B4-BE49-F238E27FC236}">
                  <a16:creationId xmlns:a16="http://schemas.microsoft.com/office/drawing/2014/main" id="{CDD9345B-564F-0CBF-CF83-AC51D496CD00}"/>
                </a:ext>
              </a:extLst>
            </p:cNvPr>
            <p:cNvCxnSpPr>
              <a:cxnSpLocks/>
              <a:endCxn id="154" idx="1"/>
            </p:cNvCxnSpPr>
            <p:nvPr/>
          </p:nvCxnSpPr>
          <p:spPr>
            <a:xfrm>
              <a:off x="1144657" y="4041153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Gerade Verbindung mit Pfeil 160">
              <a:extLst>
                <a:ext uri="{FF2B5EF4-FFF2-40B4-BE49-F238E27FC236}">
                  <a16:creationId xmlns:a16="http://schemas.microsoft.com/office/drawing/2014/main" id="{05AD0DF7-D26E-0C5A-5D3C-933C29B8CC39}"/>
                </a:ext>
              </a:extLst>
            </p:cNvPr>
            <p:cNvCxnSpPr>
              <a:endCxn id="155" idx="1"/>
            </p:cNvCxnSpPr>
            <p:nvPr/>
          </p:nvCxnSpPr>
          <p:spPr>
            <a:xfrm>
              <a:off x="2219646" y="4041153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Gerade Verbindung mit Pfeil 161">
              <a:extLst>
                <a:ext uri="{FF2B5EF4-FFF2-40B4-BE49-F238E27FC236}">
                  <a16:creationId xmlns:a16="http://schemas.microsoft.com/office/drawing/2014/main" id="{95D9C707-7D45-0ABF-D221-0F5D610F92BE}"/>
                </a:ext>
              </a:extLst>
            </p:cNvPr>
            <p:cNvCxnSpPr>
              <a:stCxn id="155" idx="3"/>
              <a:endCxn id="156" idx="1"/>
            </p:cNvCxnSpPr>
            <p:nvPr/>
          </p:nvCxnSpPr>
          <p:spPr>
            <a:xfrm>
              <a:off x="251575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 Verbindung mit Pfeil 162">
              <a:extLst>
                <a:ext uri="{FF2B5EF4-FFF2-40B4-BE49-F238E27FC236}">
                  <a16:creationId xmlns:a16="http://schemas.microsoft.com/office/drawing/2014/main" id="{B864D02D-1B0F-97B6-E3EE-8B50F5E9CBED}"/>
                </a:ext>
              </a:extLst>
            </p:cNvPr>
            <p:cNvCxnSpPr>
              <a:endCxn id="130" idx="1"/>
            </p:cNvCxnSpPr>
            <p:nvPr/>
          </p:nvCxnSpPr>
          <p:spPr>
            <a:xfrm>
              <a:off x="282810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Gerade Verbindung mit Pfeil 163">
              <a:extLst>
                <a:ext uri="{FF2B5EF4-FFF2-40B4-BE49-F238E27FC236}">
                  <a16:creationId xmlns:a16="http://schemas.microsoft.com/office/drawing/2014/main" id="{E90B1653-2131-0AA3-BEAC-12C14F04787A}"/>
                </a:ext>
              </a:extLst>
            </p:cNvPr>
            <p:cNvCxnSpPr>
              <a:endCxn id="132" idx="1"/>
            </p:cNvCxnSpPr>
            <p:nvPr/>
          </p:nvCxnSpPr>
          <p:spPr>
            <a:xfrm>
              <a:off x="3140459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Gerade Verbindung mit Pfeil 164">
              <a:extLst>
                <a:ext uri="{FF2B5EF4-FFF2-40B4-BE49-F238E27FC236}">
                  <a16:creationId xmlns:a16="http://schemas.microsoft.com/office/drawing/2014/main" id="{3ABFFDC7-B9FC-7B0C-3BF0-223046F7EEF8}"/>
                </a:ext>
              </a:extLst>
            </p:cNvPr>
            <p:cNvCxnSpPr>
              <a:stCxn id="132" idx="3"/>
              <a:endCxn id="133" idx="1"/>
            </p:cNvCxnSpPr>
            <p:nvPr/>
          </p:nvCxnSpPr>
          <p:spPr>
            <a:xfrm>
              <a:off x="3452810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erade Verbindung mit Pfeil 165">
              <a:extLst>
                <a:ext uri="{FF2B5EF4-FFF2-40B4-BE49-F238E27FC236}">
                  <a16:creationId xmlns:a16="http://schemas.microsoft.com/office/drawing/2014/main" id="{317335E6-522C-A06C-B846-C87E5FF7B35D}"/>
                </a:ext>
              </a:extLst>
            </p:cNvPr>
            <p:cNvCxnSpPr>
              <a:cxnSpLocks/>
              <a:endCxn id="135" idx="1"/>
            </p:cNvCxnSpPr>
            <p:nvPr/>
          </p:nvCxnSpPr>
          <p:spPr>
            <a:xfrm>
              <a:off x="3777047" y="4041153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Gerade Verbindung mit Pfeil 166">
              <a:extLst>
                <a:ext uri="{FF2B5EF4-FFF2-40B4-BE49-F238E27FC236}">
                  <a16:creationId xmlns:a16="http://schemas.microsoft.com/office/drawing/2014/main" id="{59CE0E83-712E-3FF0-2F4B-A6E7658939E7}"/>
                </a:ext>
              </a:extLst>
            </p:cNvPr>
            <p:cNvCxnSpPr>
              <a:cxnSpLocks/>
              <a:stCxn id="135" idx="3"/>
              <a:endCxn id="137" idx="1"/>
            </p:cNvCxnSpPr>
            <p:nvPr/>
          </p:nvCxnSpPr>
          <p:spPr>
            <a:xfrm>
              <a:off x="4077512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 Verbindung mit Pfeil 168">
              <a:extLst>
                <a:ext uri="{FF2B5EF4-FFF2-40B4-BE49-F238E27FC236}">
                  <a16:creationId xmlns:a16="http://schemas.microsoft.com/office/drawing/2014/main" id="{F5EE3E04-B599-F8E0-8437-B1DCCCC0EFE7}"/>
                </a:ext>
              </a:extLst>
            </p:cNvPr>
            <p:cNvCxnSpPr>
              <a:stCxn id="137" idx="3"/>
              <a:endCxn id="138" idx="1"/>
            </p:cNvCxnSpPr>
            <p:nvPr/>
          </p:nvCxnSpPr>
          <p:spPr>
            <a:xfrm>
              <a:off x="4702214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Gerade Verbindung mit Pfeil 169">
              <a:extLst>
                <a:ext uri="{FF2B5EF4-FFF2-40B4-BE49-F238E27FC236}">
                  <a16:creationId xmlns:a16="http://schemas.microsoft.com/office/drawing/2014/main" id="{9DB55605-2B5B-3685-770B-0A486F7B0184}"/>
                </a:ext>
              </a:extLst>
            </p:cNvPr>
            <p:cNvCxnSpPr>
              <a:cxnSpLocks/>
              <a:stCxn id="138" idx="3"/>
              <a:endCxn id="140" idx="1"/>
            </p:cNvCxnSpPr>
            <p:nvPr/>
          </p:nvCxnSpPr>
          <p:spPr>
            <a:xfrm>
              <a:off x="5014565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Gerade Verbindung mit Pfeil 171">
              <a:extLst>
                <a:ext uri="{FF2B5EF4-FFF2-40B4-BE49-F238E27FC236}">
                  <a16:creationId xmlns:a16="http://schemas.microsoft.com/office/drawing/2014/main" id="{638FD643-F865-A4EB-ECAE-3B9E3F7F422B}"/>
                </a:ext>
              </a:extLst>
            </p:cNvPr>
            <p:cNvCxnSpPr>
              <a:stCxn id="140" idx="3"/>
              <a:endCxn id="141" idx="1"/>
            </p:cNvCxnSpPr>
            <p:nvPr/>
          </p:nvCxnSpPr>
          <p:spPr>
            <a:xfrm>
              <a:off x="563926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 Verbindung mit Pfeil 172">
              <a:extLst>
                <a:ext uri="{FF2B5EF4-FFF2-40B4-BE49-F238E27FC236}">
                  <a16:creationId xmlns:a16="http://schemas.microsoft.com/office/drawing/2014/main" id="{F74ECEE2-9D61-A287-ECC4-24419D8EE70B}"/>
                </a:ext>
              </a:extLst>
            </p:cNvPr>
            <p:cNvCxnSpPr>
              <a:stCxn id="141" idx="3"/>
              <a:endCxn id="142" idx="1"/>
            </p:cNvCxnSpPr>
            <p:nvPr/>
          </p:nvCxnSpPr>
          <p:spPr>
            <a:xfrm>
              <a:off x="595161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Gerade Verbindung mit Pfeil 173">
              <a:extLst>
                <a:ext uri="{FF2B5EF4-FFF2-40B4-BE49-F238E27FC236}">
                  <a16:creationId xmlns:a16="http://schemas.microsoft.com/office/drawing/2014/main" id="{014DB9E6-B9AE-85CB-581F-85883F8E9DC9}"/>
                </a:ext>
              </a:extLst>
            </p:cNvPr>
            <p:cNvCxnSpPr>
              <a:cxnSpLocks/>
              <a:stCxn id="142" idx="3"/>
              <a:endCxn id="144" idx="1"/>
            </p:cNvCxnSpPr>
            <p:nvPr/>
          </p:nvCxnSpPr>
          <p:spPr>
            <a:xfrm>
              <a:off x="6263969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 Verbindung mit Pfeil 177">
              <a:extLst>
                <a:ext uri="{FF2B5EF4-FFF2-40B4-BE49-F238E27FC236}">
                  <a16:creationId xmlns:a16="http://schemas.microsoft.com/office/drawing/2014/main" id="{7B7626E5-19C1-3451-5A2E-A7D57BD8C7D3}"/>
                </a:ext>
              </a:extLst>
            </p:cNvPr>
            <p:cNvCxnSpPr>
              <a:stCxn id="146" idx="3"/>
              <a:endCxn id="147" idx="1"/>
            </p:cNvCxnSpPr>
            <p:nvPr/>
          </p:nvCxnSpPr>
          <p:spPr>
            <a:xfrm>
              <a:off x="7513373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 Verbindung mit Pfeil 178">
              <a:extLst>
                <a:ext uri="{FF2B5EF4-FFF2-40B4-BE49-F238E27FC236}">
                  <a16:creationId xmlns:a16="http://schemas.microsoft.com/office/drawing/2014/main" id="{BE9A0082-AAAF-0D9C-13BB-A830533A0A54}"/>
                </a:ext>
              </a:extLst>
            </p:cNvPr>
            <p:cNvCxnSpPr>
              <a:cxnSpLocks/>
              <a:stCxn id="147" idx="3"/>
              <a:endCxn id="149" idx="1"/>
            </p:cNvCxnSpPr>
            <p:nvPr/>
          </p:nvCxnSpPr>
          <p:spPr>
            <a:xfrm>
              <a:off x="7825724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 Verbindung mit Pfeil 180">
              <a:extLst>
                <a:ext uri="{FF2B5EF4-FFF2-40B4-BE49-F238E27FC236}">
                  <a16:creationId xmlns:a16="http://schemas.microsoft.com/office/drawing/2014/main" id="{4473B8F7-ECB1-550E-5A0C-2F6CBB62959B}"/>
                </a:ext>
              </a:extLst>
            </p:cNvPr>
            <p:cNvCxnSpPr>
              <a:stCxn id="149" idx="3"/>
              <a:endCxn id="150" idx="1"/>
            </p:cNvCxnSpPr>
            <p:nvPr/>
          </p:nvCxnSpPr>
          <p:spPr>
            <a:xfrm>
              <a:off x="8450426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Gerade Verbindung mit Pfeil 181">
              <a:extLst>
                <a:ext uri="{FF2B5EF4-FFF2-40B4-BE49-F238E27FC236}">
                  <a16:creationId xmlns:a16="http://schemas.microsoft.com/office/drawing/2014/main" id="{C947E90E-2E4B-15FA-ADD4-4A28DC9B81E8}"/>
                </a:ext>
              </a:extLst>
            </p:cNvPr>
            <p:cNvCxnSpPr>
              <a:stCxn id="150" idx="3"/>
              <a:endCxn id="151" idx="1"/>
            </p:cNvCxnSpPr>
            <p:nvPr/>
          </p:nvCxnSpPr>
          <p:spPr>
            <a:xfrm>
              <a:off x="876277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 Verbindung mit Pfeil 182">
              <a:extLst>
                <a:ext uri="{FF2B5EF4-FFF2-40B4-BE49-F238E27FC236}">
                  <a16:creationId xmlns:a16="http://schemas.microsoft.com/office/drawing/2014/main" id="{B0179789-8379-9B0A-A8CB-2B8C6CC39ABB}"/>
                </a:ext>
              </a:extLst>
            </p:cNvPr>
            <p:cNvCxnSpPr>
              <a:stCxn id="151" idx="3"/>
              <a:endCxn id="152" idx="1"/>
            </p:cNvCxnSpPr>
            <p:nvPr/>
          </p:nvCxnSpPr>
          <p:spPr>
            <a:xfrm>
              <a:off x="907512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 Verbindung mit Pfeil 183">
              <a:extLst>
                <a:ext uri="{FF2B5EF4-FFF2-40B4-BE49-F238E27FC236}">
                  <a16:creationId xmlns:a16="http://schemas.microsoft.com/office/drawing/2014/main" id="{EAE89841-E1EE-A18E-18E3-BAD03151B78D}"/>
                </a:ext>
              </a:extLst>
            </p:cNvPr>
            <p:cNvCxnSpPr>
              <a:stCxn id="152" idx="3"/>
              <a:endCxn id="153" idx="1"/>
            </p:cNvCxnSpPr>
            <p:nvPr/>
          </p:nvCxnSpPr>
          <p:spPr>
            <a:xfrm>
              <a:off x="9387479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 Verbindung mit Pfeil 184">
              <a:extLst>
                <a:ext uri="{FF2B5EF4-FFF2-40B4-BE49-F238E27FC236}">
                  <a16:creationId xmlns:a16="http://schemas.microsoft.com/office/drawing/2014/main" id="{8EB4E124-AA57-CA43-E19E-2146EBD463C2}"/>
                </a:ext>
              </a:extLst>
            </p:cNvPr>
            <p:cNvCxnSpPr>
              <a:stCxn id="153" idx="3"/>
              <a:endCxn id="157" idx="1"/>
            </p:cNvCxnSpPr>
            <p:nvPr/>
          </p:nvCxnSpPr>
          <p:spPr>
            <a:xfrm>
              <a:off x="9699830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 Verbindung mit Pfeil 185">
              <a:extLst>
                <a:ext uri="{FF2B5EF4-FFF2-40B4-BE49-F238E27FC236}">
                  <a16:creationId xmlns:a16="http://schemas.microsoft.com/office/drawing/2014/main" id="{46BBCA55-E1A4-2CBA-D03C-C920D5BE4654}"/>
                </a:ext>
              </a:extLst>
            </p:cNvPr>
            <p:cNvCxnSpPr>
              <a:stCxn id="157" idx="3"/>
              <a:endCxn id="158" idx="1"/>
            </p:cNvCxnSpPr>
            <p:nvPr/>
          </p:nvCxnSpPr>
          <p:spPr>
            <a:xfrm>
              <a:off x="10012181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 Verbindung mit Pfeil 186">
              <a:extLst>
                <a:ext uri="{FF2B5EF4-FFF2-40B4-BE49-F238E27FC236}">
                  <a16:creationId xmlns:a16="http://schemas.microsoft.com/office/drawing/2014/main" id="{A49DC060-AE6B-07F1-0BD6-6689770E5564}"/>
                </a:ext>
              </a:extLst>
            </p:cNvPr>
            <p:cNvCxnSpPr>
              <a:stCxn id="158" idx="3"/>
              <a:endCxn id="159" idx="1"/>
            </p:cNvCxnSpPr>
            <p:nvPr/>
          </p:nvCxnSpPr>
          <p:spPr>
            <a:xfrm>
              <a:off x="10324532" y="4041153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Gerade Verbindung mit Pfeil 187">
              <a:extLst>
                <a:ext uri="{FF2B5EF4-FFF2-40B4-BE49-F238E27FC236}">
                  <a16:creationId xmlns:a16="http://schemas.microsoft.com/office/drawing/2014/main" id="{D2F7E958-C702-313E-A225-F0A57B64B3A1}"/>
                </a:ext>
              </a:extLst>
            </p:cNvPr>
            <p:cNvCxnSpPr>
              <a:stCxn id="159" idx="3"/>
            </p:cNvCxnSpPr>
            <p:nvPr/>
          </p:nvCxnSpPr>
          <p:spPr>
            <a:xfrm>
              <a:off x="10636888" y="4041153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5" name="Rechteck 194">
                  <a:extLst>
                    <a:ext uri="{FF2B5EF4-FFF2-40B4-BE49-F238E27FC236}">
                      <a16:creationId xmlns:a16="http://schemas.microsoft.com/office/drawing/2014/main" id="{22F55653-CE17-D9A0-6C51-BFC214DF4CF9}"/>
                    </a:ext>
                  </a:extLst>
                </p:cNvPr>
                <p:cNvSpPr/>
                <p:nvPr/>
              </p:nvSpPr>
              <p:spPr>
                <a:xfrm>
                  <a:off x="1892244" y="5419759"/>
                  <a:ext cx="162838" cy="977030"/>
                </a:xfrm>
                <a:prstGeom prst="rect">
                  <a:avLst/>
                </a:prstGeom>
                <a:solidFill>
                  <a:schemeClr val="bg2">
                    <a:lumMod val="90000"/>
                    <a:alpha val="20000"/>
                  </a:schemeClr>
                </a:solidFill>
                <a:ln>
                  <a:solidFill>
                    <a:schemeClr val="bg2">
                      <a:lumMod val="50000"/>
                      <a:alpha val="2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solidFill>
                              <a:schemeClr val="tx1">
                                <a:alpha val="2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GB" dirty="0">
                    <a:solidFill>
                      <a:schemeClr val="tx1">
                        <a:alpha val="2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95" name="Rechteck 194">
                  <a:extLst>
                    <a:ext uri="{FF2B5EF4-FFF2-40B4-BE49-F238E27FC236}">
                      <a16:creationId xmlns:a16="http://schemas.microsoft.com/office/drawing/2014/main" id="{22F55653-CE17-D9A0-6C51-BFC214DF4C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2244" y="5419759"/>
                  <a:ext cx="162838" cy="977030"/>
                </a:xfrm>
                <a:prstGeom prst="rect">
                  <a:avLst/>
                </a:prstGeom>
                <a:blipFill>
                  <a:blip r:embed="rId3"/>
                  <a:stretch>
                    <a:fillRect l="-33333"/>
                  </a:stretch>
                </a:blipFill>
                <a:ln>
                  <a:solidFill>
                    <a:schemeClr val="bg2">
                      <a:lumMod val="50000"/>
                      <a:alpha val="2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6" name="Textfeld 195">
                  <a:extLst>
                    <a:ext uri="{FF2B5EF4-FFF2-40B4-BE49-F238E27FC236}">
                      <a16:creationId xmlns:a16="http://schemas.microsoft.com/office/drawing/2014/main" id="{5C30E121-5D5F-90FF-B9F0-B15B5B7A7D5A}"/>
                    </a:ext>
                  </a:extLst>
                </p:cNvPr>
                <p:cNvSpPr txBox="1"/>
                <p:nvPr/>
              </p:nvSpPr>
              <p:spPr>
                <a:xfrm>
                  <a:off x="2083759" y="5682473"/>
                  <a:ext cx="19820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Removed block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196" name="Textfeld 195">
                  <a:extLst>
                    <a:ext uri="{FF2B5EF4-FFF2-40B4-BE49-F238E27FC236}">
                      <a16:creationId xmlns:a16="http://schemas.microsoft.com/office/drawing/2014/main" id="{5C30E121-5D5F-90FF-B9F0-B15B5B7A7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3759" y="5682473"/>
                  <a:ext cx="198201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532" t="-10000" b="-2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Textfeld 208">
              <a:extLst>
                <a:ext uri="{FF2B5EF4-FFF2-40B4-BE49-F238E27FC236}">
                  <a16:creationId xmlns:a16="http://schemas.microsoft.com/office/drawing/2014/main" id="{6FC24FF2-C15D-D3C7-2071-014BDA1B37B9}"/>
                </a:ext>
              </a:extLst>
            </p:cNvPr>
            <p:cNvSpPr txBox="1"/>
            <p:nvPr/>
          </p:nvSpPr>
          <p:spPr>
            <a:xfrm>
              <a:off x="3562356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11" name="Textfeld 210">
              <a:extLst>
                <a:ext uri="{FF2B5EF4-FFF2-40B4-BE49-F238E27FC236}">
                  <a16:creationId xmlns:a16="http://schemas.microsoft.com/office/drawing/2014/main" id="{3CABCC6C-8CBA-9685-ED63-DBEF37D970FE}"/>
                </a:ext>
              </a:extLst>
            </p:cNvPr>
            <p:cNvSpPr txBox="1"/>
            <p:nvPr/>
          </p:nvSpPr>
          <p:spPr>
            <a:xfrm>
              <a:off x="4491265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12" name="Textfeld 211">
              <a:extLst>
                <a:ext uri="{FF2B5EF4-FFF2-40B4-BE49-F238E27FC236}">
                  <a16:creationId xmlns:a16="http://schemas.microsoft.com/office/drawing/2014/main" id="{F7256ED1-759D-49A6-13BF-EE017D2BFF7D}"/>
                </a:ext>
              </a:extLst>
            </p:cNvPr>
            <p:cNvSpPr txBox="1"/>
            <p:nvPr/>
          </p:nvSpPr>
          <p:spPr>
            <a:xfrm>
              <a:off x="4825096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13" name="Textfeld 212">
              <a:extLst>
                <a:ext uri="{FF2B5EF4-FFF2-40B4-BE49-F238E27FC236}">
                  <a16:creationId xmlns:a16="http://schemas.microsoft.com/office/drawing/2014/main" id="{DC90C0F0-B041-4683-4466-71BE67029461}"/>
                </a:ext>
              </a:extLst>
            </p:cNvPr>
            <p:cNvSpPr txBox="1"/>
            <p:nvPr/>
          </p:nvSpPr>
          <p:spPr>
            <a:xfrm>
              <a:off x="5449210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17" name="Textfeld 216">
              <a:extLst>
                <a:ext uri="{FF2B5EF4-FFF2-40B4-BE49-F238E27FC236}">
                  <a16:creationId xmlns:a16="http://schemas.microsoft.com/office/drawing/2014/main" id="{7E3D111C-7C7E-075C-64D7-B71815A80F8E}"/>
                </a:ext>
              </a:extLst>
            </p:cNvPr>
            <p:cNvSpPr txBox="1"/>
            <p:nvPr/>
          </p:nvSpPr>
          <p:spPr>
            <a:xfrm>
              <a:off x="8243208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19" name="Textfeld 218">
              <a:extLst>
                <a:ext uri="{FF2B5EF4-FFF2-40B4-BE49-F238E27FC236}">
                  <a16:creationId xmlns:a16="http://schemas.microsoft.com/office/drawing/2014/main" id="{02071CE6-635E-C651-B6D5-335B1E4C66AE}"/>
                </a:ext>
              </a:extLst>
            </p:cNvPr>
            <p:cNvSpPr txBox="1"/>
            <p:nvPr/>
          </p:nvSpPr>
          <p:spPr>
            <a:xfrm>
              <a:off x="8889095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21" name="Textfeld 220">
              <a:extLst>
                <a:ext uri="{FF2B5EF4-FFF2-40B4-BE49-F238E27FC236}">
                  <a16:creationId xmlns:a16="http://schemas.microsoft.com/office/drawing/2014/main" id="{60339B76-AA94-4540-C7F8-041B24BE5E8B}"/>
                </a:ext>
              </a:extLst>
            </p:cNvPr>
            <p:cNvSpPr txBox="1"/>
            <p:nvPr/>
          </p:nvSpPr>
          <p:spPr>
            <a:xfrm>
              <a:off x="9484177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22" name="Textfeld 221">
              <a:extLst>
                <a:ext uri="{FF2B5EF4-FFF2-40B4-BE49-F238E27FC236}">
                  <a16:creationId xmlns:a16="http://schemas.microsoft.com/office/drawing/2014/main" id="{8B4ED993-3AD3-D02C-3B94-F381FE017718}"/>
                </a:ext>
              </a:extLst>
            </p:cNvPr>
            <p:cNvSpPr txBox="1"/>
            <p:nvPr/>
          </p:nvSpPr>
          <p:spPr>
            <a:xfrm>
              <a:off x="9803494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23" name="Textfeld 222">
              <a:extLst>
                <a:ext uri="{FF2B5EF4-FFF2-40B4-BE49-F238E27FC236}">
                  <a16:creationId xmlns:a16="http://schemas.microsoft.com/office/drawing/2014/main" id="{6F2AAAA5-BB97-45CF-C6C9-BEC3C4A94799}"/>
                </a:ext>
              </a:extLst>
            </p:cNvPr>
            <p:cNvSpPr txBox="1"/>
            <p:nvPr/>
          </p:nvSpPr>
          <p:spPr>
            <a:xfrm>
              <a:off x="10108292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cxnSp>
          <p:nvCxnSpPr>
            <p:cNvPr id="226" name="Gerade Verbindung mit Pfeil 225">
              <a:extLst>
                <a:ext uri="{FF2B5EF4-FFF2-40B4-BE49-F238E27FC236}">
                  <a16:creationId xmlns:a16="http://schemas.microsoft.com/office/drawing/2014/main" id="{DD330A77-EDC8-508B-D68E-C9465F4DA262}"/>
                </a:ext>
              </a:extLst>
            </p:cNvPr>
            <p:cNvCxnSpPr>
              <a:cxnSpLocks/>
            </p:cNvCxnSpPr>
            <p:nvPr/>
          </p:nvCxnSpPr>
          <p:spPr>
            <a:xfrm>
              <a:off x="7275778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Gerade Verbindung mit Pfeil 231">
              <a:extLst>
                <a:ext uri="{FF2B5EF4-FFF2-40B4-BE49-F238E27FC236}">
                  <a16:creationId xmlns:a16="http://schemas.microsoft.com/office/drawing/2014/main" id="{A4DC6613-3D8E-45AE-28CC-0EAF5FDD46D2}"/>
                </a:ext>
              </a:extLst>
            </p:cNvPr>
            <p:cNvCxnSpPr>
              <a:cxnSpLocks/>
            </p:cNvCxnSpPr>
            <p:nvPr/>
          </p:nvCxnSpPr>
          <p:spPr>
            <a:xfrm>
              <a:off x="758812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Gerade Verbindung mit Pfeil 232">
              <a:extLst>
                <a:ext uri="{FF2B5EF4-FFF2-40B4-BE49-F238E27FC236}">
                  <a16:creationId xmlns:a16="http://schemas.microsoft.com/office/drawing/2014/main" id="{AB374195-03D3-D48A-75B5-E9D836B27B53}"/>
                </a:ext>
              </a:extLst>
            </p:cNvPr>
            <p:cNvCxnSpPr>
              <a:cxnSpLocks/>
            </p:cNvCxnSpPr>
            <p:nvPr/>
          </p:nvCxnSpPr>
          <p:spPr>
            <a:xfrm>
              <a:off x="8212831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Gerade Verbindung mit Pfeil 233">
              <a:extLst>
                <a:ext uri="{FF2B5EF4-FFF2-40B4-BE49-F238E27FC236}">
                  <a16:creationId xmlns:a16="http://schemas.microsoft.com/office/drawing/2014/main" id="{057DC21B-198B-CCC5-C38B-DFAA78377105}"/>
                </a:ext>
              </a:extLst>
            </p:cNvPr>
            <p:cNvCxnSpPr>
              <a:cxnSpLocks/>
            </p:cNvCxnSpPr>
            <p:nvPr/>
          </p:nvCxnSpPr>
          <p:spPr>
            <a:xfrm>
              <a:off x="852540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Gerade Verbindung mit Pfeil 234">
              <a:extLst>
                <a:ext uri="{FF2B5EF4-FFF2-40B4-BE49-F238E27FC236}">
                  <a16:creationId xmlns:a16="http://schemas.microsoft.com/office/drawing/2014/main" id="{72298458-071B-4DD7-E2C8-E6D1405FE48F}"/>
                </a:ext>
              </a:extLst>
            </p:cNvPr>
            <p:cNvCxnSpPr>
              <a:cxnSpLocks/>
            </p:cNvCxnSpPr>
            <p:nvPr/>
          </p:nvCxnSpPr>
          <p:spPr>
            <a:xfrm>
              <a:off x="8837975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Gerade Verbindung mit Pfeil 236">
              <a:extLst>
                <a:ext uri="{FF2B5EF4-FFF2-40B4-BE49-F238E27FC236}">
                  <a16:creationId xmlns:a16="http://schemas.microsoft.com/office/drawing/2014/main" id="{AC0EB986-2800-5E0C-20B3-8A58E4C076AA}"/>
                </a:ext>
              </a:extLst>
            </p:cNvPr>
            <p:cNvCxnSpPr>
              <a:cxnSpLocks/>
            </p:cNvCxnSpPr>
            <p:nvPr/>
          </p:nvCxnSpPr>
          <p:spPr>
            <a:xfrm>
              <a:off x="9150547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Gerade Verbindung mit Pfeil 237">
              <a:extLst>
                <a:ext uri="{FF2B5EF4-FFF2-40B4-BE49-F238E27FC236}">
                  <a16:creationId xmlns:a16="http://schemas.microsoft.com/office/drawing/2014/main" id="{F17855A3-685E-57C7-AD7B-2130410FB837}"/>
                </a:ext>
              </a:extLst>
            </p:cNvPr>
            <p:cNvCxnSpPr>
              <a:cxnSpLocks/>
            </p:cNvCxnSpPr>
            <p:nvPr/>
          </p:nvCxnSpPr>
          <p:spPr>
            <a:xfrm>
              <a:off x="946311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Gerade Verbindung mit Pfeil 238">
              <a:extLst>
                <a:ext uri="{FF2B5EF4-FFF2-40B4-BE49-F238E27FC236}">
                  <a16:creationId xmlns:a16="http://schemas.microsoft.com/office/drawing/2014/main" id="{75C05B2D-6058-B47C-FA79-880FD43B3640}"/>
                </a:ext>
              </a:extLst>
            </p:cNvPr>
            <p:cNvCxnSpPr>
              <a:cxnSpLocks/>
            </p:cNvCxnSpPr>
            <p:nvPr/>
          </p:nvCxnSpPr>
          <p:spPr>
            <a:xfrm>
              <a:off x="9775691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Gerade Verbindung mit Pfeil 239">
              <a:extLst>
                <a:ext uri="{FF2B5EF4-FFF2-40B4-BE49-F238E27FC236}">
                  <a16:creationId xmlns:a16="http://schemas.microsoft.com/office/drawing/2014/main" id="{CC0A15F5-874D-6278-5D41-F5AF84D6180E}"/>
                </a:ext>
              </a:extLst>
            </p:cNvPr>
            <p:cNvCxnSpPr>
              <a:cxnSpLocks/>
            </p:cNvCxnSpPr>
            <p:nvPr/>
          </p:nvCxnSpPr>
          <p:spPr>
            <a:xfrm>
              <a:off x="1008826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Gerade Verbindung mit Pfeil 240">
              <a:extLst>
                <a:ext uri="{FF2B5EF4-FFF2-40B4-BE49-F238E27FC236}">
                  <a16:creationId xmlns:a16="http://schemas.microsoft.com/office/drawing/2014/main" id="{72B2CEA7-AB88-58EE-4AD2-3D3B352DC94A}"/>
                </a:ext>
              </a:extLst>
            </p:cNvPr>
            <p:cNvCxnSpPr>
              <a:cxnSpLocks/>
            </p:cNvCxnSpPr>
            <p:nvPr/>
          </p:nvCxnSpPr>
          <p:spPr>
            <a:xfrm>
              <a:off x="10400835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feld 241">
              <a:extLst>
                <a:ext uri="{FF2B5EF4-FFF2-40B4-BE49-F238E27FC236}">
                  <a16:creationId xmlns:a16="http://schemas.microsoft.com/office/drawing/2014/main" id="{84B675E7-7C72-A1A0-66C6-F243DD9930F3}"/>
                </a:ext>
              </a:extLst>
            </p:cNvPr>
            <p:cNvSpPr txBox="1"/>
            <p:nvPr/>
          </p:nvSpPr>
          <p:spPr>
            <a:xfrm>
              <a:off x="10770488" y="2850740"/>
              <a:ext cx="1673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Learning signal</a:t>
              </a:r>
            </a:p>
          </p:txBody>
        </p:sp>
        <p:cxnSp>
          <p:nvCxnSpPr>
            <p:cNvPr id="243" name="Gerade Verbindung mit Pfeil 242">
              <a:extLst>
                <a:ext uri="{FF2B5EF4-FFF2-40B4-BE49-F238E27FC236}">
                  <a16:creationId xmlns:a16="http://schemas.microsoft.com/office/drawing/2014/main" id="{9BCAF202-0400-E526-FA2C-05B2F0306656}"/>
                </a:ext>
              </a:extLst>
            </p:cNvPr>
            <p:cNvCxnSpPr>
              <a:cxnSpLocks/>
            </p:cNvCxnSpPr>
            <p:nvPr/>
          </p:nvCxnSpPr>
          <p:spPr>
            <a:xfrm>
              <a:off x="1071340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AEFAB22E-43CC-C6EF-0A3C-5B019355ABC5}"/>
                </a:ext>
              </a:extLst>
            </p:cNvPr>
            <p:cNvCxnSpPr>
              <a:cxnSpLocks/>
            </p:cNvCxnSpPr>
            <p:nvPr/>
          </p:nvCxnSpPr>
          <p:spPr>
            <a:xfrm>
              <a:off x="600967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7CFE1D40-48F2-0BB7-D53F-56E2B8322D55}"/>
                </a:ext>
              </a:extLst>
            </p:cNvPr>
            <p:cNvCxnSpPr>
              <a:cxnSpLocks/>
            </p:cNvCxnSpPr>
            <p:nvPr/>
          </p:nvCxnSpPr>
          <p:spPr>
            <a:xfrm>
              <a:off x="569732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0FA03C7A-71F7-D30D-33C1-6D884E071046}"/>
                </a:ext>
              </a:extLst>
            </p:cNvPr>
            <p:cNvCxnSpPr>
              <a:cxnSpLocks/>
            </p:cNvCxnSpPr>
            <p:nvPr/>
          </p:nvCxnSpPr>
          <p:spPr>
            <a:xfrm>
              <a:off x="477587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77916C25-0016-3D7E-E2F5-0548AC4CBF14}"/>
                </a:ext>
              </a:extLst>
            </p:cNvPr>
            <p:cNvCxnSpPr>
              <a:cxnSpLocks/>
            </p:cNvCxnSpPr>
            <p:nvPr/>
          </p:nvCxnSpPr>
          <p:spPr>
            <a:xfrm>
              <a:off x="383510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4274295E-0A05-78A7-0F24-E5128B832178}"/>
                </a:ext>
              </a:extLst>
            </p:cNvPr>
            <p:cNvCxnSpPr>
              <a:cxnSpLocks/>
            </p:cNvCxnSpPr>
            <p:nvPr/>
          </p:nvCxnSpPr>
          <p:spPr>
            <a:xfrm>
              <a:off x="3523641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C60D881D-922B-E2C0-F0C8-6528A5D32087}"/>
                </a:ext>
              </a:extLst>
            </p:cNvPr>
            <p:cNvCxnSpPr>
              <a:cxnSpLocks/>
            </p:cNvCxnSpPr>
            <p:nvPr/>
          </p:nvCxnSpPr>
          <p:spPr>
            <a:xfrm>
              <a:off x="3212178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83E0441C-A847-A0A2-971D-443010249CE3}"/>
                </a:ext>
              </a:extLst>
            </p:cNvPr>
            <p:cNvCxnSpPr>
              <a:cxnSpLocks/>
            </p:cNvCxnSpPr>
            <p:nvPr/>
          </p:nvCxnSpPr>
          <p:spPr>
            <a:xfrm>
              <a:off x="2900715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A076BB76-B166-4666-27C5-52E1ACCAEF06}"/>
                </a:ext>
              </a:extLst>
            </p:cNvPr>
            <p:cNvCxnSpPr>
              <a:cxnSpLocks/>
            </p:cNvCxnSpPr>
            <p:nvPr/>
          </p:nvCxnSpPr>
          <p:spPr>
            <a:xfrm>
              <a:off x="2589252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2CCE741B-BB4F-6D62-530B-FEC1E7FA94C6}"/>
                </a:ext>
              </a:extLst>
            </p:cNvPr>
            <p:cNvCxnSpPr>
              <a:cxnSpLocks/>
            </p:cNvCxnSpPr>
            <p:nvPr/>
          </p:nvCxnSpPr>
          <p:spPr>
            <a:xfrm>
              <a:off x="227778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48CD7629-5005-9154-81F6-B660286F3B53}"/>
                </a:ext>
              </a:extLst>
            </p:cNvPr>
            <p:cNvCxnSpPr>
              <a:stCxn id="144" idx="3"/>
              <a:endCxn id="146" idx="1"/>
            </p:cNvCxnSpPr>
            <p:nvPr/>
          </p:nvCxnSpPr>
          <p:spPr>
            <a:xfrm>
              <a:off x="6888671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597C5F3A-DC04-1335-3014-AE80FB259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6956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0098AF57-C264-B01C-4DB7-25C7F50E8703}"/>
                </a:ext>
              </a:extLst>
            </p:cNvPr>
            <p:cNvCxnSpPr>
              <a:cxnSpLocks/>
            </p:cNvCxnSpPr>
            <p:nvPr/>
          </p:nvCxnSpPr>
          <p:spPr>
            <a:xfrm>
              <a:off x="6654453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524F254-82AA-63A0-E198-9EC3D48FCF0A}"/>
              </a:ext>
            </a:extLst>
          </p:cNvPr>
          <p:cNvGrpSpPr/>
          <p:nvPr/>
        </p:nvGrpSpPr>
        <p:grpSpPr>
          <a:xfrm>
            <a:off x="12911275" y="804558"/>
            <a:ext cx="12288700" cy="5590195"/>
            <a:chOff x="155644" y="804559"/>
            <a:chExt cx="12288700" cy="5590195"/>
          </a:xfrm>
        </p:grpSpPr>
        <p:sp>
          <p:nvSpPr>
            <p:cNvPr id="50" name="Abgerundetes Rechteck 49">
              <a:extLst>
                <a:ext uri="{FF2B5EF4-FFF2-40B4-BE49-F238E27FC236}">
                  <a16:creationId xmlns:a16="http://schemas.microsoft.com/office/drawing/2014/main" id="{5C277287-CFE0-958F-9D8B-266A6E1012AC}"/>
                </a:ext>
              </a:extLst>
            </p:cNvPr>
            <p:cNvSpPr/>
            <p:nvPr/>
          </p:nvSpPr>
          <p:spPr>
            <a:xfrm>
              <a:off x="1563530" y="3220072"/>
              <a:ext cx="9622972" cy="1723264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Abgerundetes Rechteck 60">
              <a:extLst>
                <a:ext uri="{FF2B5EF4-FFF2-40B4-BE49-F238E27FC236}">
                  <a16:creationId xmlns:a16="http://schemas.microsoft.com/office/drawing/2014/main" id="{234C2C2E-C722-EEFF-8D67-59155F8F1CB9}"/>
                </a:ext>
              </a:extLst>
            </p:cNvPr>
            <p:cNvSpPr/>
            <p:nvPr/>
          </p:nvSpPr>
          <p:spPr>
            <a:xfrm>
              <a:off x="1563530" y="809609"/>
              <a:ext cx="9622972" cy="17232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C6D5B8A-6114-7AF1-6679-FECA13902F54}"/>
                </a:ext>
              </a:extLst>
            </p:cNvPr>
            <p:cNvSpPr txBox="1"/>
            <p:nvPr/>
          </p:nvSpPr>
          <p:spPr>
            <a:xfrm>
              <a:off x="10636888" y="809609"/>
              <a:ext cx="47869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❄️</a:t>
              </a: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F8E0F5FC-2AE6-6401-C92A-B88C5B8CDF85}"/>
                </a:ext>
              </a:extLst>
            </p:cNvPr>
            <p:cNvSpPr/>
            <p:nvPr/>
          </p:nvSpPr>
          <p:spPr>
            <a:xfrm>
              <a:off x="297762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9CE8F87A-F2DD-F302-2F80-76A78FFA2C24}"/>
                </a:ext>
              </a:extLst>
            </p:cNvPr>
            <p:cNvSpPr/>
            <p:nvPr/>
          </p:nvSpPr>
          <p:spPr>
            <a:xfrm>
              <a:off x="328997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8C797D8C-519E-A93C-4E1F-92375E9AC9D9}"/>
                </a:ext>
              </a:extLst>
            </p:cNvPr>
            <p:cNvSpPr/>
            <p:nvPr/>
          </p:nvSpPr>
          <p:spPr>
            <a:xfrm>
              <a:off x="360232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1FF6675A-578D-F011-1ADE-0BE1871CD9E7}"/>
                </a:ext>
              </a:extLst>
            </p:cNvPr>
            <p:cNvSpPr/>
            <p:nvPr/>
          </p:nvSpPr>
          <p:spPr>
            <a:xfrm>
              <a:off x="391467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57522D84-D766-2EA0-0081-3C410D09B0C1}"/>
                </a:ext>
              </a:extLst>
            </p:cNvPr>
            <p:cNvSpPr/>
            <p:nvPr/>
          </p:nvSpPr>
          <p:spPr>
            <a:xfrm>
              <a:off x="4227025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8632E4E8-F5ED-05D3-37E8-2B9F18D58627}"/>
                </a:ext>
              </a:extLst>
            </p:cNvPr>
            <p:cNvSpPr/>
            <p:nvPr/>
          </p:nvSpPr>
          <p:spPr>
            <a:xfrm>
              <a:off x="4539376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A5FD179F-2821-4445-CB3E-D9331E2D44C7}"/>
                </a:ext>
              </a:extLst>
            </p:cNvPr>
            <p:cNvSpPr/>
            <p:nvPr/>
          </p:nvSpPr>
          <p:spPr>
            <a:xfrm>
              <a:off x="4851727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41435B47-B32B-AF35-1236-B768D726F646}"/>
                </a:ext>
              </a:extLst>
            </p:cNvPr>
            <p:cNvSpPr/>
            <p:nvPr/>
          </p:nvSpPr>
          <p:spPr>
            <a:xfrm>
              <a:off x="516407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ABECC2DD-541F-47B8-27A0-CB8593A7ED0A}"/>
                </a:ext>
              </a:extLst>
            </p:cNvPr>
            <p:cNvSpPr/>
            <p:nvPr/>
          </p:nvSpPr>
          <p:spPr>
            <a:xfrm>
              <a:off x="547642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846BC8ED-BF93-DC21-7D97-44CE44CBA638}"/>
                </a:ext>
              </a:extLst>
            </p:cNvPr>
            <p:cNvSpPr/>
            <p:nvPr/>
          </p:nvSpPr>
          <p:spPr>
            <a:xfrm>
              <a:off x="578878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1A9D0578-C97C-5607-2A94-43968705D0A5}"/>
                </a:ext>
              </a:extLst>
            </p:cNvPr>
            <p:cNvSpPr/>
            <p:nvPr/>
          </p:nvSpPr>
          <p:spPr>
            <a:xfrm>
              <a:off x="610113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821465C0-B0B9-55BA-91B5-1454185CD59A}"/>
                </a:ext>
              </a:extLst>
            </p:cNvPr>
            <p:cNvSpPr/>
            <p:nvPr/>
          </p:nvSpPr>
          <p:spPr>
            <a:xfrm>
              <a:off x="641348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5A020184-6F20-8AFA-6C01-3CD8141A4C51}"/>
                </a:ext>
              </a:extLst>
            </p:cNvPr>
            <p:cNvSpPr/>
            <p:nvPr/>
          </p:nvSpPr>
          <p:spPr>
            <a:xfrm>
              <a:off x="672583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901FDE8D-2D77-F0BB-75F7-05A672518383}"/>
                </a:ext>
              </a:extLst>
            </p:cNvPr>
            <p:cNvSpPr/>
            <p:nvPr/>
          </p:nvSpPr>
          <p:spPr>
            <a:xfrm>
              <a:off x="703818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50F6C733-A5DB-D2A7-C18B-793D8716288E}"/>
                </a:ext>
              </a:extLst>
            </p:cNvPr>
            <p:cNvSpPr/>
            <p:nvPr/>
          </p:nvSpPr>
          <p:spPr>
            <a:xfrm>
              <a:off x="7350535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BB50E7BC-6F90-B014-61B5-F9528A5D1014}"/>
                </a:ext>
              </a:extLst>
            </p:cNvPr>
            <p:cNvSpPr/>
            <p:nvPr/>
          </p:nvSpPr>
          <p:spPr>
            <a:xfrm>
              <a:off x="7662886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DF5C765-9C49-C0D9-FA30-C1977F24E46B}"/>
                </a:ext>
              </a:extLst>
            </p:cNvPr>
            <p:cNvSpPr/>
            <p:nvPr/>
          </p:nvSpPr>
          <p:spPr>
            <a:xfrm>
              <a:off x="7975237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4B05FEC2-037F-8459-50F9-2DFB0A03104B}"/>
                </a:ext>
              </a:extLst>
            </p:cNvPr>
            <p:cNvSpPr/>
            <p:nvPr/>
          </p:nvSpPr>
          <p:spPr>
            <a:xfrm>
              <a:off x="828758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B30AB07E-1511-5AAB-31E4-DF1409186888}"/>
                </a:ext>
              </a:extLst>
            </p:cNvPr>
            <p:cNvSpPr/>
            <p:nvPr/>
          </p:nvSpPr>
          <p:spPr>
            <a:xfrm>
              <a:off x="859993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9CD7410D-A31D-B733-6581-EDAC4E44D655}"/>
                </a:ext>
              </a:extLst>
            </p:cNvPr>
            <p:cNvSpPr/>
            <p:nvPr/>
          </p:nvSpPr>
          <p:spPr>
            <a:xfrm>
              <a:off x="891229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BA6B9027-4765-62B4-C9A7-4A325E7A84C7}"/>
                </a:ext>
              </a:extLst>
            </p:cNvPr>
            <p:cNvSpPr/>
            <p:nvPr/>
          </p:nvSpPr>
          <p:spPr>
            <a:xfrm>
              <a:off x="922464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1A5621C8-FAD1-B546-D030-00894866F6D2}"/>
                </a:ext>
              </a:extLst>
            </p:cNvPr>
            <p:cNvSpPr/>
            <p:nvPr/>
          </p:nvSpPr>
          <p:spPr>
            <a:xfrm>
              <a:off x="953699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93D071E9-BB6F-D0E5-2D42-8AC06AE8FBE9}"/>
                </a:ext>
              </a:extLst>
            </p:cNvPr>
            <p:cNvSpPr/>
            <p:nvPr/>
          </p:nvSpPr>
          <p:spPr>
            <a:xfrm>
              <a:off x="204056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941B85EC-1089-84D8-2333-3F112EE6D5F8}"/>
                </a:ext>
              </a:extLst>
            </p:cNvPr>
            <p:cNvSpPr/>
            <p:nvPr/>
          </p:nvSpPr>
          <p:spPr>
            <a:xfrm>
              <a:off x="235291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F05A1B8E-A569-3FEF-472C-47D15988E3FC}"/>
                </a:ext>
              </a:extLst>
            </p:cNvPr>
            <p:cNvSpPr/>
            <p:nvPr/>
          </p:nvSpPr>
          <p:spPr>
            <a:xfrm>
              <a:off x="266527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23489004-59AF-26BC-9A35-E07EA957C375}"/>
                </a:ext>
              </a:extLst>
            </p:cNvPr>
            <p:cNvSpPr/>
            <p:nvPr/>
          </p:nvSpPr>
          <p:spPr>
            <a:xfrm>
              <a:off x="984934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94E3BC6B-CCCE-2039-0489-4C6230E195BA}"/>
                </a:ext>
              </a:extLst>
            </p:cNvPr>
            <p:cNvSpPr/>
            <p:nvPr/>
          </p:nvSpPr>
          <p:spPr>
            <a:xfrm>
              <a:off x="1016169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8A850691-C49B-53B7-B833-0FF2D3D17493}"/>
                </a:ext>
              </a:extLst>
            </p:cNvPr>
            <p:cNvSpPr/>
            <p:nvPr/>
          </p:nvSpPr>
          <p:spPr>
            <a:xfrm>
              <a:off x="1047405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sp>
          <p:nvSpPr>
            <p:cNvPr id="106" name="Textfeld 105">
              <a:extLst>
                <a:ext uri="{FF2B5EF4-FFF2-40B4-BE49-F238E27FC236}">
                  <a16:creationId xmlns:a16="http://schemas.microsoft.com/office/drawing/2014/main" id="{492AD9E1-4B12-3D75-F2BB-AA6AEB21C7A1}"/>
                </a:ext>
              </a:extLst>
            </p:cNvPr>
            <p:cNvSpPr txBox="1"/>
            <p:nvPr/>
          </p:nvSpPr>
          <p:spPr>
            <a:xfrm>
              <a:off x="155645" y="804559"/>
              <a:ext cx="96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Teacher</a:t>
              </a:r>
            </a:p>
          </p:txBody>
        </p: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A2384990-ED05-F06C-28A9-4F47F312F460}"/>
                </a:ext>
              </a:extLst>
            </p:cNvPr>
            <p:cNvSpPr txBox="1"/>
            <p:nvPr/>
          </p:nvSpPr>
          <p:spPr>
            <a:xfrm>
              <a:off x="155644" y="322001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Student</a:t>
              </a:r>
            </a:p>
          </p:txBody>
        </p:sp>
        <p:cxnSp>
          <p:nvCxnSpPr>
            <p:cNvPr id="108" name="Gerade Verbindung mit Pfeil 107">
              <a:extLst>
                <a:ext uri="{FF2B5EF4-FFF2-40B4-BE49-F238E27FC236}">
                  <a16:creationId xmlns:a16="http://schemas.microsoft.com/office/drawing/2014/main" id="{488B7C00-E2D7-06E0-F187-218EF3B96A1D}"/>
                </a:ext>
              </a:extLst>
            </p:cNvPr>
            <p:cNvCxnSpPr>
              <a:cxnSpLocks/>
              <a:endCxn id="99" idx="1"/>
            </p:cNvCxnSpPr>
            <p:nvPr/>
          </p:nvCxnSpPr>
          <p:spPr>
            <a:xfrm>
              <a:off x="1144657" y="1723952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58DF3DC6-22C0-535F-76A6-89F197F0C02B}"/>
                </a:ext>
              </a:extLst>
            </p:cNvPr>
            <p:cNvCxnSpPr>
              <a:endCxn id="101" idx="1"/>
            </p:cNvCxnSpPr>
            <p:nvPr/>
          </p:nvCxnSpPr>
          <p:spPr>
            <a:xfrm>
              <a:off x="2219646" y="1723952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9428DF94-04BA-D2E0-5BC0-04A4A392FBE3}"/>
                </a:ext>
              </a:extLst>
            </p:cNvPr>
            <p:cNvCxnSpPr>
              <a:stCxn id="101" idx="3"/>
              <a:endCxn id="102" idx="1"/>
            </p:cNvCxnSpPr>
            <p:nvPr/>
          </p:nvCxnSpPr>
          <p:spPr>
            <a:xfrm>
              <a:off x="251575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3D42FE35-203A-E981-0C0A-9B2F1FFBDD19}"/>
                </a:ext>
              </a:extLst>
            </p:cNvPr>
            <p:cNvCxnSpPr>
              <a:endCxn id="66" idx="1"/>
            </p:cNvCxnSpPr>
            <p:nvPr/>
          </p:nvCxnSpPr>
          <p:spPr>
            <a:xfrm>
              <a:off x="282810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77D0A825-6844-491A-20FD-34E154B351A4}"/>
                </a:ext>
              </a:extLst>
            </p:cNvPr>
            <p:cNvCxnSpPr>
              <a:endCxn id="68" idx="1"/>
            </p:cNvCxnSpPr>
            <p:nvPr/>
          </p:nvCxnSpPr>
          <p:spPr>
            <a:xfrm>
              <a:off x="314045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68556AFD-E956-AA61-8C4F-C4E04F7862B7}"/>
                </a:ext>
              </a:extLst>
            </p:cNvPr>
            <p:cNvCxnSpPr>
              <a:stCxn id="68" idx="3"/>
              <a:endCxn id="69" idx="1"/>
            </p:cNvCxnSpPr>
            <p:nvPr/>
          </p:nvCxnSpPr>
          <p:spPr>
            <a:xfrm>
              <a:off x="345281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4DB4A7CD-580A-B4C3-5F02-4496809EC01B}"/>
                </a:ext>
              </a:extLst>
            </p:cNvPr>
            <p:cNvCxnSpPr>
              <a:endCxn id="71" idx="1"/>
            </p:cNvCxnSpPr>
            <p:nvPr/>
          </p:nvCxnSpPr>
          <p:spPr>
            <a:xfrm>
              <a:off x="3777047" y="1723952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D92EFECA-876A-AFB1-1B9F-7B6B57AF81B0}"/>
                </a:ext>
              </a:extLst>
            </p:cNvPr>
            <p:cNvCxnSpPr>
              <a:stCxn id="71" idx="3"/>
              <a:endCxn id="73" idx="1"/>
            </p:cNvCxnSpPr>
            <p:nvPr/>
          </p:nvCxnSpPr>
          <p:spPr>
            <a:xfrm>
              <a:off x="4077512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 Verbindung mit Pfeil 117">
              <a:extLst>
                <a:ext uri="{FF2B5EF4-FFF2-40B4-BE49-F238E27FC236}">
                  <a16:creationId xmlns:a16="http://schemas.microsoft.com/office/drawing/2014/main" id="{9D009F35-9095-27A4-F916-89BCDBA10481}"/>
                </a:ext>
              </a:extLst>
            </p:cNvPr>
            <p:cNvCxnSpPr>
              <a:cxnSpLocks/>
              <a:stCxn id="73" idx="3"/>
              <a:endCxn id="74" idx="1"/>
            </p:cNvCxnSpPr>
            <p:nvPr/>
          </p:nvCxnSpPr>
          <p:spPr>
            <a:xfrm>
              <a:off x="4389863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C978035A-9F0B-4A2E-CA84-FFFD837928E8}"/>
                </a:ext>
              </a:extLst>
            </p:cNvPr>
            <p:cNvCxnSpPr>
              <a:stCxn id="74" idx="3"/>
              <a:endCxn id="76" idx="1"/>
            </p:cNvCxnSpPr>
            <p:nvPr/>
          </p:nvCxnSpPr>
          <p:spPr>
            <a:xfrm>
              <a:off x="4702214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 Verbindung mit Pfeil 119">
              <a:extLst>
                <a:ext uri="{FF2B5EF4-FFF2-40B4-BE49-F238E27FC236}">
                  <a16:creationId xmlns:a16="http://schemas.microsoft.com/office/drawing/2014/main" id="{1671A3C5-4E19-0697-053C-526FD3C5B618}"/>
                </a:ext>
              </a:extLst>
            </p:cNvPr>
            <p:cNvCxnSpPr>
              <a:stCxn id="76" idx="3"/>
              <a:endCxn id="78" idx="1"/>
            </p:cNvCxnSpPr>
            <p:nvPr/>
          </p:nvCxnSpPr>
          <p:spPr>
            <a:xfrm>
              <a:off x="5014565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6821EF76-2F8E-7F27-1343-86F4BD74C855}"/>
                </a:ext>
              </a:extLst>
            </p:cNvPr>
            <p:cNvCxnSpPr>
              <a:stCxn id="78" idx="3"/>
              <a:endCxn id="79" idx="1"/>
            </p:cNvCxnSpPr>
            <p:nvPr/>
          </p:nvCxnSpPr>
          <p:spPr>
            <a:xfrm>
              <a:off x="5326916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 Verbindung mit Pfeil 121">
              <a:extLst>
                <a:ext uri="{FF2B5EF4-FFF2-40B4-BE49-F238E27FC236}">
                  <a16:creationId xmlns:a16="http://schemas.microsoft.com/office/drawing/2014/main" id="{6F8B0B8E-0345-46FF-CF87-40F79D831590}"/>
                </a:ext>
              </a:extLst>
            </p:cNvPr>
            <p:cNvCxnSpPr>
              <a:stCxn id="79" idx="3"/>
              <a:endCxn id="81" idx="1"/>
            </p:cNvCxnSpPr>
            <p:nvPr/>
          </p:nvCxnSpPr>
          <p:spPr>
            <a:xfrm>
              <a:off x="563926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FA945494-D8EA-44D4-2CD0-619EE4C3DEBF}"/>
                </a:ext>
              </a:extLst>
            </p:cNvPr>
            <p:cNvCxnSpPr>
              <a:stCxn id="81" idx="3"/>
              <a:endCxn id="82" idx="1"/>
            </p:cNvCxnSpPr>
            <p:nvPr/>
          </p:nvCxnSpPr>
          <p:spPr>
            <a:xfrm>
              <a:off x="595161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 Verbindung mit Pfeil 123">
              <a:extLst>
                <a:ext uri="{FF2B5EF4-FFF2-40B4-BE49-F238E27FC236}">
                  <a16:creationId xmlns:a16="http://schemas.microsoft.com/office/drawing/2014/main" id="{408CE648-8EF9-1845-1DDA-7D1C9600ECF7}"/>
                </a:ext>
              </a:extLst>
            </p:cNvPr>
            <p:cNvCxnSpPr>
              <a:stCxn id="82" idx="3"/>
              <a:endCxn id="83" idx="1"/>
            </p:cNvCxnSpPr>
            <p:nvPr/>
          </p:nvCxnSpPr>
          <p:spPr>
            <a:xfrm>
              <a:off x="626396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F658CD77-59BB-CB79-8BD9-0C246B0AF97D}"/>
                </a:ext>
              </a:extLst>
            </p:cNvPr>
            <p:cNvCxnSpPr>
              <a:stCxn id="83" idx="3"/>
              <a:endCxn id="85" idx="1"/>
            </p:cNvCxnSpPr>
            <p:nvPr/>
          </p:nvCxnSpPr>
          <p:spPr>
            <a:xfrm>
              <a:off x="657632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A6037A38-9BCA-E5E3-ACF4-5093C82EC069}"/>
                </a:ext>
              </a:extLst>
            </p:cNvPr>
            <p:cNvCxnSpPr>
              <a:stCxn id="85" idx="3"/>
              <a:endCxn id="86" idx="1"/>
            </p:cNvCxnSpPr>
            <p:nvPr/>
          </p:nvCxnSpPr>
          <p:spPr>
            <a:xfrm>
              <a:off x="6888671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B3F391BF-F470-E743-E2D7-7EC82C448BA0}"/>
                </a:ext>
              </a:extLst>
            </p:cNvPr>
            <p:cNvCxnSpPr>
              <a:stCxn id="86" idx="3"/>
              <a:endCxn id="88" idx="1"/>
            </p:cNvCxnSpPr>
            <p:nvPr/>
          </p:nvCxnSpPr>
          <p:spPr>
            <a:xfrm>
              <a:off x="7201022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A0355D25-4F7F-AC85-FB88-16689380E66F}"/>
                </a:ext>
              </a:extLst>
            </p:cNvPr>
            <p:cNvCxnSpPr>
              <a:stCxn id="88" idx="3"/>
              <a:endCxn id="89" idx="1"/>
            </p:cNvCxnSpPr>
            <p:nvPr/>
          </p:nvCxnSpPr>
          <p:spPr>
            <a:xfrm>
              <a:off x="7513373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795E83AB-C1CB-AB26-8E87-12E85F5CF49D}"/>
                </a:ext>
              </a:extLst>
            </p:cNvPr>
            <p:cNvCxnSpPr>
              <a:stCxn id="89" idx="3"/>
              <a:endCxn id="91" idx="1"/>
            </p:cNvCxnSpPr>
            <p:nvPr/>
          </p:nvCxnSpPr>
          <p:spPr>
            <a:xfrm>
              <a:off x="7825724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Gerade Verbindung mit Pfeil 167">
              <a:extLst>
                <a:ext uri="{FF2B5EF4-FFF2-40B4-BE49-F238E27FC236}">
                  <a16:creationId xmlns:a16="http://schemas.microsoft.com/office/drawing/2014/main" id="{481AAE2C-4C01-6B45-5CD2-F6CA2240C2B8}"/>
                </a:ext>
              </a:extLst>
            </p:cNvPr>
            <p:cNvCxnSpPr>
              <a:stCxn id="91" idx="3"/>
              <a:endCxn id="92" idx="1"/>
            </p:cNvCxnSpPr>
            <p:nvPr/>
          </p:nvCxnSpPr>
          <p:spPr>
            <a:xfrm>
              <a:off x="8138075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mit Pfeil 170">
              <a:extLst>
                <a:ext uri="{FF2B5EF4-FFF2-40B4-BE49-F238E27FC236}">
                  <a16:creationId xmlns:a16="http://schemas.microsoft.com/office/drawing/2014/main" id="{5E6F5359-6B8E-F589-2DE6-675AC0DC57B1}"/>
                </a:ext>
              </a:extLst>
            </p:cNvPr>
            <p:cNvCxnSpPr>
              <a:stCxn id="92" idx="3"/>
              <a:endCxn id="93" idx="1"/>
            </p:cNvCxnSpPr>
            <p:nvPr/>
          </p:nvCxnSpPr>
          <p:spPr>
            <a:xfrm>
              <a:off x="8450426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Gerade Verbindung mit Pfeil 174">
              <a:extLst>
                <a:ext uri="{FF2B5EF4-FFF2-40B4-BE49-F238E27FC236}">
                  <a16:creationId xmlns:a16="http://schemas.microsoft.com/office/drawing/2014/main" id="{0E08D201-F3AB-E846-0FFE-263BA7D34595}"/>
                </a:ext>
              </a:extLst>
            </p:cNvPr>
            <p:cNvCxnSpPr>
              <a:stCxn id="93" idx="3"/>
              <a:endCxn id="95" idx="1"/>
            </p:cNvCxnSpPr>
            <p:nvPr/>
          </p:nvCxnSpPr>
          <p:spPr>
            <a:xfrm>
              <a:off x="876277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 Verbindung mit Pfeil 175">
              <a:extLst>
                <a:ext uri="{FF2B5EF4-FFF2-40B4-BE49-F238E27FC236}">
                  <a16:creationId xmlns:a16="http://schemas.microsoft.com/office/drawing/2014/main" id="{E1770B41-83F9-70D4-B58E-8AC75002095E}"/>
                </a:ext>
              </a:extLst>
            </p:cNvPr>
            <p:cNvCxnSpPr>
              <a:stCxn id="95" idx="3"/>
              <a:endCxn id="97" idx="1"/>
            </p:cNvCxnSpPr>
            <p:nvPr/>
          </p:nvCxnSpPr>
          <p:spPr>
            <a:xfrm>
              <a:off x="907512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Gerade Verbindung mit Pfeil 176">
              <a:extLst>
                <a:ext uri="{FF2B5EF4-FFF2-40B4-BE49-F238E27FC236}">
                  <a16:creationId xmlns:a16="http://schemas.microsoft.com/office/drawing/2014/main" id="{B7192F20-1A25-CD27-64DA-15F7F9AE5177}"/>
                </a:ext>
              </a:extLst>
            </p:cNvPr>
            <p:cNvCxnSpPr>
              <a:stCxn id="97" idx="3"/>
              <a:endCxn id="98" idx="1"/>
            </p:cNvCxnSpPr>
            <p:nvPr/>
          </p:nvCxnSpPr>
          <p:spPr>
            <a:xfrm>
              <a:off x="938747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 Verbindung mit Pfeil 179">
              <a:extLst>
                <a:ext uri="{FF2B5EF4-FFF2-40B4-BE49-F238E27FC236}">
                  <a16:creationId xmlns:a16="http://schemas.microsoft.com/office/drawing/2014/main" id="{BA2DBCDB-36D2-5EBB-6B8B-FE82E902F0D3}"/>
                </a:ext>
              </a:extLst>
            </p:cNvPr>
            <p:cNvCxnSpPr>
              <a:stCxn id="98" idx="3"/>
              <a:endCxn id="103" idx="1"/>
            </p:cNvCxnSpPr>
            <p:nvPr/>
          </p:nvCxnSpPr>
          <p:spPr>
            <a:xfrm>
              <a:off x="969983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 Verbindung mit Pfeil 188">
              <a:extLst>
                <a:ext uri="{FF2B5EF4-FFF2-40B4-BE49-F238E27FC236}">
                  <a16:creationId xmlns:a16="http://schemas.microsoft.com/office/drawing/2014/main" id="{5565510E-A1D8-474A-444E-554A866E1E1C}"/>
                </a:ext>
              </a:extLst>
            </p:cNvPr>
            <p:cNvCxnSpPr>
              <a:stCxn id="103" idx="3"/>
              <a:endCxn id="104" idx="1"/>
            </p:cNvCxnSpPr>
            <p:nvPr/>
          </p:nvCxnSpPr>
          <p:spPr>
            <a:xfrm>
              <a:off x="10012181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Gerade Verbindung mit Pfeil 189">
              <a:extLst>
                <a:ext uri="{FF2B5EF4-FFF2-40B4-BE49-F238E27FC236}">
                  <a16:creationId xmlns:a16="http://schemas.microsoft.com/office/drawing/2014/main" id="{B95C45E0-0C69-8AA9-E8ED-29927188D51A}"/>
                </a:ext>
              </a:extLst>
            </p:cNvPr>
            <p:cNvCxnSpPr>
              <a:stCxn id="104" idx="3"/>
              <a:endCxn id="105" idx="1"/>
            </p:cNvCxnSpPr>
            <p:nvPr/>
          </p:nvCxnSpPr>
          <p:spPr>
            <a:xfrm>
              <a:off x="10324532" y="1723952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Gerade Verbindung mit Pfeil 190">
              <a:extLst>
                <a:ext uri="{FF2B5EF4-FFF2-40B4-BE49-F238E27FC236}">
                  <a16:creationId xmlns:a16="http://schemas.microsoft.com/office/drawing/2014/main" id="{D7A69887-4F3C-3A46-7A14-B1187FFDDB39}"/>
                </a:ext>
              </a:extLst>
            </p:cNvPr>
            <p:cNvCxnSpPr>
              <a:stCxn id="105" idx="3"/>
            </p:cNvCxnSpPr>
            <p:nvPr/>
          </p:nvCxnSpPr>
          <p:spPr>
            <a:xfrm>
              <a:off x="10636888" y="1723952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32D2E706-5E4A-41AA-BC5C-A5CF179A70B2}"/>
                </a:ext>
              </a:extLst>
            </p:cNvPr>
            <p:cNvSpPr/>
            <p:nvPr/>
          </p:nvSpPr>
          <p:spPr>
            <a:xfrm>
              <a:off x="297762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277B2C97-57F0-6EEB-DAC6-972753BB1009}"/>
                </a:ext>
              </a:extLst>
            </p:cNvPr>
            <p:cNvSpPr/>
            <p:nvPr/>
          </p:nvSpPr>
          <p:spPr>
            <a:xfrm>
              <a:off x="328997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94" name="Rechteck 193">
              <a:extLst>
                <a:ext uri="{FF2B5EF4-FFF2-40B4-BE49-F238E27FC236}">
                  <a16:creationId xmlns:a16="http://schemas.microsoft.com/office/drawing/2014/main" id="{1BD17B05-5EEA-7575-C253-88CC6EA45763}"/>
                </a:ext>
              </a:extLst>
            </p:cNvPr>
            <p:cNvSpPr/>
            <p:nvPr/>
          </p:nvSpPr>
          <p:spPr>
            <a:xfrm>
              <a:off x="360232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97" name="Rechteck 196">
              <a:extLst>
                <a:ext uri="{FF2B5EF4-FFF2-40B4-BE49-F238E27FC236}">
                  <a16:creationId xmlns:a16="http://schemas.microsoft.com/office/drawing/2014/main" id="{8A08DFF3-AE17-3050-F71F-1EFAFEAE1DA1}"/>
                </a:ext>
              </a:extLst>
            </p:cNvPr>
            <p:cNvSpPr/>
            <p:nvPr/>
          </p:nvSpPr>
          <p:spPr>
            <a:xfrm>
              <a:off x="391467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8" name="Rechteck 197">
              <a:extLst>
                <a:ext uri="{FF2B5EF4-FFF2-40B4-BE49-F238E27FC236}">
                  <a16:creationId xmlns:a16="http://schemas.microsoft.com/office/drawing/2014/main" id="{223D1A5D-CA0C-8325-F54D-7DFF81084D8C}"/>
                </a:ext>
              </a:extLst>
            </p:cNvPr>
            <p:cNvSpPr/>
            <p:nvPr/>
          </p:nvSpPr>
          <p:spPr>
            <a:xfrm>
              <a:off x="4227025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8</a:t>
              </a:r>
            </a:p>
          </p:txBody>
        </p:sp>
        <p:sp>
          <p:nvSpPr>
            <p:cNvPr id="199" name="Rechteck 198">
              <a:extLst>
                <a:ext uri="{FF2B5EF4-FFF2-40B4-BE49-F238E27FC236}">
                  <a16:creationId xmlns:a16="http://schemas.microsoft.com/office/drawing/2014/main" id="{31C38E91-2283-90B7-7756-CAD630895D4B}"/>
                </a:ext>
              </a:extLst>
            </p:cNvPr>
            <p:cNvSpPr/>
            <p:nvPr/>
          </p:nvSpPr>
          <p:spPr>
            <a:xfrm>
              <a:off x="4539376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00" name="Rechteck 199">
              <a:extLst>
                <a:ext uri="{FF2B5EF4-FFF2-40B4-BE49-F238E27FC236}">
                  <a16:creationId xmlns:a16="http://schemas.microsoft.com/office/drawing/2014/main" id="{578FD398-57AE-B5D3-1699-9DD362A4C7C7}"/>
                </a:ext>
              </a:extLst>
            </p:cNvPr>
            <p:cNvSpPr/>
            <p:nvPr/>
          </p:nvSpPr>
          <p:spPr>
            <a:xfrm>
              <a:off x="4851727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1" name="Rechteck 200">
              <a:extLst>
                <a:ext uri="{FF2B5EF4-FFF2-40B4-BE49-F238E27FC236}">
                  <a16:creationId xmlns:a16="http://schemas.microsoft.com/office/drawing/2014/main" id="{60E536D6-C9EB-8C99-55D7-0CD379D7C57A}"/>
                </a:ext>
              </a:extLst>
            </p:cNvPr>
            <p:cNvSpPr/>
            <p:nvPr/>
          </p:nvSpPr>
          <p:spPr>
            <a:xfrm>
              <a:off x="5164078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19000"/>
                    </a:schemeClr>
                  </a:solidFill>
                </a:rPr>
                <a:t>11</a:t>
              </a:r>
            </a:p>
          </p:txBody>
        </p:sp>
        <p:sp>
          <p:nvSpPr>
            <p:cNvPr id="202" name="Rechteck 201">
              <a:extLst>
                <a:ext uri="{FF2B5EF4-FFF2-40B4-BE49-F238E27FC236}">
                  <a16:creationId xmlns:a16="http://schemas.microsoft.com/office/drawing/2014/main" id="{F393097C-A6F9-9EA5-9CBE-C0B9412AB0AE}"/>
                </a:ext>
              </a:extLst>
            </p:cNvPr>
            <p:cNvSpPr/>
            <p:nvPr/>
          </p:nvSpPr>
          <p:spPr>
            <a:xfrm>
              <a:off x="547642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03" name="Rechteck 202">
              <a:extLst>
                <a:ext uri="{FF2B5EF4-FFF2-40B4-BE49-F238E27FC236}">
                  <a16:creationId xmlns:a16="http://schemas.microsoft.com/office/drawing/2014/main" id="{DF2ABAFD-0ED6-97FC-9EAD-51C390ABB032}"/>
                </a:ext>
              </a:extLst>
            </p:cNvPr>
            <p:cNvSpPr/>
            <p:nvPr/>
          </p:nvSpPr>
          <p:spPr>
            <a:xfrm>
              <a:off x="578878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04" name="Rechteck 203">
              <a:extLst>
                <a:ext uri="{FF2B5EF4-FFF2-40B4-BE49-F238E27FC236}">
                  <a16:creationId xmlns:a16="http://schemas.microsoft.com/office/drawing/2014/main" id="{AC67CFE5-AFD0-E1B2-3A02-BEFDF0537695}"/>
                </a:ext>
              </a:extLst>
            </p:cNvPr>
            <p:cNvSpPr/>
            <p:nvPr/>
          </p:nvSpPr>
          <p:spPr>
            <a:xfrm>
              <a:off x="610113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205" name="Rechteck 204">
              <a:extLst>
                <a:ext uri="{FF2B5EF4-FFF2-40B4-BE49-F238E27FC236}">
                  <a16:creationId xmlns:a16="http://schemas.microsoft.com/office/drawing/2014/main" id="{7A6C60BA-14D2-D8B8-2521-7723FDF52A53}"/>
                </a:ext>
              </a:extLst>
            </p:cNvPr>
            <p:cNvSpPr/>
            <p:nvPr/>
          </p:nvSpPr>
          <p:spPr>
            <a:xfrm>
              <a:off x="6413482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15</a:t>
              </a:r>
            </a:p>
          </p:txBody>
        </p:sp>
        <p:sp>
          <p:nvSpPr>
            <p:cNvPr id="206" name="Rechteck 205">
              <a:extLst>
                <a:ext uri="{FF2B5EF4-FFF2-40B4-BE49-F238E27FC236}">
                  <a16:creationId xmlns:a16="http://schemas.microsoft.com/office/drawing/2014/main" id="{D0BAD1BC-2193-B64D-E415-9426AE9DAFC4}"/>
                </a:ext>
              </a:extLst>
            </p:cNvPr>
            <p:cNvSpPr/>
            <p:nvPr/>
          </p:nvSpPr>
          <p:spPr>
            <a:xfrm>
              <a:off x="672583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60000"/>
                    </a:schemeClr>
                  </a:solidFill>
                </a:rPr>
                <a:t>16</a:t>
              </a:r>
            </a:p>
          </p:txBody>
        </p:sp>
        <p:sp>
          <p:nvSpPr>
            <p:cNvPr id="207" name="Rechteck 206">
              <a:extLst>
                <a:ext uri="{FF2B5EF4-FFF2-40B4-BE49-F238E27FC236}">
                  <a16:creationId xmlns:a16="http://schemas.microsoft.com/office/drawing/2014/main" id="{668B35E4-A976-7379-8876-44819178D5EC}"/>
                </a:ext>
              </a:extLst>
            </p:cNvPr>
            <p:cNvSpPr/>
            <p:nvPr/>
          </p:nvSpPr>
          <p:spPr>
            <a:xfrm>
              <a:off x="7038184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17</a:t>
              </a:r>
            </a:p>
          </p:txBody>
        </p:sp>
        <p:sp>
          <p:nvSpPr>
            <p:cNvPr id="208" name="Rechteck 207">
              <a:extLst>
                <a:ext uri="{FF2B5EF4-FFF2-40B4-BE49-F238E27FC236}">
                  <a16:creationId xmlns:a16="http://schemas.microsoft.com/office/drawing/2014/main" id="{09E8A963-242C-01A2-F975-C75261A08A15}"/>
                </a:ext>
              </a:extLst>
            </p:cNvPr>
            <p:cNvSpPr/>
            <p:nvPr/>
          </p:nvSpPr>
          <p:spPr>
            <a:xfrm>
              <a:off x="7350535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210" name="Rechteck 209">
              <a:extLst>
                <a:ext uri="{FF2B5EF4-FFF2-40B4-BE49-F238E27FC236}">
                  <a16:creationId xmlns:a16="http://schemas.microsoft.com/office/drawing/2014/main" id="{92E330BD-9E55-8405-574B-F83F8103736F}"/>
                </a:ext>
              </a:extLst>
            </p:cNvPr>
            <p:cNvSpPr/>
            <p:nvPr/>
          </p:nvSpPr>
          <p:spPr>
            <a:xfrm>
              <a:off x="7662886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E312BB3F-4DB5-6D41-AC1E-1DDC1E183A48}"/>
                </a:ext>
              </a:extLst>
            </p:cNvPr>
            <p:cNvSpPr/>
            <p:nvPr/>
          </p:nvSpPr>
          <p:spPr>
            <a:xfrm>
              <a:off x="7975237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20</a:t>
              </a:r>
            </a:p>
          </p:txBody>
        </p:sp>
        <p:sp>
          <p:nvSpPr>
            <p:cNvPr id="215" name="Rechteck 214">
              <a:extLst>
                <a:ext uri="{FF2B5EF4-FFF2-40B4-BE49-F238E27FC236}">
                  <a16:creationId xmlns:a16="http://schemas.microsoft.com/office/drawing/2014/main" id="{24123576-A976-7E1C-64C9-B4B309DDEFD5}"/>
                </a:ext>
              </a:extLst>
            </p:cNvPr>
            <p:cNvSpPr/>
            <p:nvPr/>
          </p:nvSpPr>
          <p:spPr>
            <a:xfrm>
              <a:off x="828758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216" name="Rechteck 215">
              <a:extLst>
                <a:ext uri="{FF2B5EF4-FFF2-40B4-BE49-F238E27FC236}">
                  <a16:creationId xmlns:a16="http://schemas.microsoft.com/office/drawing/2014/main" id="{EF7AAD40-21DB-2C56-77D8-AE531D22BE31}"/>
                </a:ext>
              </a:extLst>
            </p:cNvPr>
            <p:cNvSpPr/>
            <p:nvPr/>
          </p:nvSpPr>
          <p:spPr>
            <a:xfrm>
              <a:off x="859993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218" name="Rechteck 217">
              <a:extLst>
                <a:ext uri="{FF2B5EF4-FFF2-40B4-BE49-F238E27FC236}">
                  <a16:creationId xmlns:a16="http://schemas.microsoft.com/office/drawing/2014/main" id="{30B2BA52-C910-3D1D-9121-AAB3EB79AE2D}"/>
                </a:ext>
              </a:extLst>
            </p:cNvPr>
            <p:cNvSpPr/>
            <p:nvPr/>
          </p:nvSpPr>
          <p:spPr>
            <a:xfrm>
              <a:off x="891229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204A996B-AAD4-FE7E-AA71-78F5796B68ED}"/>
                </a:ext>
              </a:extLst>
            </p:cNvPr>
            <p:cNvSpPr/>
            <p:nvPr/>
          </p:nvSpPr>
          <p:spPr>
            <a:xfrm>
              <a:off x="922464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224" name="Rechteck 223">
              <a:extLst>
                <a:ext uri="{FF2B5EF4-FFF2-40B4-BE49-F238E27FC236}">
                  <a16:creationId xmlns:a16="http://schemas.microsoft.com/office/drawing/2014/main" id="{FFDC60A1-551B-3F8E-C6E0-E155BA3ABF5C}"/>
                </a:ext>
              </a:extLst>
            </p:cNvPr>
            <p:cNvSpPr/>
            <p:nvPr/>
          </p:nvSpPr>
          <p:spPr>
            <a:xfrm>
              <a:off x="953699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225" name="Rechteck 224">
              <a:extLst>
                <a:ext uri="{FF2B5EF4-FFF2-40B4-BE49-F238E27FC236}">
                  <a16:creationId xmlns:a16="http://schemas.microsoft.com/office/drawing/2014/main" id="{E05A17EB-C5F7-072C-C72D-672C4D62519C}"/>
                </a:ext>
              </a:extLst>
            </p:cNvPr>
            <p:cNvSpPr/>
            <p:nvPr/>
          </p:nvSpPr>
          <p:spPr>
            <a:xfrm>
              <a:off x="204056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7" name="Rechteck 226">
              <a:extLst>
                <a:ext uri="{FF2B5EF4-FFF2-40B4-BE49-F238E27FC236}">
                  <a16:creationId xmlns:a16="http://schemas.microsoft.com/office/drawing/2014/main" id="{7C4068C9-C2D5-F539-E014-6F734AB1B782}"/>
                </a:ext>
              </a:extLst>
            </p:cNvPr>
            <p:cNvSpPr/>
            <p:nvPr/>
          </p:nvSpPr>
          <p:spPr>
            <a:xfrm>
              <a:off x="235291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28" name="Rechteck 227">
              <a:extLst>
                <a:ext uri="{FF2B5EF4-FFF2-40B4-BE49-F238E27FC236}">
                  <a16:creationId xmlns:a16="http://schemas.microsoft.com/office/drawing/2014/main" id="{113A5C31-5383-A4A6-31DB-9F1B1BC2DE3D}"/>
                </a:ext>
              </a:extLst>
            </p:cNvPr>
            <p:cNvSpPr/>
            <p:nvPr/>
          </p:nvSpPr>
          <p:spPr>
            <a:xfrm>
              <a:off x="266527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9" name="Rechteck 228">
              <a:extLst>
                <a:ext uri="{FF2B5EF4-FFF2-40B4-BE49-F238E27FC236}">
                  <a16:creationId xmlns:a16="http://schemas.microsoft.com/office/drawing/2014/main" id="{7829D77B-281E-B28D-93FA-B29A637000C0}"/>
                </a:ext>
              </a:extLst>
            </p:cNvPr>
            <p:cNvSpPr/>
            <p:nvPr/>
          </p:nvSpPr>
          <p:spPr>
            <a:xfrm>
              <a:off x="984934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230" name="Rechteck 229">
              <a:extLst>
                <a:ext uri="{FF2B5EF4-FFF2-40B4-BE49-F238E27FC236}">
                  <a16:creationId xmlns:a16="http://schemas.microsoft.com/office/drawing/2014/main" id="{7BA2B361-E7FD-ED64-0191-D86AF5183798}"/>
                </a:ext>
              </a:extLst>
            </p:cNvPr>
            <p:cNvSpPr/>
            <p:nvPr/>
          </p:nvSpPr>
          <p:spPr>
            <a:xfrm>
              <a:off x="1016169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231" name="Rechteck 230">
              <a:extLst>
                <a:ext uri="{FF2B5EF4-FFF2-40B4-BE49-F238E27FC236}">
                  <a16:creationId xmlns:a16="http://schemas.microsoft.com/office/drawing/2014/main" id="{395D217C-4373-836F-7A51-21EBE2DC99D6}"/>
                </a:ext>
              </a:extLst>
            </p:cNvPr>
            <p:cNvSpPr/>
            <p:nvPr/>
          </p:nvSpPr>
          <p:spPr>
            <a:xfrm>
              <a:off x="1047405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cxnSp>
          <p:nvCxnSpPr>
            <p:cNvPr id="236" name="Gerade Verbindung mit Pfeil 235">
              <a:extLst>
                <a:ext uri="{FF2B5EF4-FFF2-40B4-BE49-F238E27FC236}">
                  <a16:creationId xmlns:a16="http://schemas.microsoft.com/office/drawing/2014/main" id="{DB617C3D-61F3-8376-4888-EE5774565DC7}"/>
                </a:ext>
              </a:extLst>
            </p:cNvPr>
            <p:cNvCxnSpPr>
              <a:cxnSpLocks/>
              <a:endCxn id="225" idx="1"/>
            </p:cNvCxnSpPr>
            <p:nvPr/>
          </p:nvCxnSpPr>
          <p:spPr>
            <a:xfrm>
              <a:off x="1144657" y="4041153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Gerade Verbindung mit Pfeil 243">
              <a:extLst>
                <a:ext uri="{FF2B5EF4-FFF2-40B4-BE49-F238E27FC236}">
                  <a16:creationId xmlns:a16="http://schemas.microsoft.com/office/drawing/2014/main" id="{CACAF27E-128D-874B-BB35-BF38F0415727}"/>
                </a:ext>
              </a:extLst>
            </p:cNvPr>
            <p:cNvCxnSpPr>
              <a:endCxn id="227" idx="1"/>
            </p:cNvCxnSpPr>
            <p:nvPr/>
          </p:nvCxnSpPr>
          <p:spPr>
            <a:xfrm>
              <a:off x="2219646" y="4041153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Gerade Verbindung mit Pfeil 244">
              <a:extLst>
                <a:ext uri="{FF2B5EF4-FFF2-40B4-BE49-F238E27FC236}">
                  <a16:creationId xmlns:a16="http://schemas.microsoft.com/office/drawing/2014/main" id="{DC218D35-361D-17EE-6A6C-219A86B73D48}"/>
                </a:ext>
              </a:extLst>
            </p:cNvPr>
            <p:cNvCxnSpPr>
              <a:stCxn id="227" idx="3"/>
              <a:endCxn id="228" idx="1"/>
            </p:cNvCxnSpPr>
            <p:nvPr/>
          </p:nvCxnSpPr>
          <p:spPr>
            <a:xfrm>
              <a:off x="251575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Gerade Verbindung mit Pfeil 245">
              <a:extLst>
                <a:ext uri="{FF2B5EF4-FFF2-40B4-BE49-F238E27FC236}">
                  <a16:creationId xmlns:a16="http://schemas.microsoft.com/office/drawing/2014/main" id="{CBC7343C-2C8D-54BB-09A1-F33A7B3EB6B3}"/>
                </a:ext>
              </a:extLst>
            </p:cNvPr>
            <p:cNvCxnSpPr>
              <a:endCxn id="192" idx="1"/>
            </p:cNvCxnSpPr>
            <p:nvPr/>
          </p:nvCxnSpPr>
          <p:spPr>
            <a:xfrm>
              <a:off x="282810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Gerade Verbindung mit Pfeil 246">
              <a:extLst>
                <a:ext uri="{FF2B5EF4-FFF2-40B4-BE49-F238E27FC236}">
                  <a16:creationId xmlns:a16="http://schemas.microsoft.com/office/drawing/2014/main" id="{ABA059FD-4F94-89BF-3534-7C639FA1C048}"/>
                </a:ext>
              </a:extLst>
            </p:cNvPr>
            <p:cNvCxnSpPr>
              <a:endCxn id="193" idx="1"/>
            </p:cNvCxnSpPr>
            <p:nvPr/>
          </p:nvCxnSpPr>
          <p:spPr>
            <a:xfrm>
              <a:off x="3140459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Gerade Verbindung mit Pfeil 247">
              <a:extLst>
                <a:ext uri="{FF2B5EF4-FFF2-40B4-BE49-F238E27FC236}">
                  <a16:creationId xmlns:a16="http://schemas.microsoft.com/office/drawing/2014/main" id="{073CECC2-69F1-D820-ECBA-AD78A186F1D7}"/>
                </a:ext>
              </a:extLst>
            </p:cNvPr>
            <p:cNvCxnSpPr>
              <a:stCxn id="193" idx="3"/>
              <a:endCxn id="194" idx="1"/>
            </p:cNvCxnSpPr>
            <p:nvPr/>
          </p:nvCxnSpPr>
          <p:spPr>
            <a:xfrm>
              <a:off x="3452810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Gerade Verbindung mit Pfeil 248">
              <a:extLst>
                <a:ext uri="{FF2B5EF4-FFF2-40B4-BE49-F238E27FC236}">
                  <a16:creationId xmlns:a16="http://schemas.microsoft.com/office/drawing/2014/main" id="{38FD2046-2DA0-B5B2-44B4-CBF868A4EFDD}"/>
                </a:ext>
              </a:extLst>
            </p:cNvPr>
            <p:cNvCxnSpPr>
              <a:cxnSpLocks/>
              <a:endCxn id="197" idx="1"/>
            </p:cNvCxnSpPr>
            <p:nvPr/>
          </p:nvCxnSpPr>
          <p:spPr>
            <a:xfrm>
              <a:off x="3777047" y="4041153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Gerade Verbindung mit Pfeil 249">
              <a:extLst>
                <a:ext uri="{FF2B5EF4-FFF2-40B4-BE49-F238E27FC236}">
                  <a16:creationId xmlns:a16="http://schemas.microsoft.com/office/drawing/2014/main" id="{A1260CA4-949B-8C96-0876-F547F8FB8458}"/>
                </a:ext>
              </a:extLst>
            </p:cNvPr>
            <p:cNvCxnSpPr>
              <a:cxnSpLocks/>
              <a:stCxn id="197" idx="3"/>
              <a:endCxn id="199" idx="1"/>
            </p:cNvCxnSpPr>
            <p:nvPr/>
          </p:nvCxnSpPr>
          <p:spPr>
            <a:xfrm>
              <a:off x="4077512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Gerade Verbindung mit Pfeil 250">
              <a:extLst>
                <a:ext uri="{FF2B5EF4-FFF2-40B4-BE49-F238E27FC236}">
                  <a16:creationId xmlns:a16="http://schemas.microsoft.com/office/drawing/2014/main" id="{CFECAF48-5F30-1445-38CC-89F53B058985}"/>
                </a:ext>
              </a:extLst>
            </p:cNvPr>
            <p:cNvCxnSpPr>
              <a:stCxn id="199" idx="3"/>
              <a:endCxn id="200" idx="1"/>
            </p:cNvCxnSpPr>
            <p:nvPr/>
          </p:nvCxnSpPr>
          <p:spPr>
            <a:xfrm>
              <a:off x="4702214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Gerade Verbindung mit Pfeil 251">
              <a:extLst>
                <a:ext uri="{FF2B5EF4-FFF2-40B4-BE49-F238E27FC236}">
                  <a16:creationId xmlns:a16="http://schemas.microsoft.com/office/drawing/2014/main" id="{08B5DF05-50CA-8EF0-5196-7E1014DBE0E3}"/>
                </a:ext>
              </a:extLst>
            </p:cNvPr>
            <p:cNvCxnSpPr>
              <a:cxnSpLocks/>
              <a:stCxn id="200" idx="3"/>
              <a:endCxn id="202" idx="1"/>
            </p:cNvCxnSpPr>
            <p:nvPr/>
          </p:nvCxnSpPr>
          <p:spPr>
            <a:xfrm>
              <a:off x="5014565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Gerade Verbindung mit Pfeil 252">
              <a:extLst>
                <a:ext uri="{FF2B5EF4-FFF2-40B4-BE49-F238E27FC236}">
                  <a16:creationId xmlns:a16="http://schemas.microsoft.com/office/drawing/2014/main" id="{FA1149EF-1CA4-C6F7-1FF1-33C9D6A3F64D}"/>
                </a:ext>
              </a:extLst>
            </p:cNvPr>
            <p:cNvCxnSpPr>
              <a:stCxn id="202" idx="3"/>
              <a:endCxn id="203" idx="1"/>
            </p:cNvCxnSpPr>
            <p:nvPr/>
          </p:nvCxnSpPr>
          <p:spPr>
            <a:xfrm>
              <a:off x="563926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Gerade Verbindung mit Pfeil 253">
              <a:extLst>
                <a:ext uri="{FF2B5EF4-FFF2-40B4-BE49-F238E27FC236}">
                  <a16:creationId xmlns:a16="http://schemas.microsoft.com/office/drawing/2014/main" id="{D7C91B73-CC64-C56D-BBD8-0CF9884D9CD4}"/>
                </a:ext>
              </a:extLst>
            </p:cNvPr>
            <p:cNvCxnSpPr>
              <a:stCxn id="203" idx="3"/>
              <a:endCxn id="204" idx="1"/>
            </p:cNvCxnSpPr>
            <p:nvPr/>
          </p:nvCxnSpPr>
          <p:spPr>
            <a:xfrm>
              <a:off x="595161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Gerade Verbindung mit Pfeil 254">
              <a:extLst>
                <a:ext uri="{FF2B5EF4-FFF2-40B4-BE49-F238E27FC236}">
                  <a16:creationId xmlns:a16="http://schemas.microsoft.com/office/drawing/2014/main" id="{240018C2-DED8-A634-1CC9-E0EC0056ECAB}"/>
                </a:ext>
              </a:extLst>
            </p:cNvPr>
            <p:cNvCxnSpPr>
              <a:cxnSpLocks/>
              <a:stCxn id="204" idx="3"/>
              <a:endCxn id="206" idx="1"/>
            </p:cNvCxnSpPr>
            <p:nvPr/>
          </p:nvCxnSpPr>
          <p:spPr>
            <a:xfrm>
              <a:off x="6263969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Gerade Verbindung mit Pfeil 255">
              <a:extLst>
                <a:ext uri="{FF2B5EF4-FFF2-40B4-BE49-F238E27FC236}">
                  <a16:creationId xmlns:a16="http://schemas.microsoft.com/office/drawing/2014/main" id="{854DE55C-DE62-C63D-F74A-7C17D710C875}"/>
                </a:ext>
              </a:extLst>
            </p:cNvPr>
            <p:cNvCxnSpPr>
              <a:stCxn id="208" idx="3"/>
              <a:endCxn id="210" idx="1"/>
            </p:cNvCxnSpPr>
            <p:nvPr/>
          </p:nvCxnSpPr>
          <p:spPr>
            <a:xfrm>
              <a:off x="7513373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Gerade Verbindung mit Pfeil 256">
              <a:extLst>
                <a:ext uri="{FF2B5EF4-FFF2-40B4-BE49-F238E27FC236}">
                  <a16:creationId xmlns:a16="http://schemas.microsoft.com/office/drawing/2014/main" id="{53B59738-9163-ACEE-CC7B-6366589D2324}"/>
                </a:ext>
              </a:extLst>
            </p:cNvPr>
            <p:cNvCxnSpPr>
              <a:cxnSpLocks/>
              <a:stCxn id="210" idx="3"/>
              <a:endCxn id="215" idx="1"/>
            </p:cNvCxnSpPr>
            <p:nvPr/>
          </p:nvCxnSpPr>
          <p:spPr>
            <a:xfrm>
              <a:off x="7825724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Gerade Verbindung mit Pfeil 257">
              <a:extLst>
                <a:ext uri="{FF2B5EF4-FFF2-40B4-BE49-F238E27FC236}">
                  <a16:creationId xmlns:a16="http://schemas.microsoft.com/office/drawing/2014/main" id="{C852E7A5-EB61-2E29-16A0-5B786ABA534C}"/>
                </a:ext>
              </a:extLst>
            </p:cNvPr>
            <p:cNvCxnSpPr>
              <a:stCxn id="215" idx="3"/>
              <a:endCxn id="216" idx="1"/>
            </p:cNvCxnSpPr>
            <p:nvPr/>
          </p:nvCxnSpPr>
          <p:spPr>
            <a:xfrm>
              <a:off x="8450426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Gerade Verbindung mit Pfeil 258">
              <a:extLst>
                <a:ext uri="{FF2B5EF4-FFF2-40B4-BE49-F238E27FC236}">
                  <a16:creationId xmlns:a16="http://schemas.microsoft.com/office/drawing/2014/main" id="{D51F9836-7451-46DD-782A-1D20EBA97198}"/>
                </a:ext>
              </a:extLst>
            </p:cNvPr>
            <p:cNvCxnSpPr>
              <a:stCxn id="216" idx="3"/>
              <a:endCxn id="218" idx="1"/>
            </p:cNvCxnSpPr>
            <p:nvPr/>
          </p:nvCxnSpPr>
          <p:spPr>
            <a:xfrm>
              <a:off x="876277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Gerade Verbindung mit Pfeil 259">
              <a:extLst>
                <a:ext uri="{FF2B5EF4-FFF2-40B4-BE49-F238E27FC236}">
                  <a16:creationId xmlns:a16="http://schemas.microsoft.com/office/drawing/2014/main" id="{C8C33BBB-0029-15BE-7EDC-8CCC531BA251}"/>
                </a:ext>
              </a:extLst>
            </p:cNvPr>
            <p:cNvCxnSpPr>
              <a:stCxn id="218" idx="3"/>
              <a:endCxn id="220" idx="1"/>
            </p:cNvCxnSpPr>
            <p:nvPr/>
          </p:nvCxnSpPr>
          <p:spPr>
            <a:xfrm>
              <a:off x="907512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Gerade Verbindung mit Pfeil 260">
              <a:extLst>
                <a:ext uri="{FF2B5EF4-FFF2-40B4-BE49-F238E27FC236}">
                  <a16:creationId xmlns:a16="http://schemas.microsoft.com/office/drawing/2014/main" id="{1B93301D-C8AE-74D3-3FB7-9CCA609D6BC6}"/>
                </a:ext>
              </a:extLst>
            </p:cNvPr>
            <p:cNvCxnSpPr>
              <a:stCxn id="220" idx="3"/>
              <a:endCxn id="224" idx="1"/>
            </p:cNvCxnSpPr>
            <p:nvPr/>
          </p:nvCxnSpPr>
          <p:spPr>
            <a:xfrm>
              <a:off x="9387479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Gerade Verbindung mit Pfeil 261">
              <a:extLst>
                <a:ext uri="{FF2B5EF4-FFF2-40B4-BE49-F238E27FC236}">
                  <a16:creationId xmlns:a16="http://schemas.microsoft.com/office/drawing/2014/main" id="{7E6C0803-8D50-C041-BCD9-472A9F416C73}"/>
                </a:ext>
              </a:extLst>
            </p:cNvPr>
            <p:cNvCxnSpPr>
              <a:stCxn id="224" idx="3"/>
              <a:endCxn id="229" idx="1"/>
            </p:cNvCxnSpPr>
            <p:nvPr/>
          </p:nvCxnSpPr>
          <p:spPr>
            <a:xfrm>
              <a:off x="9699830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Gerade Verbindung mit Pfeil 262">
              <a:extLst>
                <a:ext uri="{FF2B5EF4-FFF2-40B4-BE49-F238E27FC236}">
                  <a16:creationId xmlns:a16="http://schemas.microsoft.com/office/drawing/2014/main" id="{0390D4FE-86C3-A2C9-7B02-B55DB2B73B2D}"/>
                </a:ext>
              </a:extLst>
            </p:cNvPr>
            <p:cNvCxnSpPr>
              <a:stCxn id="229" idx="3"/>
              <a:endCxn id="230" idx="1"/>
            </p:cNvCxnSpPr>
            <p:nvPr/>
          </p:nvCxnSpPr>
          <p:spPr>
            <a:xfrm>
              <a:off x="10012181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Gerade Verbindung mit Pfeil 263">
              <a:extLst>
                <a:ext uri="{FF2B5EF4-FFF2-40B4-BE49-F238E27FC236}">
                  <a16:creationId xmlns:a16="http://schemas.microsoft.com/office/drawing/2014/main" id="{B73AB10D-3F5E-D329-53B0-3722029A6900}"/>
                </a:ext>
              </a:extLst>
            </p:cNvPr>
            <p:cNvCxnSpPr>
              <a:stCxn id="230" idx="3"/>
              <a:endCxn id="231" idx="1"/>
            </p:cNvCxnSpPr>
            <p:nvPr/>
          </p:nvCxnSpPr>
          <p:spPr>
            <a:xfrm>
              <a:off x="10324532" y="4041153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Gerade Verbindung mit Pfeil 264">
              <a:extLst>
                <a:ext uri="{FF2B5EF4-FFF2-40B4-BE49-F238E27FC236}">
                  <a16:creationId xmlns:a16="http://schemas.microsoft.com/office/drawing/2014/main" id="{6381BA7C-796A-B597-784B-34DEF7C25BB3}"/>
                </a:ext>
              </a:extLst>
            </p:cNvPr>
            <p:cNvCxnSpPr>
              <a:stCxn id="231" idx="3"/>
            </p:cNvCxnSpPr>
            <p:nvPr/>
          </p:nvCxnSpPr>
          <p:spPr>
            <a:xfrm>
              <a:off x="10636888" y="4041153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" name="Rechteck 265">
                  <a:extLst>
                    <a:ext uri="{FF2B5EF4-FFF2-40B4-BE49-F238E27FC236}">
                      <a16:creationId xmlns:a16="http://schemas.microsoft.com/office/drawing/2014/main" id="{CE6B63BC-A72A-1878-331C-30655E7666CF}"/>
                    </a:ext>
                  </a:extLst>
                </p:cNvPr>
                <p:cNvSpPr/>
                <p:nvPr/>
              </p:nvSpPr>
              <p:spPr>
                <a:xfrm>
                  <a:off x="1892244" y="5417724"/>
                  <a:ext cx="162838" cy="97703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alpha val="69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solidFill>
                              <a:schemeClr val="tx1">
                                <a:alpha val="2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GB" dirty="0">
                    <a:solidFill>
                      <a:schemeClr val="tx1">
                        <a:alpha val="2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66" name="Rechteck 265">
                  <a:extLst>
                    <a:ext uri="{FF2B5EF4-FFF2-40B4-BE49-F238E27FC236}">
                      <a16:creationId xmlns:a16="http://schemas.microsoft.com/office/drawing/2014/main" id="{CE6B63BC-A72A-1878-331C-30655E7666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2244" y="5417724"/>
                  <a:ext cx="162838" cy="977030"/>
                </a:xfrm>
                <a:prstGeom prst="rect">
                  <a:avLst/>
                </a:prstGeom>
                <a:blipFill>
                  <a:blip r:embed="rId5"/>
                  <a:stretch>
                    <a:fillRect l="-25000"/>
                  </a:stretch>
                </a:blipFill>
                <a:ln>
                  <a:solidFill>
                    <a:schemeClr val="accent2">
                      <a:alpha val="69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7" name="Textfeld 266">
                  <a:extLst>
                    <a:ext uri="{FF2B5EF4-FFF2-40B4-BE49-F238E27FC236}">
                      <a16:creationId xmlns:a16="http://schemas.microsoft.com/office/drawing/2014/main" id="{A7DEA966-9D69-2801-2077-7A032806B69E}"/>
                    </a:ext>
                  </a:extLst>
                </p:cNvPr>
                <p:cNvSpPr txBox="1"/>
                <p:nvPr/>
              </p:nvSpPr>
              <p:spPr>
                <a:xfrm>
                  <a:off x="2083759" y="5682473"/>
                  <a:ext cx="27597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SVD compressed block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267" name="Textfeld 266">
                  <a:extLst>
                    <a:ext uri="{FF2B5EF4-FFF2-40B4-BE49-F238E27FC236}">
                      <a16:creationId xmlns:a16="http://schemas.microsoft.com/office/drawing/2014/main" id="{A7DEA966-9D69-2801-2077-7A032806B6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3759" y="5682473"/>
                  <a:ext cx="2759794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835" t="-6667" b="-2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8" name="Textfeld 267">
              <a:extLst>
                <a:ext uri="{FF2B5EF4-FFF2-40B4-BE49-F238E27FC236}">
                  <a16:creationId xmlns:a16="http://schemas.microsoft.com/office/drawing/2014/main" id="{AA185EB3-A5AE-A925-2753-4F28B3B52225}"/>
                </a:ext>
              </a:extLst>
            </p:cNvPr>
            <p:cNvSpPr txBox="1"/>
            <p:nvPr/>
          </p:nvSpPr>
          <p:spPr>
            <a:xfrm>
              <a:off x="3562356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8BA932A0-A9EB-68D8-F0C3-29D19B33FF66}"/>
                </a:ext>
              </a:extLst>
            </p:cNvPr>
            <p:cNvSpPr txBox="1"/>
            <p:nvPr/>
          </p:nvSpPr>
          <p:spPr>
            <a:xfrm>
              <a:off x="4491265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0" name="Textfeld 269">
              <a:extLst>
                <a:ext uri="{FF2B5EF4-FFF2-40B4-BE49-F238E27FC236}">
                  <a16:creationId xmlns:a16="http://schemas.microsoft.com/office/drawing/2014/main" id="{75BE210E-0F8D-C9D5-5501-B07770819ACE}"/>
                </a:ext>
              </a:extLst>
            </p:cNvPr>
            <p:cNvSpPr txBox="1"/>
            <p:nvPr/>
          </p:nvSpPr>
          <p:spPr>
            <a:xfrm>
              <a:off x="4825096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1" name="Textfeld 270">
              <a:extLst>
                <a:ext uri="{FF2B5EF4-FFF2-40B4-BE49-F238E27FC236}">
                  <a16:creationId xmlns:a16="http://schemas.microsoft.com/office/drawing/2014/main" id="{65760EB6-D6F3-78C2-C636-903F24747C8B}"/>
                </a:ext>
              </a:extLst>
            </p:cNvPr>
            <p:cNvSpPr txBox="1"/>
            <p:nvPr/>
          </p:nvSpPr>
          <p:spPr>
            <a:xfrm>
              <a:off x="5449210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2" name="Textfeld 271">
              <a:extLst>
                <a:ext uri="{FF2B5EF4-FFF2-40B4-BE49-F238E27FC236}">
                  <a16:creationId xmlns:a16="http://schemas.microsoft.com/office/drawing/2014/main" id="{7B9A70E0-3E5F-E00B-0BC9-5ABF3A0AC0E4}"/>
                </a:ext>
              </a:extLst>
            </p:cNvPr>
            <p:cNvSpPr txBox="1"/>
            <p:nvPr/>
          </p:nvSpPr>
          <p:spPr>
            <a:xfrm>
              <a:off x="8243208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3" name="Textfeld 272">
              <a:extLst>
                <a:ext uri="{FF2B5EF4-FFF2-40B4-BE49-F238E27FC236}">
                  <a16:creationId xmlns:a16="http://schemas.microsoft.com/office/drawing/2014/main" id="{4E6F36BE-2AF7-CEB7-0BD4-BFCE990E3343}"/>
                </a:ext>
              </a:extLst>
            </p:cNvPr>
            <p:cNvSpPr txBox="1"/>
            <p:nvPr/>
          </p:nvSpPr>
          <p:spPr>
            <a:xfrm>
              <a:off x="8889095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4" name="Textfeld 273">
              <a:extLst>
                <a:ext uri="{FF2B5EF4-FFF2-40B4-BE49-F238E27FC236}">
                  <a16:creationId xmlns:a16="http://schemas.microsoft.com/office/drawing/2014/main" id="{B9F88B2C-D1D9-FE4A-6DC2-3675D5CB1F23}"/>
                </a:ext>
              </a:extLst>
            </p:cNvPr>
            <p:cNvSpPr txBox="1"/>
            <p:nvPr/>
          </p:nvSpPr>
          <p:spPr>
            <a:xfrm>
              <a:off x="9484177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5" name="Textfeld 274">
              <a:extLst>
                <a:ext uri="{FF2B5EF4-FFF2-40B4-BE49-F238E27FC236}">
                  <a16:creationId xmlns:a16="http://schemas.microsoft.com/office/drawing/2014/main" id="{AB4FB379-5606-DE2E-E66E-6C3033D91379}"/>
                </a:ext>
              </a:extLst>
            </p:cNvPr>
            <p:cNvSpPr txBox="1"/>
            <p:nvPr/>
          </p:nvSpPr>
          <p:spPr>
            <a:xfrm>
              <a:off x="9803494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276" name="Textfeld 275">
              <a:extLst>
                <a:ext uri="{FF2B5EF4-FFF2-40B4-BE49-F238E27FC236}">
                  <a16:creationId xmlns:a16="http://schemas.microsoft.com/office/drawing/2014/main" id="{8AAD60E2-5C95-F8C3-6157-3CAF017DC4E3}"/>
                </a:ext>
              </a:extLst>
            </p:cNvPr>
            <p:cNvSpPr txBox="1"/>
            <p:nvPr/>
          </p:nvSpPr>
          <p:spPr>
            <a:xfrm>
              <a:off x="10108292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cxnSp>
          <p:nvCxnSpPr>
            <p:cNvPr id="277" name="Gerade Verbindung mit Pfeil 276">
              <a:extLst>
                <a:ext uri="{FF2B5EF4-FFF2-40B4-BE49-F238E27FC236}">
                  <a16:creationId xmlns:a16="http://schemas.microsoft.com/office/drawing/2014/main" id="{29C7DDEB-8356-325B-0101-634FB00DA235}"/>
                </a:ext>
              </a:extLst>
            </p:cNvPr>
            <p:cNvCxnSpPr>
              <a:cxnSpLocks/>
            </p:cNvCxnSpPr>
            <p:nvPr/>
          </p:nvCxnSpPr>
          <p:spPr>
            <a:xfrm>
              <a:off x="729834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Gerade Verbindung mit Pfeil 277">
              <a:extLst>
                <a:ext uri="{FF2B5EF4-FFF2-40B4-BE49-F238E27FC236}">
                  <a16:creationId xmlns:a16="http://schemas.microsoft.com/office/drawing/2014/main" id="{306EEF38-EA58-B97D-40C4-0844A1D766E0}"/>
                </a:ext>
              </a:extLst>
            </p:cNvPr>
            <p:cNvCxnSpPr>
              <a:cxnSpLocks/>
            </p:cNvCxnSpPr>
            <p:nvPr/>
          </p:nvCxnSpPr>
          <p:spPr>
            <a:xfrm>
              <a:off x="761213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Gerade Verbindung mit Pfeil 278">
              <a:extLst>
                <a:ext uri="{FF2B5EF4-FFF2-40B4-BE49-F238E27FC236}">
                  <a16:creationId xmlns:a16="http://schemas.microsoft.com/office/drawing/2014/main" id="{F96501B0-7F4C-BEE6-0C58-D954FC6B23FF}"/>
                </a:ext>
              </a:extLst>
            </p:cNvPr>
            <p:cNvCxnSpPr>
              <a:cxnSpLocks/>
            </p:cNvCxnSpPr>
            <p:nvPr/>
          </p:nvCxnSpPr>
          <p:spPr>
            <a:xfrm>
              <a:off x="823970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Gerade Verbindung mit Pfeil 279">
              <a:extLst>
                <a:ext uri="{FF2B5EF4-FFF2-40B4-BE49-F238E27FC236}">
                  <a16:creationId xmlns:a16="http://schemas.microsoft.com/office/drawing/2014/main" id="{884DFC47-816A-41BD-1DBA-B8216F5BAC61}"/>
                </a:ext>
              </a:extLst>
            </p:cNvPr>
            <p:cNvCxnSpPr>
              <a:cxnSpLocks/>
            </p:cNvCxnSpPr>
            <p:nvPr/>
          </p:nvCxnSpPr>
          <p:spPr>
            <a:xfrm>
              <a:off x="855348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Gerade Verbindung mit Pfeil 280">
              <a:extLst>
                <a:ext uri="{FF2B5EF4-FFF2-40B4-BE49-F238E27FC236}">
                  <a16:creationId xmlns:a16="http://schemas.microsoft.com/office/drawing/2014/main" id="{232FF43F-BE19-9FDD-FDA8-2B569A131D90}"/>
                </a:ext>
              </a:extLst>
            </p:cNvPr>
            <p:cNvCxnSpPr>
              <a:cxnSpLocks/>
            </p:cNvCxnSpPr>
            <p:nvPr/>
          </p:nvCxnSpPr>
          <p:spPr>
            <a:xfrm>
              <a:off x="886727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Gerade Verbindung mit Pfeil 281">
              <a:extLst>
                <a:ext uri="{FF2B5EF4-FFF2-40B4-BE49-F238E27FC236}">
                  <a16:creationId xmlns:a16="http://schemas.microsoft.com/office/drawing/2014/main" id="{E0759FFA-EEF3-BE9A-1802-9B502BB7C7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105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Gerade Verbindung mit Pfeil 282">
              <a:extLst>
                <a:ext uri="{FF2B5EF4-FFF2-40B4-BE49-F238E27FC236}">
                  <a16:creationId xmlns:a16="http://schemas.microsoft.com/office/drawing/2014/main" id="{7921FF05-8A62-11F7-ED11-2B0DAE3D4E95}"/>
                </a:ext>
              </a:extLst>
            </p:cNvPr>
            <p:cNvCxnSpPr>
              <a:cxnSpLocks/>
            </p:cNvCxnSpPr>
            <p:nvPr/>
          </p:nvCxnSpPr>
          <p:spPr>
            <a:xfrm>
              <a:off x="949484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Gerade Verbindung mit Pfeil 283">
              <a:extLst>
                <a:ext uri="{FF2B5EF4-FFF2-40B4-BE49-F238E27FC236}">
                  <a16:creationId xmlns:a16="http://schemas.microsoft.com/office/drawing/2014/main" id="{2692EB0C-B6BA-FDE4-EFAC-3690A46FEE8D}"/>
                </a:ext>
              </a:extLst>
            </p:cNvPr>
            <p:cNvCxnSpPr>
              <a:cxnSpLocks/>
            </p:cNvCxnSpPr>
            <p:nvPr/>
          </p:nvCxnSpPr>
          <p:spPr>
            <a:xfrm>
              <a:off x="980862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Gerade Verbindung mit Pfeil 284">
              <a:extLst>
                <a:ext uri="{FF2B5EF4-FFF2-40B4-BE49-F238E27FC236}">
                  <a16:creationId xmlns:a16="http://schemas.microsoft.com/office/drawing/2014/main" id="{C6F50508-CBDF-81DB-DFD2-A489AF0575D7}"/>
                </a:ext>
              </a:extLst>
            </p:cNvPr>
            <p:cNvCxnSpPr>
              <a:cxnSpLocks/>
            </p:cNvCxnSpPr>
            <p:nvPr/>
          </p:nvCxnSpPr>
          <p:spPr>
            <a:xfrm>
              <a:off x="1012241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Gerade Verbindung mit Pfeil 285">
              <a:extLst>
                <a:ext uri="{FF2B5EF4-FFF2-40B4-BE49-F238E27FC236}">
                  <a16:creationId xmlns:a16="http://schemas.microsoft.com/office/drawing/2014/main" id="{C01F3471-2738-6175-EE89-AF83E1D739E3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19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feld 286">
              <a:extLst>
                <a:ext uri="{FF2B5EF4-FFF2-40B4-BE49-F238E27FC236}">
                  <a16:creationId xmlns:a16="http://schemas.microsoft.com/office/drawing/2014/main" id="{4922FEC4-A67F-FEC2-C9AB-4AD9F8904924}"/>
                </a:ext>
              </a:extLst>
            </p:cNvPr>
            <p:cNvSpPr txBox="1"/>
            <p:nvPr/>
          </p:nvSpPr>
          <p:spPr>
            <a:xfrm>
              <a:off x="10770488" y="2850740"/>
              <a:ext cx="1673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Learning signal</a:t>
              </a:r>
            </a:p>
          </p:txBody>
        </p:sp>
        <p:cxnSp>
          <p:nvCxnSpPr>
            <p:cNvPr id="288" name="Gerade Verbindung mit Pfeil 287">
              <a:extLst>
                <a:ext uri="{FF2B5EF4-FFF2-40B4-BE49-F238E27FC236}">
                  <a16:creationId xmlns:a16="http://schemas.microsoft.com/office/drawing/2014/main" id="{B82C801F-7921-D10F-2ABB-46810E124A13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980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Gerade Verbindung mit Pfeil 288">
              <a:extLst>
                <a:ext uri="{FF2B5EF4-FFF2-40B4-BE49-F238E27FC236}">
                  <a16:creationId xmlns:a16="http://schemas.microsoft.com/office/drawing/2014/main" id="{A2C2AC62-401A-6C7F-FFFF-4680FB96CC6F}"/>
                </a:ext>
              </a:extLst>
            </p:cNvPr>
            <p:cNvCxnSpPr>
              <a:cxnSpLocks/>
            </p:cNvCxnSpPr>
            <p:nvPr/>
          </p:nvCxnSpPr>
          <p:spPr>
            <a:xfrm>
              <a:off x="604320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Gerade Verbindung mit Pfeil 289">
              <a:extLst>
                <a:ext uri="{FF2B5EF4-FFF2-40B4-BE49-F238E27FC236}">
                  <a16:creationId xmlns:a16="http://schemas.microsoft.com/office/drawing/2014/main" id="{DD05CA0F-45CB-4F27-3F3E-9E08429DB3B9}"/>
                </a:ext>
              </a:extLst>
            </p:cNvPr>
            <p:cNvCxnSpPr>
              <a:cxnSpLocks/>
            </p:cNvCxnSpPr>
            <p:nvPr/>
          </p:nvCxnSpPr>
          <p:spPr>
            <a:xfrm>
              <a:off x="572942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Gerade Verbindung mit Pfeil 290">
              <a:extLst>
                <a:ext uri="{FF2B5EF4-FFF2-40B4-BE49-F238E27FC236}">
                  <a16:creationId xmlns:a16="http://schemas.microsoft.com/office/drawing/2014/main" id="{59CC79E0-6669-E024-F81F-85E852E26C32}"/>
                </a:ext>
              </a:extLst>
            </p:cNvPr>
            <p:cNvCxnSpPr>
              <a:cxnSpLocks/>
            </p:cNvCxnSpPr>
            <p:nvPr/>
          </p:nvCxnSpPr>
          <p:spPr>
            <a:xfrm>
              <a:off x="478806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Gerade Verbindung mit Pfeil 291">
              <a:extLst>
                <a:ext uri="{FF2B5EF4-FFF2-40B4-BE49-F238E27FC236}">
                  <a16:creationId xmlns:a16="http://schemas.microsoft.com/office/drawing/2014/main" id="{75CA88CF-DD53-F74D-3D03-D569F1165CE0}"/>
                </a:ext>
              </a:extLst>
            </p:cNvPr>
            <p:cNvCxnSpPr>
              <a:cxnSpLocks/>
            </p:cNvCxnSpPr>
            <p:nvPr/>
          </p:nvCxnSpPr>
          <p:spPr>
            <a:xfrm>
              <a:off x="384671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Gerade Verbindung mit Pfeil 292">
              <a:extLst>
                <a:ext uri="{FF2B5EF4-FFF2-40B4-BE49-F238E27FC236}">
                  <a16:creationId xmlns:a16="http://schemas.microsoft.com/office/drawing/2014/main" id="{EAD33B87-458B-F985-C33F-9A809F26B84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92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Gerade Verbindung mit Pfeil 293">
              <a:extLst>
                <a:ext uri="{FF2B5EF4-FFF2-40B4-BE49-F238E27FC236}">
                  <a16:creationId xmlns:a16="http://schemas.microsoft.com/office/drawing/2014/main" id="{EA215C0A-6518-6621-98EF-7340D60A83CD}"/>
                </a:ext>
              </a:extLst>
            </p:cNvPr>
            <p:cNvCxnSpPr>
              <a:cxnSpLocks/>
            </p:cNvCxnSpPr>
            <p:nvPr/>
          </p:nvCxnSpPr>
          <p:spPr>
            <a:xfrm>
              <a:off x="321914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Gerade Verbindung mit Pfeil 294">
              <a:extLst>
                <a:ext uri="{FF2B5EF4-FFF2-40B4-BE49-F238E27FC236}">
                  <a16:creationId xmlns:a16="http://schemas.microsoft.com/office/drawing/2014/main" id="{F7120AC7-A822-AB92-F5DC-16EB8B3FDD33}"/>
                </a:ext>
              </a:extLst>
            </p:cNvPr>
            <p:cNvCxnSpPr>
              <a:cxnSpLocks/>
            </p:cNvCxnSpPr>
            <p:nvPr/>
          </p:nvCxnSpPr>
          <p:spPr>
            <a:xfrm>
              <a:off x="290535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Gerade Verbindung mit Pfeil 295">
              <a:extLst>
                <a:ext uri="{FF2B5EF4-FFF2-40B4-BE49-F238E27FC236}">
                  <a16:creationId xmlns:a16="http://schemas.microsoft.com/office/drawing/2014/main" id="{E5CDB90E-1167-C6D8-AF76-FF97B77D40C3}"/>
                </a:ext>
              </a:extLst>
            </p:cNvPr>
            <p:cNvCxnSpPr>
              <a:cxnSpLocks/>
            </p:cNvCxnSpPr>
            <p:nvPr/>
          </p:nvCxnSpPr>
          <p:spPr>
            <a:xfrm>
              <a:off x="259157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Gerade Verbindung mit Pfeil 296">
              <a:extLst>
                <a:ext uri="{FF2B5EF4-FFF2-40B4-BE49-F238E27FC236}">
                  <a16:creationId xmlns:a16="http://schemas.microsoft.com/office/drawing/2014/main" id="{A3375EAE-69F4-46DC-E81D-6ED82AAA61DD}"/>
                </a:ext>
              </a:extLst>
            </p:cNvPr>
            <p:cNvCxnSpPr>
              <a:cxnSpLocks/>
            </p:cNvCxnSpPr>
            <p:nvPr/>
          </p:nvCxnSpPr>
          <p:spPr>
            <a:xfrm>
              <a:off x="227778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Gerade Verbindung mit Pfeil 297">
              <a:extLst>
                <a:ext uri="{FF2B5EF4-FFF2-40B4-BE49-F238E27FC236}">
                  <a16:creationId xmlns:a16="http://schemas.microsoft.com/office/drawing/2014/main" id="{451B05BD-7687-AE18-59D6-7A3FE149FEE1}"/>
                </a:ext>
              </a:extLst>
            </p:cNvPr>
            <p:cNvCxnSpPr>
              <a:stCxn id="206" idx="3"/>
              <a:endCxn id="208" idx="1"/>
            </p:cNvCxnSpPr>
            <p:nvPr/>
          </p:nvCxnSpPr>
          <p:spPr>
            <a:xfrm>
              <a:off x="6888671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Gerade Verbindung mit Pfeil 298">
              <a:extLst>
                <a:ext uri="{FF2B5EF4-FFF2-40B4-BE49-F238E27FC236}">
                  <a16:creationId xmlns:a16="http://schemas.microsoft.com/office/drawing/2014/main" id="{BDB11E03-16B8-0FA4-F730-07ACED2345EC}"/>
                </a:ext>
              </a:extLst>
            </p:cNvPr>
            <p:cNvCxnSpPr>
              <a:cxnSpLocks/>
            </p:cNvCxnSpPr>
            <p:nvPr/>
          </p:nvCxnSpPr>
          <p:spPr>
            <a:xfrm>
              <a:off x="447428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Gerade Verbindung mit Pfeil 299">
              <a:extLst>
                <a:ext uri="{FF2B5EF4-FFF2-40B4-BE49-F238E27FC236}">
                  <a16:creationId xmlns:a16="http://schemas.microsoft.com/office/drawing/2014/main" id="{85F83889-C655-8ADB-C386-30B0508BB036}"/>
                </a:ext>
              </a:extLst>
            </p:cNvPr>
            <p:cNvCxnSpPr>
              <a:cxnSpLocks/>
            </p:cNvCxnSpPr>
            <p:nvPr/>
          </p:nvCxnSpPr>
          <p:spPr>
            <a:xfrm>
              <a:off x="667077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Gerade Verbindung mit Pfeil 300">
              <a:extLst>
                <a:ext uri="{FF2B5EF4-FFF2-40B4-BE49-F238E27FC236}">
                  <a16:creationId xmlns:a16="http://schemas.microsoft.com/office/drawing/2014/main" id="{A1D295D5-ABEA-5824-D89F-AFCEEB045C18}"/>
                </a:ext>
              </a:extLst>
            </p:cNvPr>
            <p:cNvCxnSpPr>
              <a:cxnSpLocks/>
            </p:cNvCxnSpPr>
            <p:nvPr/>
          </p:nvCxnSpPr>
          <p:spPr>
            <a:xfrm>
              <a:off x="4160499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Gerade Verbindung mit Pfeil 301">
              <a:extLst>
                <a:ext uri="{FF2B5EF4-FFF2-40B4-BE49-F238E27FC236}">
                  <a16:creationId xmlns:a16="http://schemas.microsoft.com/office/drawing/2014/main" id="{646B051B-474F-5EED-BEEA-390FF1A8BA44}"/>
                </a:ext>
              </a:extLst>
            </p:cNvPr>
            <p:cNvCxnSpPr>
              <a:cxnSpLocks/>
            </p:cNvCxnSpPr>
            <p:nvPr/>
          </p:nvCxnSpPr>
          <p:spPr>
            <a:xfrm>
              <a:off x="510185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Gerade Verbindung mit Pfeil 302">
              <a:extLst>
                <a:ext uri="{FF2B5EF4-FFF2-40B4-BE49-F238E27FC236}">
                  <a16:creationId xmlns:a16="http://schemas.microsoft.com/office/drawing/2014/main" id="{B79E453D-BA7E-199C-85A9-2E4D80DAA74F}"/>
                </a:ext>
              </a:extLst>
            </p:cNvPr>
            <p:cNvCxnSpPr>
              <a:cxnSpLocks/>
            </p:cNvCxnSpPr>
            <p:nvPr/>
          </p:nvCxnSpPr>
          <p:spPr>
            <a:xfrm>
              <a:off x="5415639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Gerade Verbindung mit Pfeil 303">
              <a:extLst>
                <a:ext uri="{FF2B5EF4-FFF2-40B4-BE49-F238E27FC236}">
                  <a16:creationId xmlns:a16="http://schemas.microsoft.com/office/drawing/2014/main" id="{96318D5C-022E-FEC1-1D68-EEA2DDB2C723}"/>
                </a:ext>
              </a:extLst>
            </p:cNvPr>
            <p:cNvCxnSpPr>
              <a:cxnSpLocks/>
            </p:cNvCxnSpPr>
            <p:nvPr/>
          </p:nvCxnSpPr>
          <p:spPr>
            <a:xfrm>
              <a:off x="635699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Gerade Verbindung mit Pfeil 304">
              <a:extLst>
                <a:ext uri="{FF2B5EF4-FFF2-40B4-BE49-F238E27FC236}">
                  <a16:creationId xmlns:a16="http://schemas.microsoft.com/office/drawing/2014/main" id="{F1BC920B-86DC-FE5C-E4B6-36714AC85F70}"/>
                </a:ext>
              </a:extLst>
            </p:cNvPr>
            <p:cNvCxnSpPr>
              <a:cxnSpLocks/>
            </p:cNvCxnSpPr>
            <p:nvPr/>
          </p:nvCxnSpPr>
          <p:spPr>
            <a:xfrm>
              <a:off x="698456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Gerade Verbindung mit Pfeil 305">
              <a:extLst>
                <a:ext uri="{FF2B5EF4-FFF2-40B4-BE49-F238E27FC236}">
                  <a16:creationId xmlns:a16="http://schemas.microsoft.com/office/drawing/2014/main" id="{A07DA12B-C723-D685-FA20-986CD5D023B0}"/>
                </a:ext>
              </a:extLst>
            </p:cNvPr>
            <p:cNvCxnSpPr>
              <a:cxnSpLocks/>
            </p:cNvCxnSpPr>
            <p:nvPr/>
          </p:nvCxnSpPr>
          <p:spPr>
            <a:xfrm>
              <a:off x="7925919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8" name="Gerade Verbindung 307">
            <a:extLst>
              <a:ext uri="{FF2B5EF4-FFF2-40B4-BE49-F238E27FC236}">
                <a16:creationId xmlns:a16="http://schemas.microsoft.com/office/drawing/2014/main" id="{D503EC39-129B-9CCC-8A03-70C79194BD30}"/>
              </a:ext>
            </a:extLst>
          </p:cNvPr>
          <p:cNvCxnSpPr/>
          <p:nvPr/>
        </p:nvCxnSpPr>
        <p:spPr>
          <a:xfrm>
            <a:off x="12599987" y="0"/>
            <a:ext cx="0" cy="71993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83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ADA51AA-3860-B07C-4B22-FD22A35F46EC}"/>
              </a:ext>
            </a:extLst>
          </p:cNvPr>
          <p:cNvGrpSpPr/>
          <p:nvPr/>
        </p:nvGrpSpPr>
        <p:grpSpPr>
          <a:xfrm>
            <a:off x="6455637" y="804560"/>
            <a:ext cx="12288700" cy="5590195"/>
            <a:chOff x="155644" y="804559"/>
            <a:chExt cx="12288700" cy="5590195"/>
          </a:xfrm>
        </p:grpSpPr>
        <p:sp>
          <p:nvSpPr>
            <p:cNvPr id="5" name="Abgerundetes Rechteck 4">
              <a:extLst>
                <a:ext uri="{FF2B5EF4-FFF2-40B4-BE49-F238E27FC236}">
                  <a16:creationId xmlns:a16="http://schemas.microsoft.com/office/drawing/2014/main" id="{E2299844-7D11-CFFF-62C5-F35BF737AC3B}"/>
                </a:ext>
              </a:extLst>
            </p:cNvPr>
            <p:cNvSpPr/>
            <p:nvPr/>
          </p:nvSpPr>
          <p:spPr>
            <a:xfrm>
              <a:off x="1563530" y="3220072"/>
              <a:ext cx="9622972" cy="1723264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Abgerundetes Rechteck 5">
              <a:extLst>
                <a:ext uri="{FF2B5EF4-FFF2-40B4-BE49-F238E27FC236}">
                  <a16:creationId xmlns:a16="http://schemas.microsoft.com/office/drawing/2014/main" id="{F1D4A7FF-ACAE-13F7-16AD-BB2C5676D695}"/>
                </a:ext>
              </a:extLst>
            </p:cNvPr>
            <p:cNvSpPr/>
            <p:nvPr/>
          </p:nvSpPr>
          <p:spPr>
            <a:xfrm>
              <a:off x="1563530" y="809609"/>
              <a:ext cx="9622972" cy="17232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66465438-09EB-857E-9732-3024EA4CF85E}"/>
                </a:ext>
              </a:extLst>
            </p:cNvPr>
            <p:cNvSpPr txBox="1"/>
            <p:nvPr/>
          </p:nvSpPr>
          <p:spPr>
            <a:xfrm>
              <a:off x="10636888" y="809609"/>
              <a:ext cx="47869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❄️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CA2824CC-10BC-7A68-0693-71D7D0004F95}"/>
                </a:ext>
              </a:extLst>
            </p:cNvPr>
            <p:cNvSpPr/>
            <p:nvPr/>
          </p:nvSpPr>
          <p:spPr>
            <a:xfrm>
              <a:off x="297762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54682FAF-A6A5-778E-A262-750BAC0DF329}"/>
                </a:ext>
              </a:extLst>
            </p:cNvPr>
            <p:cNvSpPr/>
            <p:nvPr/>
          </p:nvSpPr>
          <p:spPr>
            <a:xfrm>
              <a:off x="328997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0653745-9248-343F-2758-1EA49318FEE4}"/>
                </a:ext>
              </a:extLst>
            </p:cNvPr>
            <p:cNvSpPr/>
            <p:nvPr/>
          </p:nvSpPr>
          <p:spPr>
            <a:xfrm>
              <a:off x="360232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CB242BF1-4615-A2B6-73D0-E9DBEB06BBE2}"/>
                </a:ext>
              </a:extLst>
            </p:cNvPr>
            <p:cNvSpPr/>
            <p:nvPr/>
          </p:nvSpPr>
          <p:spPr>
            <a:xfrm>
              <a:off x="391467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D9F288A-3500-1D2C-B163-21745C4164F7}"/>
                </a:ext>
              </a:extLst>
            </p:cNvPr>
            <p:cNvSpPr/>
            <p:nvPr/>
          </p:nvSpPr>
          <p:spPr>
            <a:xfrm>
              <a:off x="4227025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BA384A4-3433-8CC7-C3DA-7E6F70E0A0A7}"/>
                </a:ext>
              </a:extLst>
            </p:cNvPr>
            <p:cNvSpPr/>
            <p:nvPr/>
          </p:nvSpPr>
          <p:spPr>
            <a:xfrm>
              <a:off x="4539376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73B9AA2-26A4-A9A9-FB63-B5AAD73D37A7}"/>
                </a:ext>
              </a:extLst>
            </p:cNvPr>
            <p:cNvSpPr/>
            <p:nvPr/>
          </p:nvSpPr>
          <p:spPr>
            <a:xfrm>
              <a:off x="4851727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CBA5E30-DB67-2084-F450-D54B45BF7F76}"/>
                </a:ext>
              </a:extLst>
            </p:cNvPr>
            <p:cNvSpPr/>
            <p:nvPr/>
          </p:nvSpPr>
          <p:spPr>
            <a:xfrm>
              <a:off x="516407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76024E39-67FB-6914-59C3-445380D72EF2}"/>
                </a:ext>
              </a:extLst>
            </p:cNvPr>
            <p:cNvSpPr/>
            <p:nvPr/>
          </p:nvSpPr>
          <p:spPr>
            <a:xfrm>
              <a:off x="547642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B45A226-9888-E8F9-CC51-7B384AF1FD57}"/>
                </a:ext>
              </a:extLst>
            </p:cNvPr>
            <p:cNvSpPr/>
            <p:nvPr/>
          </p:nvSpPr>
          <p:spPr>
            <a:xfrm>
              <a:off x="578878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5E9B02C4-C451-6CDE-2108-9EBACDFD0B82}"/>
                </a:ext>
              </a:extLst>
            </p:cNvPr>
            <p:cNvSpPr/>
            <p:nvPr/>
          </p:nvSpPr>
          <p:spPr>
            <a:xfrm>
              <a:off x="610113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2B07C18-73C5-BC26-C01E-1FCCE8EB773A}"/>
                </a:ext>
              </a:extLst>
            </p:cNvPr>
            <p:cNvSpPr/>
            <p:nvPr/>
          </p:nvSpPr>
          <p:spPr>
            <a:xfrm>
              <a:off x="641348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F7518401-7068-A63D-BD52-1383222F0AF4}"/>
                </a:ext>
              </a:extLst>
            </p:cNvPr>
            <p:cNvSpPr/>
            <p:nvPr/>
          </p:nvSpPr>
          <p:spPr>
            <a:xfrm>
              <a:off x="672583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EBD4471-590A-0D0C-E550-A80CE4608EC0}"/>
                </a:ext>
              </a:extLst>
            </p:cNvPr>
            <p:cNvSpPr/>
            <p:nvPr/>
          </p:nvSpPr>
          <p:spPr>
            <a:xfrm>
              <a:off x="703818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8F10C9A-21BA-EC65-F3DC-3B0BA34A4F6A}"/>
                </a:ext>
              </a:extLst>
            </p:cNvPr>
            <p:cNvSpPr/>
            <p:nvPr/>
          </p:nvSpPr>
          <p:spPr>
            <a:xfrm>
              <a:off x="7350535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E55AF8F7-1A89-4C35-4FCC-010DD8FEC11A}"/>
                </a:ext>
              </a:extLst>
            </p:cNvPr>
            <p:cNvSpPr/>
            <p:nvPr/>
          </p:nvSpPr>
          <p:spPr>
            <a:xfrm>
              <a:off x="7662886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AECB05A5-5B0D-CE5A-C9D4-D910EB8B992B}"/>
                </a:ext>
              </a:extLst>
            </p:cNvPr>
            <p:cNvSpPr/>
            <p:nvPr/>
          </p:nvSpPr>
          <p:spPr>
            <a:xfrm>
              <a:off x="7975237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F4B72DA7-2C32-BC56-8651-67557E35DD58}"/>
                </a:ext>
              </a:extLst>
            </p:cNvPr>
            <p:cNvSpPr/>
            <p:nvPr/>
          </p:nvSpPr>
          <p:spPr>
            <a:xfrm>
              <a:off x="828758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41FDFA70-8638-8698-DF88-C03A64649F48}"/>
                </a:ext>
              </a:extLst>
            </p:cNvPr>
            <p:cNvSpPr/>
            <p:nvPr/>
          </p:nvSpPr>
          <p:spPr>
            <a:xfrm>
              <a:off x="859993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E6EB452F-0B8F-0AD7-601B-273DA8D2A703}"/>
                </a:ext>
              </a:extLst>
            </p:cNvPr>
            <p:cNvSpPr/>
            <p:nvPr/>
          </p:nvSpPr>
          <p:spPr>
            <a:xfrm>
              <a:off x="891229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40417510-9D61-A5A1-4C65-10A8C97A016C}"/>
                </a:ext>
              </a:extLst>
            </p:cNvPr>
            <p:cNvSpPr/>
            <p:nvPr/>
          </p:nvSpPr>
          <p:spPr>
            <a:xfrm>
              <a:off x="9224641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DFD5B4B-47F7-D3CD-7D11-F694767581B1}"/>
                </a:ext>
              </a:extLst>
            </p:cNvPr>
            <p:cNvSpPr/>
            <p:nvPr/>
          </p:nvSpPr>
          <p:spPr>
            <a:xfrm>
              <a:off x="9536992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4498AA54-B54C-73A1-4276-42252CC0C2DC}"/>
                </a:ext>
              </a:extLst>
            </p:cNvPr>
            <p:cNvSpPr/>
            <p:nvPr/>
          </p:nvSpPr>
          <p:spPr>
            <a:xfrm>
              <a:off x="2040568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8B3ED21-F7C5-D7D5-DB8B-B7157ECC65CF}"/>
                </a:ext>
              </a:extLst>
            </p:cNvPr>
            <p:cNvSpPr/>
            <p:nvPr/>
          </p:nvSpPr>
          <p:spPr>
            <a:xfrm>
              <a:off x="2352919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93DF9231-44AB-5A06-705C-396A6236B979}"/>
                </a:ext>
              </a:extLst>
            </p:cNvPr>
            <p:cNvSpPr/>
            <p:nvPr/>
          </p:nvSpPr>
          <p:spPr>
            <a:xfrm>
              <a:off x="266527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7362E20F-4BE5-158D-00A6-F1990CE1002D}"/>
                </a:ext>
              </a:extLst>
            </p:cNvPr>
            <p:cNvSpPr/>
            <p:nvPr/>
          </p:nvSpPr>
          <p:spPr>
            <a:xfrm>
              <a:off x="9849343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A01047C3-0791-BA2E-450C-4B804B953E31}"/>
                </a:ext>
              </a:extLst>
            </p:cNvPr>
            <p:cNvSpPr/>
            <p:nvPr/>
          </p:nvSpPr>
          <p:spPr>
            <a:xfrm>
              <a:off x="10161694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5944818F-6474-B36D-8E08-C7E68CF14E74}"/>
                </a:ext>
              </a:extLst>
            </p:cNvPr>
            <p:cNvSpPr/>
            <p:nvPr/>
          </p:nvSpPr>
          <p:spPr>
            <a:xfrm>
              <a:off x="10474050" y="123543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8B10F834-BB64-716B-10D1-261DA4BA8E91}"/>
                </a:ext>
              </a:extLst>
            </p:cNvPr>
            <p:cNvSpPr txBox="1"/>
            <p:nvPr/>
          </p:nvSpPr>
          <p:spPr>
            <a:xfrm>
              <a:off x="155645" y="804559"/>
              <a:ext cx="96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Teacher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2C1E7677-393B-2605-F1A0-7FF798E08355}"/>
                </a:ext>
              </a:extLst>
            </p:cNvPr>
            <p:cNvSpPr txBox="1"/>
            <p:nvPr/>
          </p:nvSpPr>
          <p:spPr>
            <a:xfrm>
              <a:off x="155644" y="322001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Student</a:t>
              </a:r>
            </a:p>
          </p:txBody>
        </p: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A068D03C-9CAB-D556-C562-9267C854F5D4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1144657" y="1723952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79DE62AA-B303-421B-A8B1-B7D37FD2A63F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2219646" y="1723952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B3A1AF2F-B762-10E4-2C53-E54DBA8962D3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>
              <a:off x="251575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F85306FC-F374-5449-0E55-11A5B5ADAD2D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282810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44A77EBD-5261-5B43-D692-C97CD3D18A6E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314045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002D583F-BCD9-AF1A-2B98-486F97E4ADC5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>
              <a:off x="345281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E2A4DB93-E856-8F19-BA1C-63C9480323CA}"/>
                </a:ext>
              </a:extLst>
            </p:cNvPr>
            <p:cNvCxnSpPr>
              <a:endCxn id="11" idx="1"/>
            </p:cNvCxnSpPr>
            <p:nvPr/>
          </p:nvCxnSpPr>
          <p:spPr>
            <a:xfrm>
              <a:off x="3777047" y="1723952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8BEF333A-9AF8-08D7-C8EF-27ED9B7F5AE9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4077512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BC5E2624-295A-4F01-9B10-ED9F7170F1FE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4389863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2C1AF5A6-D7C5-D045-A63E-6EFF85340EA5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4702214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D4373B2E-B5B2-79C8-A540-2D3E74676980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5014565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EB1DC3B8-BD8D-97FB-C502-3C901A0959CA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5326916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EF522289-724D-86B3-944F-7C9F94FEED7F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>
              <a:off x="563926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1E9BAC87-B899-693F-975A-7479F978DDCC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>
              <a:off x="595161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9E379CBF-7ED9-66CA-9CD3-A117C7A0E415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626396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FD01E2D0-A688-A63B-5997-379EFE8AB237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657632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B7E066AC-7947-EF1F-09DC-FE9F2CD6FC54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>
              <a:off x="6888671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DA101D9E-3AD9-EDC3-291A-19A14877296A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7201022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81D7F9EE-D424-864E-D1E4-E51AF9DC7368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7513373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C19E82B0-F734-E3C5-BADF-6AC427184D81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7825724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0D58FD7C-8406-1642-CE80-AB9B1B9F5C59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8138075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322C898C-4AA1-05C3-076C-7D2EB7AF0FFC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8450426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E7B112A6-A2AC-4B1B-A76D-78A7627C18D8}"/>
                </a:ext>
              </a:extLst>
            </p:cNvPr>
            <p:cNvCxnSpPr>
              <a:stCxn id="26" idx="3"/>
              <a:endCxn id="27" idx="1"/>
            </p:cNvCxnSpPr>
            <p:nvPr/>
          </p:nvCxnSpPr>
          <p:spPr>
            <a:xfrm>
              <a:off x="8762777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F5CF9D1C-9DE6-948D-6D94-42DBDC8EED55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9075128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mit Pfeil 61">
              <a:extLst>
                <a:ext uri="{FF2B5EF4-FFF2-40B4-BE49-F238E27FC236}">
                  <a16:creationId xmlns:a16="http://schemas.microsoft.com/office/drawing/2014/main" id="{6192A42F-B5E9-E676-FF81-DC2FB48B082E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>
              <a:off x="9387479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62896271-0996-1B8C-19FF-A5E6BECC3A7E}"/>
                </a:ext>
              </a:extLst>
            </p:cNvPr>
            <p:cNvCxnSpPr>
              <a:stCxn id="29" idx="3"/>
              <a:endCxn id="33" idx="1"/>
            </p:cNvCxnSpPr>
            <p:nvPr/>
          </p:nvCxnSpPr>
          <p:spPr>
            <a:xfrm>
              <a:off x="9699830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3990181A-95EF-CF9D-5BE9-608997B8BE46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>
              <a:off x="10012181" y="172395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 Verbindung mit Pfeil 64">
              <a:extLst>
                <a:ext uri="{FF2B5EF4-FFF2-40B4-BE49-F238E27FC236}">
                  <a16:creationId xmlns:a16="http://schemas.microsoft.com/office/drawing/2014/main" id="{7C9258E4-962A-78CB-163D-3CF8F1BD71D1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10324532" y="1723952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9846801D-AE33-2A8B-248F-F3B687B27FBD}"/>
                </a:ext>
              </a:extLst>
            </p:cNvPr>
            <p:cNvCxnSpPr>
              <a:stCxn id="35" idx="3"/>
            </p:cNvCxnSpPr>
            <p:nvPr/>
          </p:nvCxnSpPr>
          <p:spPr>
            <a:xfrm>
              <a:off x="10636888" y="1723952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622F0E26-0290-48A7-BC1B-91C37A5FF9DD}"/>
                </a:ext>
              </a:extLst>
            </p:cNvPr>
            <p:cNvSpPr/>
            <p:nvPr/>
          </p:nvSpPr>
          <p:spPr>
            <a:xfrm>
              <a:off x="297762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F2E6D117-DBDB-84DB-47B7-8FBEEEDCD4CE}"/>
                </a:ext>
              </a:extLst>
            </p:cNvPr>
            <p:cNvSpPr/>
            <p:nvPr/>
          </p:nvSpPr>
          <p:spPr>
            <a:xfrm>
              <a:off x="328997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404572D1-FFC1-AB3B-81BE-1E063DE62E8E}"/>
                </a:ext>
              </a:extLst>
            </p:cNvPr>
            <p:cNvSpPr/>
            <p:nvPr/>
          </p:nvSpPr>
          <p:spPr>
            <a:xfrm>
              <a:off x="360232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26DB1146-4BDD-8AA6-25D3-043D87C5C196}"/>
                </a:ext>
              </a:extLst>
            </p:cNvPr>
            <p:cNvSpPr/>
            <p:nvPr/>
          </p:nvSpPr>
          <p:spPr>
            <a:xfrm>
              <a:off x="391467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FA07F229-41E3-93CC-A92E-1A632BFFAD2C}"/>
                </a:ext>
              </a:extLst>
            </p:cNvPr>
            <p:cNvSpPr/>
            <p:nvPr/>
          </p:nvSpPr>
          <p:spPr>
            <a:xfrm>
              <a:off x="4227025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8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09A0D846-CEB6-7520-BADD-C63015F61AFA}"/>
                </a:ext>
              </a:extLst>
            </p:cNvPr>
            <p:cNvSpPr/>
            <p:nvPr/>
          </p:nvSpPr>
          <p:spPr>
            <a:xfrm>
              <a:off x="4539376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1609CFD8-C773-529A-B2C2-013C257CD960}"/>
                </a:ext>
              </a:extLst>
            </p:cNvPr>
            <p:cNvSpPr/>
            <p:nvPr/>
          </p:nvSpPr>
          <p:spPr>
            <a:xfrm>
              <a:off x="4851727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C953C409-67F8-05BB-762F-2F8143BFE2AB}"/>
                </a:ext>
              </a:extLst>
            </p:cNvPr>
            <p:cNvSpPr/>
            <p:nvPr/>
          </p:nvSpPr>
          <p:spPr>
            <a:xfrm>
              <a:off x="5164078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19000"/>
                    </a:schemeClr>
                  </a:solidFill>
                </a:rPr>
                <a:t>11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E1E7AAE6-B54D-96C5-BFBA-6EAC459B10E5}"/>
                </a:ext>
              </a:extLst>
            </p:cNvPr>
            <p:cNvSpPr/>
            <p:nvPr/>
          </p:nvSpPr>
          <p:spPr>
            <a:xfrm>
              <a:off x="547642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1C234160-DB4D-3DC4-B0A8-B333DB2DF032}"/>
                </a:ext>
              </a:extLst>
            </p:cNvPr>
            <p:cNvSpPr/>
            <p:nvPr/>
          </p:nvSpPr>
          <p:spPr>
            <a:xfrm>
              <a:off x="578878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6F440846-ACE6-D004-7FA0-3400E5E7FE21}"/>
                </a:ext>
              </a:extLst>
            </p:cNvPr>
            <p:cNvSpPr/>
            <p:nvPr/>
          </p:nvSpPr>
          <p:spPr>
            <a:xfrm>
              <a:off x="610113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6BC795DE-77CB-3FC8-B3C4-00A0566EF723}"/>
                </a:ext>
              </a:extLst>
            </p:cNvPr>
            <p:cNvSpPr/>
            <p:nvPr/>
          </p:nvSpPr>
          <p:spPr>
            <a:xfrm>
              <a:off x="6413482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15</a:t>
              </a: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7F3524B2-4C33-5A80-8B0B-DFA6B9A68913}"/>
                </a:ext>
              </a:extLst>
            </p:cNvPr>
            <p:cNvSpPr/>
            <p:nvPr/>
          </p:nvSpPr>
          <p:spPr>
            <a:xfrm>
              <a:off x="672583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60000"/>
                    </a:schemeClr>
                  </a:solidFill>
                </a:rPr>
                <a:t>16</a:t>
              </a: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3A7861B9-1CD2-A82F-0C3A-27DDA743D856}"/>
                </a:ext>
              </a:extLst>
            </p:cNvPr>
            <p:cNvSpPr/>
            <p:nvPr/>
          </p:nvSpPr>
          <p:spPr>
            <a:xfrm>
              <a:off x="7038184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17</a:t>
              </a: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8AB023CC-39C3-DB35-A220-90B3739AE00E}"/>
                </a:ext>
              </a:extLst>
            </p:cNvPr>
            <p:cNvSpPr/>
            <p:nvPr/>
          </p:nvSpPr>
          <p:spPr>
            <a:xfrm>
              <a:off x="7350535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8C728E1B-222E-80AC-7498-E0BAC2F99BA1}"/>
                </a:ext>
              </a:extLst>
            </p:cNvPr>
            <p:cNvSpPr/>
            <p:nvPr/>
          </p:nvSpPr>
          <p:spPr>
            <a:xfrm>
              <a:off x="7662886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E0B2A2A7-F56E-A912-0786-5BD28F524E79}"/>
                </a:ext>
              </a:extLst>
            </p:cNvPr>
            <p:cNvSpPr/>
            <p:nvPr/>
          </p:nvSpPr>
          <p:spPr>
            <a:xfrm>
              <a:off x="7975237" y="3552638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20</a:t>
              </a:r>
            </a:p>
          </p:txBody>
        </p: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02C1E1F6-1798-7744-BC55-A6E1E89D699D}"/>
                </a:ext>
              </a:extLst>
            </p:cNvPr>
            <p:cNvSpPr/>
            <p:nvPr/>
          </p:nvSpPr>
          <p:spPr>
            <a:xfrm>
              <a:off x="828758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5A6B7FD8-CD19-2773-FD00-994AC5437F3B}"/>
                </a:ext>
              </a:extLst>
            </p:cNvPr>
            <p:cNvSpPr/>
            <p:nvPr/>
          </p:nvSpPr>
          <p:spPr>
            <a:xfrm>
              <a:off x="859993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DFA30788-13C2-BD53-E49F-BF8AA29D7C0F}"/>
                </a:ext>
              </a:extLst>
            </p:cNvPr>
            <p:cNvSpPr/>
            <p:nvPr/>
          </p:nvSpPr>
          <p:spPr>
            <a:xfrm>
              <a:off x="891229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6C9D3928-9BE8-BB44-687E-300331DA2BFA}"/>
                </a:ext>
              </a:extLst>
            </p:cNvPr>
            <p:cNvSpPr/>
            <p:nvPr/>
          </p:nvSpPr>
          <p:spPr>
            <a:xfrm>
              <a:off x="9224641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A35AC42F-392A-D18D-3734-A75B89781725}"/>
                </a:ext>
              </a:extLst>
            </p:cNvPr>
            <p:cNvSpPr/>
            <p:nvPr/>
          </p:nvSpPr>
          <p:spPr>
            <a:xfrm>
              <a:off x="9536992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BC9EC6DD-1592-D6CA-06C0-28FE06A03C26}"/>
                </a:ext>
              </a:extLst>
            </p:cNvPr>
            <p:cNvSpPr/>
            <p:nvPr/>
          </p:nvSpPr>
          <p:spPr>
            <a:xfrm>
              <a:off x="2040568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F2813ECF-589E-B931-59D4-2DE4C0AEBB3C}"/>
                </a:ext>
              </a:extLst>
            </p:cNvPr>
            <p:cNvSpPr/>
            <p:nvPr/>
          </p:nvSpPr>
          <p:spPr>
            <a:xfrm>
              <a:off x="2352919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B49AD987-5766-7E48-24A5-E57D3C557B6C}"/>
                </a:ext>
              </a:extLst>
            </p:cNvPr>
            <p:cNvSpPr/>
            <p:nvPr/>
          </p:nvSpPr>
          <p:spPr>
            <a:xfrm>
              <a:off x="266527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7858C9A7-586F-4155-BAC7-C1CDDF1B5FFA}"/>
                </a:ext>
              </a:extLst>
            </p:cNvPr>
            <p:cNvSpPr/>
            <p:nvPr/>
          </p:nvSpPr>
          <p:spPr>
            <a:xfrm>
              <a:off x="9849343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C762AF1C-DB01-4D08-AA2E-0D5CADF56AAF}"/>
                </a:ext>
              </a:extLst>
            </p:cNvPr>
            <p:cNvSpPr/>
            <p:nvPr/>
          </p:nvSpPr>
          <p:spPr>
            <a:xfrm>
              <a:off x="10161694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964481F1-F885-877C-C36A-119955BF9DEE}"/>
                </a:ext>
              </a:extLst>
            </p:cNvPr>
            <p:cNvSpPr/>
            <p:nvPr/>
          </p:nvSpPr>
          <p:spPr>
            <a:xfrm>
              <a:off x="10474050" y="3552638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7468C25A-796D-2AE3-0D92-4CF282683F22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>
              <a:off x="1144657" y="4041153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 Verbindung mit Pfeil 95">
              <a:extLst>
                <a:ext uri="{FF2B5EF4-FFF2-40B4-BE49-F238E27FC236}">
                  <a16:creationId xmlns:a16="http://schemas.microsoft.com/office/drawing/2014/main" id="{3878064B-6550-FFFE-9655-3AA69A540B3D}"/>
                </a:ext>
              </a:extLst>
            </p:cNvPr>
            <p:cNvCxnSpPr>
              <a:endCxn id="90" idx="1"/>
            </p:cNvCxnSpPr>
            <p:nvPr/>
          </p:nvCxnSpPr>
          <p:spPr>
            <a:xfrm>
              <a:off x="2219646" y="4041153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 Verbindung mit Pfeil 96">
              <a:extLst>
                <a:ext uri="{FF2B5EF4-FFF2-40B4-BE49-F238E27FC236}">
                  <a16:creationId xmlns:a16="http://schemas.microsoft.com/office/drawing/2014/main" id="{08D2ABA2-0269-E099-2E45-00814F6CCD6A}"/>
                </a:ext>
              </a:extLst>
            </p:cNvPr>
            <p:cNvCxnSpPr>
              <a:stCxn id="90" idx="3"/>
              <a:endCxn id="91" idx="1"/>
            </p:cNvCxnSpPr>
            <p:nvPr/>
          </p:nvCxnSpPr>
          <p:spPr>
            <a:xfrm>
              <a:off x="251575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FC924C2E-04A9-3C06-F46C-76F133918EEF}"/>
                </a:ext>
              </a:extLst>
            </p:cNvPr>
            <p:cNvCxnSpPr>
              <a:endCxn id="67" idx="1"/>
            </p:cNvCxnSpPr>
            <p:nvPr/>
          </p:nvCxnSpPr>
          <p:spPr>
            <a:xfrm>
              <a:off x="282810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A8ECC7F6-3564-0535-A7F1-797DA651E9FE}"/>
                </a:ext>
              </a:extLst>
            </p:cNvPr>
            <p:cNvCxnSpPr>
              <a:endCxn id="68" idx="1"/>
            </p:cNvCxnSpPr>
            <p:nvPr/>
          </p:nvCxnSpPr>
          <p:spPr>
            <a:xfrm>
              <a:off x="3140459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 Verbindung mit Pfeil 99">
              <a:extLst>
                <a:ext uri="{FF2B5EF4-FFF2-40B4-BE49-F238E27FC236}">
                  <a16:creationId xmlns:a16="http://schemas.microsoft.com/office/drawing/2014/main" id="{6D1280FC-4086-61F4-203B-6C06733818FE}"/>
                </a:ext>
              </a:extLst>
            </p:cNvPr>
            <p:cNvCxnSpPr>
              <a:stCxn id="68" idx="3"/>
              <a:endCxn id="69" idx="1"/>
            </p:cNvCxnSpPr>
            <p:nvPr/>
          </p:nvCxnSpPr>
          <p:spPr>
            <a:xfrm>
              <a:off x="3452810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 Verbindung mit Pfeil 100">
              <a:extLst>
                <a:ext uri="{FF2B5EF4-FFF2-40B4-BE49-F238E27FC236}">
                  <a16:creationId xmlns:a16="http://schemas.microsoft.com/office/drawing/2014/main" id="{2BDCB65E-8F01-0AB4-12A7-F58908F04D26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3777047" y="4041153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 Verbindung mit Pfeil 101">
              <a:extLst>
                <a:ext uri="{FF2B5EF4-FFF2-40B4-BE49-F238E27FC236}">
                  <a16:creationId xmlns:a16="http://schemas.microsoft.com/office/drawing/2014/main" id="{7E9634B3-6F7D-E383-B888-7B68C82103D1}"/>
                </a:ext>
              </a:extLst>
            </p:cNvPr>
            <p:cNvCxnSpPr>
              <a:cxnSpLocks/>
              <a:stCxn id="70" idx="3"/>
              <a:endCxn id="72" idx="1"/>
            </p:cNvCxnSpPr>
            <p:nvPr/>
          </p:nvCxnSpPr>
          <p:spPr>
            <a:xfrm>
              <a:off x="4077512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97415358-6D7A-FE76-0774-C6AF084FF26B}"/>
                </a:ext>
              </a:extLst>
            </p:cNvPr>
            <p:cNvCxnSpPr>
              <a:stCxn id="72" idx="3"/>
              <a:endCxn id="73" idx="1"/>
            </p:cNvCxnSpPr>
            <p:nvPr/>
          </p:nvCxnSpPr>
          <p:spPr>
            <a:xfrm>
              <a:off x="4702214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DCB1EAA1-5A94-915D-BDB0-965362012220}"/>
                </a:ext>
              </a:extLst>
            </p:cNvPr>
            <p:cNvCxnSpPr>
              <a:cxnSpLocks/>
              <a:stCxn id="73" idx="3"/>
              <a:endCxn id="75" idx="1"/>
            </p:cNvCxnSpPr>
            <p:nvPr/>
          </p:nvCxnSpPr>
          <p:spPr>
            <a:xfrm>
              <a:off x="5014565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DE7CB842-CF96-DA82-34BA-19C13626AC51}"/>
                </a:ext>
              </a:extLst>
            </p:cNvPr>
            <p:cNvCxnSpPr>
              <a:stCxn id="75" idx="3"/>
              <a:endCxn id="76" idx="1"/>
            </p:cNvCxnSpPr>
            <p:nvPr/>
          </p:nvCxnSpPr>
          <p:spPr>
            <a:xfrm>
              <a:off x="563926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33E9447C-343D-AF54-C871-D3B17EAE7838}"/>
                </a:ext>
              </a:extLst>
            </p:cNvPr>
            <p:cNvCxnSpPr>
              <a:stCxn id="76" idx="3"/>
              <a:endCxn id="77" idx="1"/>
            </p:cNvCxnSpPr>
            <p:nvPr/>
          </p:nvCxnSpPr>
          <p:spPr>
            <a:xfrm>
              <a:off x="595161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B0929312-9AD6-77B6-1C1E-2DCB7464F897}"/>
                </a:ext>
              </a:extLst>
            </p:cNvPr>
            <p:cNvCxnSpPr>
              <a:cxnSpLocks/>
              <a:stCxn id="77" idx="3"/>
              <a:endCxn id="79" idx="1"/>
            </p:cNvCxnSpPr>
            <p:nvPr/>
          </p:nvCxnSpPr>
          <p:spPr>
            <a:xfrm>
              <a:off x="6263969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 Verbindung mit Pfeil 107">
              <a:extLst>
                <a:ext uri="{FF2B5EF4-FFF2-40B4-BE49-F238E27FC236}">
                  <a16:creationId xmlns:a16="http://schemas.microsoft.com/office/drawing/2014/main" id="{6AAA354D-8EFA-384F-E7EB-BC4A119F0165}"/>
                </a:ext>
              </a:extLst>
            </p:cNvPr>
            <p:cNvCxnSpPr>
              <a:stCxn id="81" idx="3"/>
              <a:endCxn id="82" idx="1"/>
            </p:cNvCxnSpPr>
            <p:nvPr/>
          </p:nvCxnSpPr>
          <p:spPr>
            <a:xfrm>
              <a:off x="7513373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E5BCAA6A-1F91-C380-40A3-255F288C66A3}"/>
                </a:ext>
              </a:extLst>
            </p:cNvPr>
            <p:cNvCxnSpPr>
              <a:cxnSpLocks/>
              <a:stCxn id="82" idx="3"/>
              <a:endCxn id="84" idx="1"/>
            </p:cNvCxnSpPr>
            <p:nvPr/>
          </p:nvCxnSpPr>
          <p:spPr>
            <a:xfrm>
              <a:off x="7825724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6DB85440-6DCD-ECAD-1F00-4654C65EBE34}"/>
                </a:ext>
              </a:extLst>
            </p:cNvPr>
            <p:cNvCxnSpPr>
              <a:stCxn id="84" idx="3"/>
              <a:endCxn id="85" idx="1"/>
            </p:cNvCxnSpPr>
            <p:nvPr/>
          </p:nvCxnSpPr>
          <p:spPr>
            <a:xfrm>
              <a:off x="8450426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A82CF083-2BB0-E40F-EC69-3CE02B4B3B49}"/>
                </a:ext>
              </a:extLst>
            </p:cNvPr>
            <p:cNvCxnSpPr>
              <a:stCxn id="85" idx="3"/>
              <a:endCxn id="86" idx="1"/>
            </p:cNvCxnSpPr>
            <p:nvPr/>
          </p:nvCxnSpPr>
          <p:spPr>
            <a:xfrm>
              <a:off x="8762777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AF5BDAF6-BF19-9575-4206-554506C5B372}"/>
                </a:ext>
              </a:extLst>
            </p:cNvPr>
            <p:cNvCxnSpPr>
              <a:stCxn id="86" idx="3"/>
              <a:endCxn id="87" idx="1"/>
            </p:cNvCxnSpPr>
            <p:nvPr/>
          </p:nvCxnSpPr>
          <p:spPr>
            <a:xfrm>
              <a:off x="9075128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65A89887-7391-F899-0D4F-AA282E054E80}"/>
                </a:ext>
              </a:extLst>
            </p:cNvPr>
            <p:cNvCxnSpPr>
              <a:stCxn id="87" idx="3"/>
              <a:endCxn id="88" idx="1"/>
            </p:cNvCxnSpPr>
            <p:nvPr/>
          </p:nvCxnSpPr>
          <p:spPr>
            <a:xfrm>
              <a:off x="9387479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81364F56-2B4F-92C8-DA6F-0083EC25AD25}"/>
                </a:ext>
              </a:extLst>
            </p:cNvPr>
            <p:cNvCxnSpPr>
              <a:stCxn id="88" idx="3"/>
              <a:endCxn id="92" idx="1"/>
            </p:cNvCxnSpPr>
            <p:nvPr/>
          </p:nvCxnSpPr>
          <p:spPr>
            <a:xfrm>
              <a:off x="9699830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EE983B8D-ED3E-8D22-33FD-4E96622FF7F2}"/>
                </a:ext>
              </a:extLst>
            </p:cNvPr>
            <p:cNvCxnSpPr>
              <a:stCxn id="92" idx="3"/>
              <a:endCxn id="93" idx="1"/>
            </p:cNvCxnSpPr>
            <p:nvPr/>
          </p:nvCxnSpPr>
          <p:spPr>
            <a:xfrm>
              <a:off x="10012181" y="4041153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BBA5718F-BE0E-04C8-80AF-36EC53BEB0F3}"/>
                </a:ext>
              </a:extLst>
            </p:cNvPr>
            <p:cNvCxnSpPr>
              <a:stCxn id="93" idx="3"/>
              <a:endCxn id="94" idx="1"/>
            </p:cNvCxnSpPr>
            <p:nvPr/>
          </p:nvCxnSpPr>
          <p:spPr>
            <a:xfrm>
              <a:off x="10324532" y="4041153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mit Pfeil 116">
              <a:extLst>
                <a:ext uri="{FF2B5EF4-FFF2-40B4-BE49-F238E27FC236}">
                  <a16:creationId xmlns:a16="http://schemas.microsoft.com/office/drawing/2014/main" id="{4CB2EF1E-A494-4051-F2FC-30E5712F791B}"/>
                </a:ext>
              </a:extLst>
            </p:cNvPr>
            <p:cNvCxnSpPr>
              <a:stCxn id="94" idx="3"/>
            </p:cNvCxnSpPr>
            <p:nvPr/>
          </p:nvCxnSpPr>
          <p:spPr>
            <a:xfrm>
              <a:off x="10636888" y="4041153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72FCEB39-7E81-AC13-A77D-53C5C7E8F132}"/>
                    </a:ext>
                  </a:extLst>
                </p:cNvPr>
                <p:cNvSpPr/>
                <p:nvPr/>
              </p:nvSpPr>
              <p:spPr>
                <a:xfrm>
                  <a:off x="1892244" y="5417724"/>
                  <a:ext cx="162838" cy="97703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alpha val="69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solidFill>
                              <a:schemeClr val="tx1">
                                <a:alpha val="2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GB" dirty="0">
                    <a:solidFill>
                      <a:schemeClr val="tx1">
                        <a:alpha val="2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72FCEB39-7E81-AC13-A77D-53C5C7E8F1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2244" y="5417724"/>
                  <a:ext cx="162838" cy="977030"/>
                </a:xfrm>
                <a:prstGeom prst="rect">
                  <a:avLst/>
                </a:prstGeom>
                <a:blipFill>
                  <a:blip r:embed="rId2"/>
                  <a:stretch>
                    <a:fillRect l="-25000"/>
                  </a:stretch>
                </a:blipFill>
                <a:ln>
                  <a:solidFill>
                    <a:schemeClr val="accent2">
                      <a:alpha val="69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feld 118">
                  <a:extLst>
                    <a:ext uri="{FF2B5EF4-FFF2-40B4-BE49-F238E27FC236}">
                      <a16:creationId xmlns:a16="http://schemas.microsoft.com/office/drawing/2014/main" id="{B394934C-095B-99E2-E5F3-5032EE6B7702}"/>
                    </a:ext>
                  </a:extLst>
                </p:cNvPr>
                <p:cNvSpPr txBox="1"/>
                <p:nvPr/>
              </p:nvSpPr>
              <p:spPr>
                <a:xfrm>
                  <a:off x="2083759" y="5682473"/>
                  <a:ext cx="27597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SVD compressed block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GB" dirty="0"/>
                </a:p>
              </p:txBody>
            </p:sp>
          </mc:Choice>
          <mc:Fallback>
            <p:sp>
              <p:nvSpPr>
                <p:cNvPr id="119" name="Textfeld 118">
                  <a:extLst>
                    <a:ext uri="{FF2B5EF4-FFF2-40B4-BE49-F238E27FC236}">
                      <a16:creationId xmlns:a16="http://schemas.microsoft.com/office/drawing/2014/main" id="{B394934C-095B-99E2-E5F3-5032EE6B7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3759" y="5682473"/>
                  <a:ext cx="2759794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835" t="-6667" b="-2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B5757BB1-43C8-087F-5BB4-6ED80AD1C9C5}"/>
                </a:ext>
              </a:extLst>
            </p:cNvPr>
            <p:cNvSpPr txBox="1"/>
            <p:nvPr/>
          </p:nvSpPr>
          <p:spPr>
            <a:xfrm>
              <a:off x="3562356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B2A9C130-45F0-65C9-DF5D-F3F4C8347827}"/>
                </a:ext>
              </a:extLst>
            </p:cNvPr>
            <p:cNvSpPr txBox="1"/>
            <p:nvPr/>
          </p:nvSpPr>
          <p:spPr>
            <a:xfrm>
              <a:off x="4491265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2" name="Textfeld 121">
              <a:extLst>
                <a:ext uri="{FF2B5EF4-FFF2-40B4-BE49-F238E27FC236}">
                  <a16:creationId xmlns:a16="http://schemas.microsoft.com/office/drawing/2014/main" id="{671E648A-A858-5120-977B-12C618036E36}"/>
                </a:ext>
              </a:extLst>
            </p:cNvPr>
            <p:cNvSpPr txBox="1"/>
            <p:nvPr/>
          </p:nvSpPr>
          <p:spPr>
            <a:xfrm>
              <a:off x="4825096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25568EB8-2EB4-4BB4-9D1F-9D58E9E545A9}"/>
                </a:ext>
              </a:extLst>
            </p:cNvPr>
            <p:cNvSpPr txBox="1"/>
            <p:nvPr/>
          </p:nvSpPr>
          <p:spPr>
            <a:xfrm>
              <a:off x="5449210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6D863B97-0D83-035E-A79C-859375DEC7C5}"/>
                </a:ext>
              </a:extLst>
            </p:cNvPr>
            <p:cNvSpPr txBox="1"/>
            <p:nvPr/>
          </p:nvSpPr>
          <p:spPr>
            <a:xfrm>
              <a:off x="8243208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5" name="Textfeld 124">
              <a:extLst>
                <a:ext uri="{FF2B5EF4-FFF2-40B4-BE49-F238E27FC236}">
                  <a16:creationId xmlns:a16="http://schemas.microsoft.com/office/drawing/2014/main" id="{82090396-D63C-0B53-0AD1-6A5031B9409E}"/>
                </a:ext>
              </a:extLst>
            </p:cNvPr>
            <p:cNvSpPr txBox="1"/>
            <p:nvPr/>
          </p:nvSpPr>
          <p:spPr>
            <a:xfrm>
              <a:off x="8889095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BF2B539C-0581-B010-4EDC-2952732E22C2}"/>
                </a:ext>
              </a:extLst>
            </p:cNvPr>
            <p:cNvSpPr txBox="1"/>
            <p:nvPr/>
          </p:nvSpPr>
          <p:spPr>
            <a:xfrm>
              <a:off x="9484177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7" name="Textfeld 126">
              <a:extLst>
                <a:ext uri="{FF2B5EF4-FFF2-40B4-BE49-F238E27FC236}">
                  <a16:creationId xmlns:a16="http://schemas.microsoft.com/office/drawing/2014/main" id="{9153AE9D-02BF-4478-C365-102D4285672B}"/>
                </a:ext>
              </a:extLst>
            </p:cNvPr>
            <p:cNvSpPr txBox="1"/>
            <p:nvPr/>
          </p:nvSpPr>
          <p:spPr>
            <a:xfrm>
              <a:off x="9803494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sp>
          <p:nvSpPr>
            <p:cNvPr id="128" name="Textfeld 127">
              <a:extLst>
                <a:ext uri="{FF2B5EF4-FFF2-40B4-BE49-F238E27FC236}">
                  <a16:creationId xmlns:a16="http://schemas.microsoft.com/office/drawing/2014/main" id="{FF1050A4-7DF0-4290-E544-BAF96ABBBC72}"/>
                </a:ext>
              </a:extLst>
            </p:cNvPr>
            <p:cNvSpPr txBox="1"/>
            <p:nvPr/>
          </p:nvSpPr>
          <p:spPr>
            <a:xfrm>
              <a:off x="10108292" y="3432816"/>
              <a:ext cx="4786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de-DE" dirty="0">
                <a:latin typeface="Apple Color Emoji" pitchFamily="2" charset="0"/>
              </a:endParaRPr>
            </a:p>
            <a:p>
              <a:endParaRPr lang="en-GB" dirty="0"/>
            </a:p>
          </p:txBody>
        </p: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A11CF7F4-BA4C-957A-E75E-6D6D8F629088}"/>
                </a:ext>
              </a:extLst>
            </p:cNvPr>
            <p:cNvCxnSpPr>
              <a:cxnSpLocks/>
            </p:cNvCxnSpPr>
            <p:nvPr/>
          </p:nvCxnSpPr>
          <p:spPr>
            <a:xfrm>
              <a:off x="729834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6BE7F725-15AF-8198-8DA6-DD6034DF043E}"/>
                </a:ext>
              </a:extLst>
            </p:cNvPr>
            <p:cNvCxnSpPr>
              <a:cxnSpLocks/>
            </p:cNvCxnSpPr>
            <p:nvPr/>
          </p:nvCxnSpPr>
          <p:spPr>
            <a:xfrm>
              <a:off x="761213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C6AA2275-F66C-1682-AF7A-A970D40F67C4}"/>
                </a:ext>
              </a:extLst>
            </p:cNvPr>
            <p:cNvCxnSpPr>
              <a:cxnSpLocks/>
            </p:cNvCxnSpPr>
            <p:nvPr/>
          </p:nvCxnSpPr>
          <p:spPr>
            <a:xfrm>
              <a:off x="823970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 Verbindung mit Pfeil 131">
              <a:extLst>
                <a:ext uri="{FF2B5EF4-FFF2-40B4-BE49-F238E27FC236}">
                  <a16:creationId xmlns:a16="http://schemas.microsoft.com/office/drawing/2014/main" id="{D324D88D-7C04-8A5F-B2DE-03904EE788FD}"/>
                </a:ext>
              </a:extLst>
            </p:cNvPr>
            <p:cNvCxnSpPr>
              <a:cxnSpLocks/>
            </p:cNvCxnSpPr>
            <p:nvPr/>
          </p:nvCxnSpPr>
          <p:spPr>
            <a:xfrm>
              <a:off x="855348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7D5472ED-E5E4-B3C4-7A89-B844A9FEC105}"/>
                </a:ext>
              </a:extLst>
            </p:cNvPr>
            <p:cNvCxnSpPr>
              <a:cxnSpLocks/>
            </p:cNvCxnSpPr>
            <p:nvPr/>
          </p:nvCxnSpPr>
          <p:spPr>
            <a:xfrm>
              <a:off x="886727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1D71FFF4-2CC2-7967-9201-B5CC8B0625A2}"/>
                </a:ext>
              </a:extLst>
            </p:cNvPr>
            <p:cNvCxnSpPr>
              <a:cxnSpLocks/>
            </p:cNvCxnSpPr>
            <p:nvPr/>
          </p:nvCxnSpPr>
          <p:spPr>
            <a:xfrm>
              <a:off x="918105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 Verbindung mit Pfeil 134">
              <a:extLst>
                <a:ext uri="{FF2B5EF4-FFF2-40B4-BE49-F238E27FC236}">
                  <a16:creationId xmlns:a16="http://schemas.microsoft.com/office/drawing/2014/main" id="{507FA592-BF03-C34E-4BFB-5FB6B672D207}"/>
                </a:ext>
              </a:extLst>
            </p:cNvPr>
            <p:cNvCxnSpPr>
              <a:cxnSpLocks/>
            </p:cNvCxnSpPr>
            <p:nvPr/>
          </p:nvCxnSpPr>
          <p:spPr>
            <a:xfrm>
              <a:off x="949484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85616264-CFCE-551F-DE84-9EE4324C5787}"/>
                </a:ext>
              </a:extLst>
            </p:cNvPr>
            <p:cNvCxnSpPr>
              <a:cxnSpLocks/>
            </p:cNvCxnSpPr>
            <p:nvPr/>
          </p:nvCxnSpPr>
          <p:spPr>
            <a:xfrm>
              <a:off x="980862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Gerade Verbindung mit Pfeil 136">
              <a:extLst>
                <a:ext uri="{FF2B5EF4-FFF2-40B4-BE49-F238E27FC236}">
                  <a16:creationId xmlns:a16="http://schemas.microsoft.com/office/drawing/2014/main" id="{84349F39-B513-14AD-B6B1-65666EDC409C}"/>
                </a:ext>
              </a:extLst>
            </p:cNvPr>
            <p:cNvCxnSpPr>
              <a:cxnSpLocks/>
            </p:cNvCxnSpPr>
            <p:nvPr/>
          </p:nvCxnSpPr>
          <p:spPr>
            <a:xfrm>
              <a:off x="1012241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C1CB0D28-F307-84FF-A364-66FF0BC23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19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feld 138">
              <a:extLst>
                <a:ext uri="{FF2B5EF4-FFF2-40B4-BE49-F238E27FC236}">
                  <a16:creationId xmlns:a16="http://schemas.microsoft.com/office/drawing/2014/main" id="{B1D77AE3-2FE4-9D5B-8129-7F77C21E7949}"/>
                </a:ext>
              </a:extLst>
            </p:cNvPr>
            <p:cNvSpPr txBox="1"/>
            <p:nvPr/>
          </p:nvSpPr>
          <p:spPr>
            <a:xfrm>
              <a:off x="10770488" y="2850740"/>
              <a:ext cx="1673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Learning signal</a:t>
              </a:r>
            </a:p>
          </p:txBody>
        </p:sp>
        <p:cxnSp>
          <p:nvCxnSpPr>
            <p:cNvPr id="140" name="Gerade Verbindung mit Pfeil 139">
              <a:extLst>
                <a:ext uri="{FF2B5EF4-FFF2-40B4-BE49-F238E27FC236}">
                  <a16:creationId xmlns:a16="http://schemas.microsoft.com/office/drawing/2014/main" id="{99D0965C-B22C-5AAE-76AE-828945E62140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980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 Verbindung mit Pfeil 140">
              <a:extLst>
                <a:ext uri="{FF2B5EF4-FFF2-40B4-BE49-F238E27FC236}">
                  <a16:creationId xmlns:a16="http://schemas.microsoft.com/office/drawing/2014/main" id="{CBF1AECD-752D-DD4D-56F6-1DBFFFF973E4}"/>
                </a:ext>
              </a:extLst>
            </p:cNvPr>
            <p:cNvCxnSpPr>
              <a:cxnSpLocks/>
            </p:cNvCxnSpPr>
            <p:nvPr/>
          </p:nvCxnSpPr>
          <p:spPr>
            <a:xfrm>
              <a:off x="604320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 Verbindung mit Pfeil 141">
              <a:extLst>
                <a:ext uri="{FF2B5EF4-FFF2-40B4-BE49-F238E27FC236}">
                  <a16:creationId xmlns:a16="http://schemas.microsoft.com/office/drawing/2014/main" id="{0A662FA1-0110-22FA-DE52-9293BAAA76C1}"/>
                </a:ext>
              </a:extLst>
            </p:cNvPr>
            <p:cNvCxnSpPr>
              <a:cxnSpLocks/>
            </p:cNvCxnSpPr>
            <p:nvPr/>
          </p:nvCxnSpPr>
          <p:spPr>
            <a:xfrm>
              <a:off x="572942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 Verbindung mit Pfeil 142">
              <a:extLst>
                <a:ext uri="{FF2B5EF4-FFF2-40B4-BE49-F238E27FC236}">
                  <a16:creationId xmlns:a16="http://schemas.microsoft.com/office/drawing/2014/main" id="{B9F0603C-56A8-3AD7-53D0-91CD8D04E019}"/>
                </a:ext>
              </a:extLst>
            </p:cNvPr>
            <p:cNvCxnSpPr>
              <a:cxnSpLocks/>
            </p:cNvCxnSpPr>
            <p:nvPr/>
          </p:nvCxnSpPr>
          <p:spPr>
            <a:xfrm>
              <a:off x="478806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3E179F5C-879D-BBF0-DA88-FE73B4727A6F}"/>
                </a:ext>
              </a:extLst>
            </p:cNvPr>
            <p:cNvCxnSpPr>
              <a:cxnSpLocks/>
            </p:cNvCxnSpPr>
            <p:nvPr/>
          </p:nvCxnSpPr>
          <p:spPr>
            <a:xfrm>
              <a:off x="384671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 Verbindung mit Pfeil 144">
              <a:extLst>
                <a:ext uri="{FF2B5EF4-FFF2-40B4-BE49-F238E27FC236}">
                  <a16:creationId xmlns:a16="http://schemas.microsoft.com/office/drawing/2014/main" id="{DED3828E-BA4A-08E0-742A-0C90514BB58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92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 Verbindung mit Pfeil 145">
              <a:extLst>
                <a:ext uri="{FF2B5EF4-FFF2-40B4-BE49-F238E27FC236}">
                  <a16:creationId xmlns:a16="http://schemas.microsoft.com/office/drawing/2014/main" id="{F46F5099-0D2A-274F-649B-A310DEAB0603}"/>
                </a:ext>
              </a:extLst>
            </p:cNvPr>
            <p:cNvCxnSpPr>
              <a:cxnSpLocks/>
            </p:cNvCxnSpPr>
            <p:nvPr/>
          </p:nvCxnSpPr>
          <p:spPr>
            <a:xfrm>
              <a:off x="321914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 Verbindung mit Pfeil 146">
              <a:extLst>
                <a:ext uri="{FF2B5EF4-FFF2-40B4-BE49-F238E27FC236}">
                  <a16:creationId xmlns:a16="http://schemas.microsoft.com/office/drawing/2014/main" id="{BE8EAE4A-4ACE-63F3-1B81-D9E9116FE570}"/>
                </a:ext>
              </a:extLst>
            </p:cNvPr>
            <p:cNvCxnSpPr>
              <a:cxnSpLocks/>
            </p:cNvCxnSpPr>
            <p:nvPr/>
          </p:nvCxnSpPr>
          <p:spPr>
            <a:xfrm>
              <a:off x="290535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 Verbindung mit Pfeil 147">
              <a:extLst>
                <a:ext uri="{FF2B5EF4-FFF2-40B4-BE49-F238E27FC236}">
                  <a16:creationId xmlns:a16="http://schemas.microsoft.com/office/drawing/2014/main" id="{0AA502B1-AA31-9550-6ED7-A620E03D3A1B}"/>
                </a:ext>
              </a:extLst>
            </p:cNvPr>
            <p:cNvCxnSpPr>
              <a:cxnSpLocks/>
            </p:cNvCxnSpPr>
            <p:nvPr/>
          </p:nvCxnSpPr>
          <p:spPr>
            <a:xfrm>
              <a:off x="2591574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 Verbindung mit Pfeil 148">
              <a:extLst>
                <a:ext uri="{FF2B5EF4-FFF2-40B4-BE49-F238E27FC236}">
                  <a16:creationId xmlns:a16="http://schemas.microsoft.com/office/drawing/2014/main" id="{22EF7D35-BDDA-C5B1-1494-32BEDB1BF06F}"/>
                </a:ext>
              </a:extLst>
            </p:cNvPr>
            <p:cNvCxnSpPr>
              <a:cxnSpLocks/>
            </p:cNvCxnSpPr>
            <p:nvPr/>
          </p:nvCxnSpPr>
          <p:spPr>
            <a:xfrm>
              <a:off x="227778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 Verbindung mit Pfeil 149">
              <a:extLst>
                <a:ext uri="{FF2B5EF4-FFF2-40B4-BE49-F238E27FC236}">
                  <a16:creationId xmlns:a16="http://schemas.microsoft.com/office/drawing/2014/main" id="{A1C998B5-2BC7-5A55-BA76-519B69E6EB81}"/>
                </a:ext>
              </a:extLst>
            </p:cNvPr>
            <p:cNvCxnSpPr>
              <a:stCxn id="79" idx="3"/>
              <a:endCxn id="81" idx="1"/>
            </p:cNvCxnSpPr>
            <p:nvPr/>
          </p:nvCxnSpPr>
          <p:spPr>
            <a:xfrm>
              <a:off x="6888671" y="4041153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 Verbindung mit Pfeil 150">
              <a:extLst>
                <a:ext uri="{FF2B5EF4-FFF2-40B4-BE49-F238E27FC236}">
                  <a16:creationId xmlns:a16="http://schemas.microsoft.com/office/drawing/2014/main" id="{AE90D199-36FD-D85A-DD36-20BCCF7613F4}"/>
                </a:ext>
              </a:extLst>
            </p:cNvPr>
            <p:cNvCxnSpPr>
              <a:cxnSpLocks/>
            </p:cNvCxnSpPr>
            <p:nvPr/>
          </p:nvCxnSpPr>
          <p:spPr>
            <a:xfrm>
              <a:off x="447428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 Verbindung mit Pfeil 151">
              <a:extLst>
                <a:ext uri="{FF2B5EF4-FFF2-40B4-BE49-F238E27FC236}">
                  <a16:creationId xmlns:a16="http://schemas.microsoft.com/office/drawing/2014/main" id="{FA04C9C6-5771-BF74-4453-DD4B68E0550B}"/>
                </a:ext>
              </a:extLst>
            </p:cNvPr>
            <p:cNvCxnSpPr>
              <a:cxnSpLocks/>
            </p:cNvCxnSpPr>
            <p:nvPr/>
          </p:nvCxnSpPr>
          <p:spPr>
            <a:xfrm>
              <a:off x="6670779" y="2147616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Gerade Verbindung mit Pfeil 301">
              <a:extLst>
                <a:ext uri="{FF2B5EF4-FFF2-40B4-BE49-F238E27FC236}">
                  <a16:creationId xmlns:a16="http://schemas.microsoft.com/office/drawing/2014/main" id="{5E194A15-4E74-4262-6ABD-09B506E1B11C}"/>
                </a:ext>
              </a:extLst>
            </p:cNvPr>
            <p:cNvCxnSpPr>
              <a:cxnSpLocks/>
            </p:cNvCxnSpPr>
            <p:nvPr/>
          </p:nvCxnSpPr>
          <p:spPr>
            <a:xfrm>
              <a:off x="4160499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Gerade Verbindung mit Pfeil 302">
              <a:extLst>
                <a:ext uri="{FF2B5EF4-FFF2-40B4-BE49-F238E27FC236}">
                  <a16:creationId xmlns:a16="http://schemas.microsoft.com/office/drawing/2014/main" id="{4A01EE28-1A00-2218-13C8-0AD9812DE28C}"/>
                </a:ext>
              </a:extLst>
            </p:cNvPr>
            <p:cNvCxnSpPr>
              <a:cxnSpLocks/>
            </p:cNvCxnSpPr>
            <p:nvPr/>
          </p:nvCxnSpPr>
          <p:spPr>
            <a:xfrm>
              <a:off x="510185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Gerade Verbindung mit Pfeil 303">
              <a:extLst>
                <a:ext uri="{FF2B5EF4-FFF2-40B4-BE49-F238E27FC236}">
                  <a16:creationId xmlns:a16="http://schemas.microsoft.com/office/drawing/2014/main" id="{4732C049-D3AF-EDB4-9805-CA835B82E4D6}"/>
                </a:ext>
              </a:extLst>
            </p:cNvPr>
            <p:cNvCxnSpPr>
              <a:cxnSpLocks/>
            </p:cNvCxnSpPr>
            <p:nvPr/>
          </p:nvCxnSpPr>
          <p:spPr>
            <a:xfrm>
              <a:off x="5415639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Gerade Verbindung mit Pfeil 304">
              <a:extLst>
                <a:ext uri="{FF2B5EF4-FFF2-40B4-BE49-F238E27FC236}">
                  <a16:creationId xmlns:a16="http://schemas.microsoft.com/office/drawing/2014/main" id="{F6BC1D8F-3C9D-91D0-D937-26D6B2B857E8}"/>
                </a:ext>
              </a:extLst>
            </p:cNvPr>
            <p:cNvCxnSpPr>
              <a:cxnSpLocks/>
            </p:cNvCxnSpPr>
            <p:nvPr/>
          </p:nvCxnSpPr>
          <p:spPr>
            <a:xfrm>
              <a:off x="635699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Gerade Verbindung mit Pfeil 305">
              <a:extLst>
                <a:ext uri="{FF2B5EF4-FFF2-40B4-BE49-F238E27FC236}">
                  <a16:creationId xmlns:a16="http://schemas.microsoft.com/office/drawing/2014/main" id="{8E5F0D60-BE41-BE5B-B2C9-056B184FCCD7}"/>
                </a:ext>
              </a:extLst>
            </p:cNvPr>
            <p:cNvCxnSpPr>
              <a:cxnSpLocks/>
            </p:cNvCxnSpPr>
            <p:nvPr/>
          </p:nvCxnSpPr>
          <p:spPr>
            <a:xfrm>
              <a:off x="6984564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Gerade Verbindung mit Pfeil 306">
              <a:extLst>
                <a:ext uri="{FF2B5EF4-FFF2-40B4-BE49-F238E27FC236}">
                  <a16:creationId xmlns:a16="http://schemas.microsoft.com/office/drawing/2014/main" id="{F5505FDB-C8CF-E5BC-1146-D11C077574BC}"/>
                </a:ext>
              </a:extLst>
            </p:cNvPr>
            <p:cNvCxnSpPr>
              <a:cxnSpLocks/>
            </p:cNvCxnSpPr>
            <p:nvPr/>
          </p:nvCxnSpPr>
          <p:spPr>
            <a:xfrm>
              <a:off x="7925919" y="2149200"/>
              <a:ext cx="0" cy="148457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339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199</Words>
  <Application>Microsoft Macintosh PowerPoint</Application>
  <PresentationFormat>Benutzerdefiniert</PresentationFormat>
  <Paragraphs>188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Apple Color Emoji</vt:lpstr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103</cp:revision>
  <dcterms:created xsi:type="dcterms:W3CDTF">2025-09-15T09:41:49Z</dcterms:created>
  <dcterms:modified xsi:type="dcterms:W3CDTF">2026-01-27T08:10:24Z</dcterms:modified>
</cp:coreProperties>
</file>