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62" r:id="rId2"/>
  </p:sldIdLst>
  <p:sldSz cx="18000663" cy="16200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893"/>
    <a:srgbClr val="CED396"/>
    <a:srgbClr val="FFFFB8"/>
    <a:srgbClr val="827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93"/>
    <p:restoredTop sz="94718"/>
  </p:normalViewPr>
  <p:slideViewPr>
    <p:cSldViewPr snapToGrid="0">
      <p:cViewPr>
        <p:scale>
          <a:sx n="136" d="100"/>
          <a:sy n="136" d="100"/>
        </p:scale>
        <p:origin x="-7680" y="-8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B2131-93BF-BC44-B00B-3FB86A347CA6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1143000"/>
            <a:ext cx="342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67588-EEFF-624B-9E35-AB42EB90CE6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971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942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91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88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854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825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796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767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714500" y="1143000"/>
            <a:ext cx="34290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08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651323"/>
            <a:ext cx="15300564" cy="5640152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8508981"/>
            <a:ext cx="13500497" cy="3911355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47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48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038864"/>
            <a:ext cx="15525572" cy="6738931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0841548"/>
            <a:ext cx="15525572" cy="3543845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80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312617"/>
            <a:ext cx="7650282" cy="1027902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312617"/>
            <a:ext cx="7650282" cy="1027902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95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862527"/>
            <a:ext cx="15525572" cy="313133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3971359"/>
            <a:ext cx="7615123" cy="194630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5917660"/>
            <a:ext cx="7615123" cy="8703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3971359"/>
            <a:ext cx="7652626" cy="194630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5917660"/>
            <a:ext cx="7652626" cy="8703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20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902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06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080029"/>
            <a:ext cx="5805682" cy="3780102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332567"/>
            <a:ext cx="9112836" cy="11512811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860131"/>
            <a:ext cx="5805682" cy="900399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102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080029"/>
            <a:ext cx="5805682" cy="3780102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332567"/>
            <a:ext cx="9112836" cy="11512811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860131"/>
            <a:ext cx="5805682" cy="900399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52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599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862524"/>
            <a:ext cx="3881393" cy="137291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862524"/>
            <a:ext cx="11419171" cy="137291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47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862527"/>
            <a:ext cx="15525572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312617"/>
            <a:ext cx="15525572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5015410"/>
            <a:ext cx="405014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DAA9-D872-7549-A01D-4215341119AE}" type="datetimeFigureOut">
              <a:rPr lang="en-GB" smtClean="0"/>
              <a:t>12/01/2026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5015410"/>
            <a:ext cx="6075224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5015410"/>
            <a:ext cx="405014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35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5AC1049-FB3C-8397-BE38-1DBACCBBFC18}"/>
              </a:ext>
            </a:extLst>
          </p:cNvPr>
          <p:cNvGrpSpPr/>
          <p:nvPr/>
        </p:nvGrpSpPr>
        <p:grpSpPr>
          <a:xfrm>
            <a:off x="1275752" y="465260"/>
            <a:ext cx="15449159" cy="15269919"/>
            <a:chOff x="1976689" y="1958490"/>
            <a:chExt cx="15449159" cy="15269919"/>
          </a:xfrm>
        </p:grpSpPr>
        <p:grpSp>
          <p:nvGrpSpPr>
            <p:cNvPr id="261" name="Gruppieren 260">
              <a:extLst>
                <a:ext uri="{FF2B5EF4-FFF2-40B4-BE49-F238E27FC236}">
                  <a16:creationId xmlns:a16="http://schemas.microsoft.com/office/drawing/2014/main" id="{497811B9-1984-DD26-C867-C37B29E6A5B4}"/>
                </a:ext>
              </a:extLst>
            </p:cNvPr>
            <p:cNvGrpSpPr/>
            <p:nvPr/>
          </p:nvGrpSpPr>
          <p:grpSpPr>
            <a:xfrm>
              <a:off x="1976689" y="1958490"/>
              <a:ext cx="15449159" cy="15269919"/>
              <a:chOff x="1976689" y="1958490"/>
              <a:chExt cx="15449159" cy="15269919"/>
            </a:xfrm>
          </p:grpSpPr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02451A6-8F6F-AF9C-529D-C10BD8748D58}"/>
                  </a:ext>
                </a:extLst>
              </p:cNvPr>
              <p:cNvSpPr txBox="1"/>
              <p:nvPr/>
            </p:nvSpPr>
            <p:spPr>
              <a:xfrm>
                <a:off x="2029101" y="2853824"/>
                <a:ext cx="11031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dirty="0"/>
                  <a:t>Timestep</a:t>
                </a:r>
              </a:p>
            </p:txBody>
          </p: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EB7B4B8-3252-7163-28D3-DAAAD0C4D5A5}"/>
                  </a:ext>
                </a:extLst>
              </p:cNvPr>
              <p:cNvSpPr txBox="1"/>
              <p:nvPr/>
            </p:nvSpPr>
            <p:spPr>
              <a:xfrm>
                <a:off x="1976689" y="5323875"/>
                <a:ext cx="1155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dirty="0"/>
                  <a:t>Guidance</a:t>
                </a:r>
              </a:p>
            </p:txBody>
          </p: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914B3BA4-8CBF-9543-026D-4914D7DEB142}"/>
                  </a:ext>
                </a:extLst>
              </p:cNvPr>
              <p:cNvSpPr txBox="1"/>
              <p:nvPr/>
            </p:nvSpPr>
            <p:spPr>
              <a:xfrm>
                <a:off x="2203944" y="8956286"/>
                <a:ext cx="9188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dirty="0"/>
                  <a:t>Prompt</a:t>
                </a:r>
              </a:p>
            </p:txBody>
          </p:sp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24A0A956-2AB2-0181-CFF5-808A5BC88061}"/>
                  </a:ext>
                </a:extLst>
              </p:cNvPr>
              <p:cNvSpPr txBox="1"/>
              <p:nvPr/>
            </p:nvSpPr>
            <p:spPr>
              <a:xfrm>
                <a:off x="2325835" y="15562684"/>
                <a:ext cx="796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dirty="0"/>
                  <a:t>Image</a:t>
                </a:r>
              </a:p>
            </p:txBody>
          </p:sp>
          <p:cxnSp>
            <p:nvCxnSpPr>
              <p:cNvPr id="15" name="Gerade Verbindung mit Pfeil 14">
                <a:extLst>
                  <a:ext uri="{FF2B5EF4-FFF2-40B4-BE49-F238E27FC236}">
                    <a16:creationId xmlns:a16="http://schemas.microsoft.com/office/drawing/2014/main" id="{F131C1B1-922B-AD56-3788-B6D702C8A3BB}"/>
                  </a:ext>
                </a:extLst>
              </p:cNvPr>
              <p:cNvCxnSpPr>
                <a:stCxn id="10" idx="3"/>
              </p:cNvCxnSpPr>
              <p:nvPr/>
            </p:nvCxnSpPr>
            <p:spPr>
              <a:xfrm>
                <a:off x="3132286" y="3038490"/>
                <a:ext cx="360000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C2D9ACA7-3AA9-A712-4A10-E99A40306E88}"/>
                  </a:ext>
                </a:extLst>
              </p:cNvPr>
              <p:cNvSpPr/>
              <p:nvPr/>
            </p:nvSpPr>
            <p:spPr>
              <a:xfrm rot="16200000">
                <a:off x="2597691" y="2853090"/>
                <a:ext cx="2160000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MLP</a:t>
                </a:r>
              </a:p>
            </p:txBody>
          </p:sp>
          <p:cxnSp>
            <p:nvCxnSpPr>
              <p:cNvPr id="17" name="Gerade Verbindung mit Pfeil 16">
                <a:extLst>
                  <a:ext uri="{FF2B5EF4-FFF2-40B4-BE49-F238E27FC236}">
                    <a16:creationId xmlns:a16="http://schemas.microsoft.com/office/drawing/2014/main" id="{05C36DDC-0A86-B827-E273-39B36AF25844}"/>
                  </a:ext>
                </a:extLst>
              </p:cNvPr>
              <p:cNvCxnSpPr/>
              <p:nvPr/>
            </p:nvCxnSpPr>
            <p:spPr>
              <a:xfrm>
                <a:off x="3132287" y="5524493"/>
                <a:ext cx="360000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4EBD3908-9958-21BA-A442-3B379F275A28}"/>
                  </a:ext>
                </a:extLst>
              </p:cNvPr>
              <p:cNvSpPr/>
              <p:nvPr/>
            </p:nvSpPr>
            <p:spPr>
              <a:xfrm rot="16200000">
                <a:off x="2585851" y="5327214"/>
                <a:ext cx="2160000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MLP</a:t>
                </a:r>
              </a:p>
            </p:txBody>
          </p:sp>
          <p:cxnSp>
            <p:nvCxnSpPr>
              <p:cNvPr id="20" name="Gerade Verbindung 19">
                <a:extLst>
                  <a:ext uri="{FF2B5EF4-FFF2-40B4-BE49-F238E27FC236}">
                    <a16:creationId xmlns:a16="http://schemas.microsoft.com/office/drawing/2014/main" id="{A292C5DE-07D1-8EC9-D002-219AA86CE301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>
                <a:off x="3863091" y="3038490"/>
                <a:ext cx="360000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 Verbindung 21">
                <a:extLst>
                  <a:ext uri="{FF2B5EF4-FFF2-40B4-BE49-F238E27FC236}">
                    <a16:creationId xmlns:a16="http://schemas.microsoft.com/office/drawing/2014/main" id="{81DF0D23-D6FE-5F59-7CAB-FC0EE7301A30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>
              <a:xfrm>
                <a:off x="3851251" y="5512616"/>
                <a:ext cx="360000" cy="1079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DD951F8-82B7-C3EA-F320-1BF506DE93D1}"/>
                  </a:ext>
                </a:extLst>
              </p:cNvPr>
              <p:cNvSpPr/>
              <p:nvPr/>
            </p:nvSpPr>
            <p:spPr>
              <a:xfrm>
                <a:off x="4133091" y="421292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bg2">
                        <a:lumMod val="75000"/>
                      </a:schemeClr>
                    </a:solidFill>
                  </a:rPr>
                  <a:t>+</a:t>
                </a:r>
              </a:p>
            </p:txBody>
          </p:sp>
          <p:cxnSp>
            <p:nvCxnSpPr>
              <p:cNvPr id="25" name="Gerade Verbindung mit Pfeil 24">
                <a:extLst>
                  <a:ext uri="{FF2B5EF4-FFF2-40B4-BE49-F238E27FC236}">
                    <a16:creationId xmlns:a16="http://schemas.microsoft.com/office/drawing/2014/main" id="{D9AE93DA-2A87-82A4-9AE7-0680FE00BCB5}"/>
                  </a:ext>
                </a:extLst>
              </p:cNvPr>
              <p:cNvCxnSpPr>
                <a:cxnSpLocks/>
                <a:endCxn id="23" idx="0"/>
              </p:cNvCxnSpPr>
              <p:nvPr/>
            </p:nvCxnSpPr>
            <p:spPr>
              <a:xfrm>
                <a:off x="4211251" y="3038490"/>
                <a:ext cx="11840" cy="1174438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 Verbindung mit Pfeil 26">
                <a:extLst>
                  <a:ext uri="{FF2B5EF4-FFF2-40B4-BE49-F238E27FC236}">
                    <a16:creationId xmlns:a16="http://schemas.microsoft.com/office/drawing/2014/main" id="{775184F8-B7CC-BADF-26B5-B360A4530C9A}"/>
                  </a:ext>
                </a:extLst>
              </p:cNvPr>
              <p:cNvCxnSpPr>
                <a:cxnSpLocks/>
                <a:endCxn id="23" idx="4"/>
              </p:cNvCxnSpPr>
              <p:nvPr/>
            </p:nvCxnSpPr>
            <p:spPr>
              <a:xfrm flipV="1">
                <a:off x="4211251" y="4392930"/>
                <a:ext cx="11840" cy="1131565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 Verbindung mit Pfeil 28">
                <a:extLst>
                  <a:ext uri="{FF2B5EF4-FFF2-40B4-BE49-F238E27FC236}">
                    <a16:creationId xmlns:a16="http://schemas.microsoft.com/office/drawing/2014/main" id="{0D0DE7BB-514C-94D6-33FF-A70B1AB72288}"/>
                  </a:ext>
                </a:extLst>
              </p:cNvPr>
              <p:cNvCxnSpPr>
                <a:cxnSpLocks/>
                <a:stCxn id="12" idx="3"/>
                <a:endCxn id="32" idx="0"/>
              </p:cNvCxnSpPr>
              <p:nvPr/>
            </p:nvCxnSpPr>
            <p:spPr>
              <a:xfrm flipV="1">
                <a:off x="3122783" y="7920455"/>
                <a:ext cx="349642" cy="1220499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 Verbindung mit Pfeil 30">
                <a:extLst>
                  <a:ext uri="{FF2B5EF4-FFF2-40B4-BE49-F238E27FC236}">
                    <a16:creationId xmlns:a16="http://schemas.microsoft.com/office/drawing/2014/main" id="{E10D83C0-7ADE-1C5B-AB80-E901BD55860A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3122785" y="9140954"/>
                <a:ext cx="338399" cy="12204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D84EF766-5229-7207-A330-50D433A88C7B}"/>
                  </a:ext>
                </a:extLst>
              </p:cNvPr>
              <p:cNvSpPr/>
              <p:nvPr/>
            </p:nvSpPr>
            <p:spPr>
              <a:xfrm rot="16200000">
                <a:off x="2577825" y="7735053"/>
                <a:ext cx="2160000" cy="3708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Tokenizer</a:t>
                </a:r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B1EE9AA6-DA7E-B9A8-0D12-C3F856962E09}"/>
                  </a:ext>
                </a:extLst>
              </p:cNvPr>
              <p:cNvSpPr/>
              <p:nvPr/>
            </p:nvSpPr>
            <p:spPr>
              <a:xfrm rot="16200000">
                <a:off x="2577386" y="10141814"/>
                <a:ext cx="2160000" cy="3708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Tokenizer</a:t>
                </a:r>
              </a:p>
            </p:txBody>
          </p:sp>
          <p:cxnSp>
            <p:nvCxnSpPr>
              <p:cNvPr id="35" name="Gerade Verbindung mit Pfeil 34">
                <a:extLst>
                  <a:ext uri="{FF2B5EF4-FFF2-40B4-BE49-F238E27FC236}">
                    <a16:creationId xmlns:a16="http://schemas.microsoft.com/office/drawing/2014/main" id="{77ED3786-1C41-A0F3-530B-9D5A94586F34}"/>
                  </a:ext>
                </a:extLst>
              </p:cNvPr>
              <p:cNvCxnSpPr>
                <a:cxnSpLocks/>
                <a:stCxn id="32" idx="2"/>
                <a:endCxn id="38" idx="0"/>
              </p:cNvCxnSpPr>
              <p:nvPr/>
            </p:nvCxnSpPr>
            <p:spPr>
              <a:xfrm>
                <a:off x="3843225" y="7920453"/>
                <a:ext cx="392400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 Verbindung mit Pfeil 36">
                <a:extLst>
                  <a:ext uri="{FF2B5EF4-FFF2-40B4-BE49-F238E27FC236}">
                    <a16:creationId xmlns:a16="http://schemas.microsoft.com/office/drawing/2014/main" id="{2CA66687-2FBA-3722-F559-ED29C7A4745C}"/>
                  </a:ext>
                </a:extLst>
              </p:cNvPr>
              <p:cNvCxnSpPr>
                <a:cxnSpLocks/>
                <a:stCxn id="33" idx="2"/>
                <a:endCxn id="39" idx="0"/>
              </p:cNvCxnSpPr>
              <p:nvPr/>
            </p:nvCxnSpPr>
            <p:spPr>
              <a:xfrm>
                <a:off x="3842788" y="10327216"/>
                <a:ext cx="392839" cy="10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84B6DCA4-8215-8397-8CEE-F7D002091A18}"/>
                  </a:ext>
                </a:extLst>
              </p:cNvPr>
              <p:cNvSpPr/>
              <p:nvPr/>
            </p:nvSpPr>
            <p:spPr>
              <a:xfrm rot="16200000">
                <a:off x="3341025" y="7735053"/>
                <a:ext cx="2160000" cy="3708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CLIP</a:t>
                </a:r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9F34D025-79DC-F414-03B4-2425ECF6FF94}"/>
                  </a:ext>
                </a:extLst>
              </p:cNvPr>
              <p:cNvSpPr/>
              <p:nvPr/>
            </p:nvSpPr>
            <p:spPr>
              <a:xfrm rot="16200000">
                <a:off x="3341025" y="10142893"/>
                <a:ext cx="2160000" cy="3708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T5-XXL</a:t>
                </a:r>
              </a:p>
            </p:txBody>
          </p:sp>
          <p:cxnSp>
            <p:nvCxnSpPr>
              <p:cNvPr id="41" name="Gerade Verbindung mit Pfeil 40">
                <a:extLst>
                  <a:ext uri="{FF2B5EF4-FFF2-40B4-BE49-F238E27FC236}">
                    <a16:creationId xmlns:a16="http://schemas.microsoft.com/office/drawing/2014/main" id="{8E9696BA-DAF8-1C61-84DB-A2ED742DC8D7}"/>
                  </a:ext>
                </a:extLst>
              </p:cNvPr>
              <p:cNvCxnSpPr>
                <a:cxnSpLocks/>
                <a:stCxn id="38" idx="2"/>
                <a:endCxn id="42" idx="0"/>
              </p:cNvCxnSpPr>
              <p:nvPr/>
            </p:nvCxnSpPr>
            <p:spPr>
              <a:xfrm>
                <a:off x="4606425" y="7920453"/>
                <a:ext cx="337958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34477883-0243-C46C-81AE-465C1C44239A}"/>
                  </a:ext>
                </a:extLst>
              </p:cNvPr>
              <p:cNvSpPr/>
              <p:nvPr/>
            </p:nvSpPr>
            <p:spPr>
              <a:xfrm rot="16200000">
                <a:off x="4049783" y="7735053"/>
                <a:ext cx="2160000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MLP</a:t>
                </a:r>
              </a:p>
            </p:txBody>
          </p:sp>
          <p:cxnSp>
            <p:nvCxnSpPr>
              <p:cNvPr id="44" name="Gerade Verbindung 43">
                <a:extLst>
                  <a:ext uri="{FF2B5EF4-FFF2-40B4-BE49-F238E27FC236}">
                    <a16:creationId xmlns:a16="http://schemas.microsoft.com/office/drawing/2014/main" id="{34304C1B-6470-637C-10EA-C12EA227C554}"/>
                  </a:ext>
                </a:extLst>
              </p:cNvPr>
              <p:cNvCxnSpPr>
                <a:cxnSpLocks/>
                <a:stCxn id="42" idx="2"/>
              </p:cNvCxnSpPr>
              <p:nvPr/>
            </p:nvCxnSpPr>
            <p:spPr>
              <a:xfrm>
                <a:off x="5315183" y="7920453"/>
                <a:ext cx="356634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 Verbindung 45">
                <a:extLst>
                  <a:ext uri="{FF2B5EF4-FFF2-40B4-BE49-F238E27FC236}">
                    <a16:creationId xmlns:a16="http://schemas.microsoft.com/office/drawing/2014/main" id="{600F538F-3137-90B5-7FD1-5F6AE58409FC}"/>
                  </a:ext>
                </a:extLst>
              </p:cNvPr>
              <p:cNvCxnSpPr>
                <a:cxnSpLocks/>
                <a:stCxn id="23" idx="6"/>
              </p:cNvCxnSpPr>
              <p:nvPr/>
            </p:nvCxnSpPr>
            <p:spPr>
              <a:xfrm>
                <a:off x="4313091" y="4302928"/>
                <a:ext cx="1349934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66C0840-3F90-1963-D52F-5FAB883180CC}"/>
                  </a:ext>
                </a:extLst>
              </p:cNvPr>
              <p:cNvSpPr/>
              <p:nvPr/>
            </p:nvSpPr>
            <p:spPr>
              <a:xfrm>
                <a:off x="5573025" y="5400225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bg2">
                        <a:lumMod val="75000"/>
                      </a:schemeClr>
                    </a:solidFill>
                  </a:rPr>
                  <a:t>+</a:t>
                </a:r>
              </a:p>
            </p:txBody>
          </p:sp>
          <p:cxnSp>
            <p:nvCxnSpPr>
              <p:cNvPr id="50" name="Gerade Verbindung mit Pfeil 49">
                <a:extLst>
                  <a:ext uri="{FF2B5EF4-FFF2-40B4-BE49-F238E27FC236}">
                    <a16:creationId xmlns:a16="http://schemas.microsoft.com/office/drawing/2014/main" id="{DDC6AC3D-106F-966C-7409-9EC3D957F4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0225" y="5580225"/>
                <a:ext cx="0" cy="2340228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Gerade Verbindung mit Pfeil 51">
                <a:extLst>
                  <a:ext uri="{FF2B5EF4-FFF2-40B4-BE49-F238E27FC236}">
                    <a16:creationId xmlns:a16="http://schemas.microsoft.com/office/drawing/2014/main" id="{9012852A-2BED-E5E0-DCD7-4C9AE236F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70225" y="4302930"/>
                <a:ext cx="0" cy="1097297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Gerade Verbindung mit Pfeil 55">
                <a:extLst>
                  <a:ext uri="{FF2B5EF4-FFF2-40B4-BE49-F238E27FC236}">
                    <a16:creationId xmlns:a16="http://schemas.microsoft.com/office/drawing/2014/main" id="{E495F5E2-6961-495B-9929-E299A77764F3}"/>
                  </a:ext>
                </a:extLst>
              </p:cNvPr>
              <p:cNvCxnSpPr>
                <a:cxnSpLocks/>
                <a:stCxn id="39" idx="2"/>
                <a:endCxn id="57" idx="0"/>
              </p:cNvCxnSpPr>
              <p:nvPr/>
            </p:nvCxnSpPr>
            <p:spPr>
              <a:xfrm>
                <a:off x="4606425" y="10328293"/>
                <a:ext cx="3384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3313D8E2-75D4-F19A-A447-9491D1C93276}"/>
                  </a:ext>
                </a:extLst>
              </p:cNvPr>
              <p:cNvSpPr/>
              <p:nvPr/>
            </p:nvSpPr>
            <p:spPr>
              <a:xfrm rot="16200000">
                <a:off x="4050225" y="10142893"/>
                <a:ext cx="2160000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Linear Projection</a:t>
                </a:r>
              </a:p>
            </p:txBody>
          </p:sp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4AC90C7B-F948-47A4-A0AC-56A327F46A55}"/>
                  </a:ext>
                </a:extLst>
              </p:cNvPr>
              <p:cNvSpPr/>
              <p:nvPr/>
            </p:nvSpPr>
            <p:spPr>
              <a:xfrm rot="16200000">
                <a:off x="2577825" y="15561950"/>
                <a:ext cx="2160000" cy="370800"/>
              </a:xfrm>
              <a:prstGeom prst="rect">
                <a:avLst/>
              </a:prstGeom>
              <a:solidFill>
                <a:schemeClr val="accent1">
                  <a:alpha val="4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VAE</a:t>
                </a:r>
              </a:p>
            </p:txBody>
          </p:sp>
          <p:cxnSp>
            <p:nvCxnSpPr>
              <p:cNvPr id="74" name="Gerade Verbindung mit Pfeil 73">
                <a:extLst>
                  <a:ext uri="{FF2B5EF4-FFF2-40B4-BE49-F238E27FC236}">
                    <a16:creationId xmlns:a16="http://schemas.microsoft.com/office/drawing/2014/main" id="{A8E9FC96-4054-0C32-5BE6-BE4322F79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2286" y="15747350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 Verbindung mit Pfeil 79">
                <a:extLst>
                  <a:ext uri="{FF2B5EF4-FFF2-40B4-BE49-F238E27FC236}">
                    <a16:creationId xmlns:a16="http://schemas.microsoft.com/office/drawing/2014/main" id="{D319B980-0E96-8361-BE40-C5E296019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3225" y="15746400"/>
                <a:ext cx="3924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775FC12C-05D4-304E-5DBA-5B238BFACB4E}"/>
                  </a:ext>
                </a:extLst>
              </p:cNvPr>
              <p:cNvSpPr/>
              <p:nvPr/>
            </p:nvSpPr>
            <p:spPr>
              <a:xfrm rot="16200000">
                <a:off x="4087315" y="15561950"/>
                <a:ext cx="2160000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Linear Projection</a:t>
                </a:r>
              </a:p>
            </p:txBody>
          </p:sp>
          <p:cxnSp>
            <p:nvCxnSpPr>
              <p:cNvPr id="83" name="Gerade Verbindung mit Pfeil 82">
                <a:extLst>
                  <a:ext uri="{FF2B5EF4-FFF2-40B4-BE49-F238E27FC236}">
                    <a16:creationId xmlns:a16="http://schemas.microsoft.com/office/drawing/2014/main" id="{5C849DB7-DB21-5D5A-10A0-FEA61A4179FA}"/>
                  </a:ext>
                </a:extLst>
              </p:cNvPr>
              <p:cNvCxnSpPr>
                <a:cxnSpLocks/>
                <a:endCxn id="84" idx="0"/>
              </p:cNvCxnSpPr>
              <p:nvPr/>
            </p:nvCxnSpPr>
            <p:spPr>
              <a:xfrm>
                <a:off x="3657386" y="12245009"/>
                <a:ext cx="1300151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hteck 83">
                <a:extLst>
                  <a:ext uri="{FF2B5EF4-FFF2-40B4-BE49-F238E27FC236}">
                    <a16:creationId xmlns:a16="http://schemas.microsoft.com/office/drawing/2014/main" id="{497001E6-0D70-4BB7-38B4-6F40AA5BF5DD}"/>
                  </a:ext>
                </a:extLst>
              </p:cNvPr>
              <p:cNvSpPr/>
              <p:nvPr/>
            </p:nvSpPr>
            <p:spPr>
              <a:xfrm rot="16200000">
                <a:off x="4602937" y="12059609"/>
                <a:ext cx="1080000" cy="370800"/>
              </a:xfrm>
              <a:prstGeom prst="rect">
                <a:avLst/>
              </a:prstGeom>
              <a:solidFill>
                <a:schemeClr val="bg2">
                  <a:lumMod val="90000"/>
                  <a:alpha val="8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Txt_ids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hteck 84">
                <a:extLst>
                  <a:ext uri="{FF2B5EF4-FFF2-40B4-BE49-F238E27FC236}">
                    <a16:creationId xmlns:a16="http://schemas.microsoft.com/office/drawing/2014/main" id="{6120C13E-8459-8A2F-2B64-19BA04BDD7EF}"/>
                  </a:ext>
                </a:extLst>
              </p:cNvPr>
              <p:cNvSpPr/>
              <p:nvPr/>
            </p:nvSpPr>
            <p:spPr>
              <a:xfrm rot="16200000">
                <a:off x="4604502" y="13650422"/>
                <a:ext cx="1080000" cy="370800"/>
              </a:xfrm>
              <a:prstGeom prst="rect">
                <a:avLst/>
              </a:prstGeom>
              <a:solidFill>
                <a:schemeClr val="bg2">
                  <a:lumMod val="90000"/>
                  <a:alpha val="8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Img_ids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Gerade Verbindung mit Pfeil 86">
                <a:extLst>
                  <a:ext uri="{FF2B5EF4-FFF2-40B4-BE49-F238E27FC236}">
                    <a16:creationId xmlns:a16="http://schemas.microsoft.com/office/drawing/2014/main" id="{EF5B435F-E278-BD06-5E6D-F99C60A5582C}"/>
                  </a:ext>
                </a:extLst>
              </p:cNvPr>
              <p:cNvCxnSpPr>
                <a:cxnSpLocks/>
                <a:endCxn id="85" idx="0"/>
              </p:cNvCxnSpPr>
              <p:nvPr/>
            </p:nvCxnSpPr>
            <p:spPr>
              <a:xfrm>
                <a:off x="4421024" y="13835822"/>
                <a:ext cx="538078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Gerade Verbindung 95">
                <a:extLst>
                  <a:ext uri="{FF2B5EF4-FFF2-40B4-BE49-F238E27FC236}">
                    <a16:creationId xmlns:a16="http://schemas.microsoft.com/office/drawing/2014/main" id="{61B331AB-FF56-D570-E3AB-F9AB52E5E78F}"/>
                  </a:ext>
                </a:extLst>
              </p:cNvPr>
              <p:cNvCxnSpPr>
                <a:stCxn id="84" idx="2"/>
              </p:cNvCxnSpPr>
              <p:nvPr/>
            </p:nvCxnSpPr>
            <p:spPr>
              <a:xfrm>
                <a:off x="5328337" y="12245009"/>
                <a:ext cx="360000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Gerade Verbindung 97">
                <a:extLst>
                  <a:ext uri="{FF2B5EF4-FFF2-40B4-BE49-F238E27FC236}">
                    <a16:creationId xmlns:a16="http://schemas.microsoft.com/office/drawing/2014/main" id="{E857AB16-04D5-8F81-95A1-457789746BE6}"/>
                  </a:ext>
                </a:extLst>
              </p:cNvPr>
              <p:cNvCxnSpPr>
                <a:stCxn id="85" idx="2"/>
              </p:cNvCxnSpPr>
              <p:nvPr/>
            </p:nvCxnSpPr>
            <p:spPr>
              <a:xfrm>
                <a:off x="5329902" y="13835822"/>
                <a:ext cx="360000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B15A0613-0EB5-C482-1035-632017B1DAEC}"/>
                  </a:ext>
                </a:extLst>
              </p:cNvPr>
              <p:cNvSpPr/>
              <p:nvPr/>
            </p:nvSpPr>
            <p:spPr>
              <a:xfrm>
                <a:off x="5605592" y="12947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+</a:t>
                </a:r>
              </a:p>
            </p:txBody>
          </p:sp>
          <p:cxnSp>
            <p:nvCxnSpPr>
              <p:cNvPr id="101" name="Gerade Verbindung 100">
                <a:extLst>
                  <a:ext uri="{FF2B5EF4-FFF2-40B4-BE49-F238E27FC236}">
                    <a16:creationId xmlns:a16="http://schemas.microsoft.com/office/drawing/2014/main" id="{3C0F184E-6E06-962A-BB6F-D90FFCB066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98417" y="13135248"/>
                <a:ext cx="0" cy="695676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 Verbindung 103">
                <a:extLst>
                  <a:ext uri="{FF2B5EF4-FFF2-40B4-BE49-F238E27FC236}">
                    <a16:creationId xmlns:a16="http://schemas.microsoft.com/office/drawing/2014/main" id="{5B8510D9-1334-0DA5-CCEE-22E377BE60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98417" y="12240112"/>
                <a:ext cx="0" cy="700574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 Verbindung 108">
                <a:extLst>
                  <a:ext uri="{FF2B5EF4-FFF2-40B4-BE49-F238E27FC236}">
                    <a16:creationId xmlns:a16="http://schemas.microsoft.com/office/drawing/2014/main" id="{4EF084BA-E8C2-A6A4-41FD-624B58B0FEB9}"/>
                  </a:ext>
                </a:extLst>
              </p:cNvPr>
              <p:cNvCxnSpPr>
                <a:stCxn id="99" idx="0"/>
                <a:endCxn id="99" idx="4"/>
              </p:cNvCxnSpPr>
              <p:nvPr/>
            </p:nvCxnSpPr>
            <p:spPr>
              <a:xfrm>
                <a:off x="5695592" y="12947967"/>
                <a:ext cx="0" cy="18000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Gerade Verbindung 110">
                <a:extLst>
                  <a:ext uri="{FF2B5EF4-FFF2-40B4-BE49-F238E27FC236}">
                    <a16:creationId xmlns:a16="http://schemas.microsoft.com/office/drawing/2014/main" id="{BB098841-8D86-CFB7-9D88-A209A1CD639F}"/>
                  </a:ext>
                </a:extLst>
              </p:cNvPr>
              <p:cNvCxnSpPr>
                <a:stCxn id="99" idx="2"/>
                <a:endCxn id="99" idx="6"/>
              </p:cNvCxnSpPr>
              <p:nvPr/>
            </p:nvCxnSpPr>
            <p:spPr>
              <a:xfrm>
                <a:off x="5605592" y="13037967"/>
                <a:ext cx="180000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Gerade Verbindung mit Pfeil 112">
                <a:extLst>
                  <a:ext uri="{FF2B5EF4-FFF2-40B4-BE49-F238E27FC236}">
                    <a16:creationId xmlns:a16="http://schemas.microsoft.com/office/drawing/2014/main" id="{5686454B-2832-003F-C0B8-68382A078AED}"/>
                  </a:ext>
                </a:extLst>
              </p:cNvPr>
              <p:cNvCxnSpPr>
                <a:stCxn id="99" idx="6"/>
              </p:cNvCxnSpPr>
              <p:nvPr/>
            </p:nvCxnSpPr>
            <p:spPr>
              <a:xfrm>
                <a:off x="5785592" y="13037967"/>
                <a:ext cx="360000" cy="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EEFFCF49-A6D1-230E-86A5-ADFF7481EC62}"/>
                  </a:ext>
                </a:extLst>
              </p:cNvPr>
              <p:cNvSpPr/>
              <p:nvPr/>
            </p:nvSpPr>
            <p:spPr>
              <a:xfrm rot="16200000">
                <a:off x="5798880" y="12718202"/>
                <a:ext cx="1332958" cy="639531"/>
              </a:xfrm>
              <a:prstGeom prst="rect">
                <a:avLst/>
              </a:prstGeom>
              <a:solidFill>
                <a:schemeClr val="bg2">
                  <a:lumMod val="90000"/>
                  <a:alpha val="8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Positional Embedding</a:t>
                </a:r>
              </a:p>
            </p:txBody>
          </p:sp>
          <p:sp>
            <p:nvSpPr>
              <p:cNvPr id="115" name="Rechteck 114">
                <a:extLst>
                  <a:ext uri="{FF2B5EF4-FFF2-40B4-BE49-F238E27FC236}">
                    <a16:creationId xmlns:a16="http://schemas.microsoft.com/office/drawing/2014/main" id="{67CEEAF1-33D3-A16B-4620-2BB2949B9687}"/>
                  </a:ext>
                </a:extLst>
              </p:cNvPr>
              <p:cNvSpPr/>
              <p:nvPr/>
            </p:nvSpPr>
            <p:spPr>
              <a:xfrm rot="16200000">
                <a:off x="7489176" y="14971672"/>
                <a:ext cx="2821738" cy="6395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2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Double Stream Block 1</a:t>
                </a:r>
              </a:p>
            </p:txBody>
          </p:sp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2AFB818B-5928-1E3A-6795-DFA417E97A89}"/>
                  </a:ext>
                </a:extLst>
              </p:cNvPr>
              <p:cNvSpPr/>
              <p:nvPr/>
            </p:nvSpPr>
            <p:spPr>
              <a:xfrm rot="16200000">
                <a:off x="9243239" y="14971339"/>
                <a:ext cx="2822400" cy="63952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2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Double Stream Block 19</a:t>
                </a:r>
              </a:p>
            </p:txBody>
          </p:sp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BF73D30C-4779-6213-980D-36059B22DFFF}"/>
                  </a:ext>
                </a:extLst>
              </p:cNvPr>
              <p:cNvSpPr/>
              <p:nvPr/>
            </p:nvSpPr>
            <p:spPr>
              <a:xfrm rot="16200000">
                <a:off x="10552344" y="15105703"/>
                <a:ext cx="2822400" cy="370800"/>
              </a:xfrm>
              <a:prstGeom prst="rect">
                <a:avLst/>
              </a:prstGeom>
              <a:solidFill>
                <a:srgbClr val="E3C893">
                  <a:alpha val="42000"/>
                </a:srgb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Single Stream Block 1</a:t>
                </a:r>
              </a:p>
            </p:txBody>
          </p:sp>
          <p:cxnSp>
            <p:nvCxnSpPr>
              <p:cNvPr id="119" name="Gerade Verbindung mit Pfeil 118">
                <a:extLst>
                  <a:ext uri="{FF2B5EF4-FFF2-40B4-BE49-F238E27FC236}">
                    <a16:creationId xmlns:a16="http://schemas.microsoft.com/office/drawing/2014/main" id="{3017C56A-7EFC-C23E-B54C-7063624E0509}"/>
                  </a:ext>
                </a:extLst>
              </p:cNvPr>
              <p:cNvCxnSpPr>
                <a:cxnSpLocks/>
                <a:stCxn id="81" idx="2"/>
              </p:cNvCxnSpPr>
              <p:nvPr/>
            </p:nvCxnSpPr>
            <p:spPr>
              <a:xfrm flipV="1">
                <a:off x="5352715" y="15746732"/>
                <a:ext cx="3203820" cy="6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Gerade Verbindung 120">
                <a:extLst>
                  <a:ext uri="{FF2B5EF4-FFF2-40B4-BE49-F238E27FC236}">
                    <a16:creationId xmlns:a16="http://schemas.microsoft.com/office/drawing/2014/main" id="{1C55F918-C1C3-A4C8-E36B-8C676662515D}"/>
                  </a:ext>
                </a:extLst>
              </p:cNvPr>
              <p:cNvCxnSpPr>
                <a:cxnSpLocks/>
                <a:stCxn id="114" idx="2"/>
              </p:cNvCxnSpPr>
              <p:nvPr/>
            </p:nvCxnSpPr>
            <p:spPr>
              <a:xfrm>
                <a:off x="6785125" y="13037968"/>
                <a:ext cx="6535527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Gerade Verbindung mit Pfeil 122">
                <a:extLst>
                  <a:ext uri="{FF2B5EF4-FFF2-40B4-BE49-F238E27FC236}">
                    <a16:creationId xmlns:a16="http://schemas.microsoft.com/office/drawing/2014/main" id="{CDD4AA8B-EF9A-F372-064A-5BC298244B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8299" y="13037966"/>
                <a:ext cx="0" cy="8424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Gerade Verbindung mit Pfeil 124">
                <a:extLst>
                  <a:ext uri="{FF2B5EF4-FFF2-40B4-BE49-F238E27FC236}">
                    <a16:creationId xmlns:a16="http://schemas.microsoft.com/office/drawing/2014/main" id="{96F678F0-4608-0CB9-DA00-21AEEF1EEC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0007" y="5490000"/>
                <a:ext cx="0" cy="83916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 Verbindung 127">
                <a:extLst>
                  <a:ext uri="{FF2B5EF4-FFF2-40B4-BE49-F238E27FC236}">
                    <a16:creationId xmlns:a16="http://schemas.microsoft.com/office/drawing/2014/main" id="{C1DEF7FF-D221-8777-609A-2DA955B6AC75}"/>
                  </a:ext>
                </a:extLst>
              </p:cNvPr>
              <p:cNvCxnSpPr>
                <a:cxnSpLocks/>
                <a:stCxn id="57" idx="2"/>
              </p:cNvCxnSpPr>
              <p:nvPr/>
            </p:nvCxnSpPr>
            <p:spPr>
              <a:xfrm flipV="1">
                <a:off x="5315625" y="10327215"/>
                <a:ext cx="1623748" cy="107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Gerade Verbindung 131">
                <a:extLst>
                  <a:ext uri="{FF2B5EF4-FFF2-40B4-BE49-F238E27FC236}">
                    <a16:creationId xmlns:a16="http://schemas.microsoft.com/office/drawing/2014/main" id="{1B623D91-4543-19A4-8864-189C98CF2FFB}"/>
                  </a:ext>
                </a:extLst>
              </p:cNvPr>
              <p:cNvCxnSpPr>
                <a:cxnSpLocks/>
                <a:stCxn id="48" idx="6"/>
              </p:cNvCxnSpPr>
              <p:nvPr/>
            </p:nvCxnSpPr>
            <p:spPr>
              <a:xfrm>
                <a:off x="5753026" y="5490225"/>
                <a:ext cx="7862400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Gerade Verbindung mit Pfeil 135">
                <a:extLst>
                  <a:ext uri="{FF2B5EF4-FFF2-40B4-BE49-F238E27FC236}">
                    <a16:creationId xmlns:a16="http://schemas.microsoft.com/office/drawing/2014/main" id="{C3C19F30-8B0E-480E-0CA5-C99D45227D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19809" y="14828400"/>
                <a:ext cx="360000" cy="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Textfeld 136">
                <a:extLst>
                  <a:ext uri="{FF2B5EF4-FFF2-40B4-BE49-F238E27FC236}">
                    <a16:creationId xmlns:a16="http://schemas.microsoft.com/office/drawing/2014/main" id="{C109DB93-1A10-A962-2E96-EAEAC1945D55}"/>
                  </a:ext>
                </a:extLst>
              </p:cNvPr>
              <p:cNvSpPr txBox="1"/>
              <p:nvPr/>
            </p:nvSpPr>
            <p:spPr>
              <a:xfrm>
                <a:off x="9579825" y="14597295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…</a:t>
                </a:r>
              </a:p>
            </p:txBody>
          </p:sp>
          <p:cxnSp>
            <p:nvCxnSpPr>
              <p:cNvPr id="138" name="Gerade Verbindung mit Pfeil 137">
                <a:extLst>
                  <a:ext uri="{FF2B5EF4-FFF2-40B4-BE49-F238E27FC236}">
                    <a16:creationId xmlns:a16="http://schemas.microsoft.com/office/drawing/2014/main" id="{0AD4C161-38BB-A1BE-06AC-CA827FC0B699}"/>
                  </a:ext>
                </a:extLst>
              </p:cNvPr>
              <p:cNvCxnSpPr/>
              <p:nvPr/>
            </p:nvCxnSpPr>
            <p:spPr>
              <a:xfrm flipV="1">
                <a:off x="9968625" y="14828400"/>
                <a:ext cx="360000" cy="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Gerade Verbindung mit Pfeil 138">
                <a:extLst>
                  <a:ext uri="{FF2B5EF4-FFF2-40B4-BE49-F238E27FC236}">
                    <a16:creationId xmlns:a16="http://schemas.microsoft.com/office/drawing/2014/main" id="{EDE52434-E74D-8F8B-96AB-B5E07C8D99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3256" y="13039200"/>
                <a:ext cx="0" cy="8424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Gerade Verbindung mit Pfeil 140">
                <a:extLst>
                  <a:ext uri="{FF2B5EF4-FFF2-40B4-BE49-F238E27FC236}">
                    <a16:creationId xmlns:a16="http://schemas.microsoft.com/office/drawing/2014/main" id="{31EB7993-7187-010D-4D9B-3D9FCBFE8F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04964" y="5490000"/>
                <a:ext cx="0" cy="83916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erade Verbindung 154">
                <a:extLst>
                  <a:ext uri="{FF2B5EF4-FFF2-40B4-BE49-F238E27FC236}">
                    <a16:creationId xmlns:a16="http://schemas.microsoft.com/office/drawing/2014/main" id="{926F7261-4BEA-AB7A-06FC-1B689E0255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80" y="10327215"/>
                <a:ext cx="0" cy="450872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erade Verbindung mit Pfeil 156">
                <a:extLst>
                  <a:ext uri="{FF2B5EF4-FFF2-40B4-BE49-F238E27FC236}">
                    <a16:creationId xmlns:a16="http://schemas.microsoft.com/office/drawing/2014/main" id="{DB2A1CB0-DD0B-6961-E932-4447489B80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29580" y="14828400"/>
                <a:ext cx="16507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erade Verbindung mit Pfeil 157">
                <a:extLst>
                  <a:ext uri="{FF2B5EF4-FFF2-40B4-BE49-F238E27FC236}">
                    <a16:creationId xmlns:a16="http://schemas.microsoft.com/office/drawing/2014/main" id="{990D2691-B861-F4A1-52F6-9B9D3ED8C3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25060" y="15746400"/>
                <a:ext cx="360000" cy="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647A17F9-2F93-8ACE-6CFC-35A609F6425A}"/>
                  </a:ext>
                </a:extLst>
              </p:cNvPr>
              <p:cNvSpPr txBox="1"/>
              <p:nvPr/>
            </p:nvSpPr>
            <p:spPr>
              <a:xfrm>
                <a:off x="9579825" y="15511869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…</a:t>
                </a:r>
              </a:p>
            </p:txBody>
          </p:sp>
          <p:cxnSp>
            <p:nvCxnSpPr>
              <p:cNvPr id="160" name="Gerade Verbindung mit Pfeil 159">
                <a:extLst>
                  <a:ext uri="{FF2B5EF4-FFF2-40B4-BE49-F238E27FC236}">
                    <a16:creationId xmlns:a16="http://schemas.microsoft.com/office/drawing/2014/main" id="{0913D0CB-1FF5-7B61-8BDB-FC350B61EFE8}"/>
                  </a:ext>
                </a:extLst>
              </p:cNvPr>
              <p:cNvCxnSpPr/>
              <p:nvPr/>
            </p:nvCxnSpPr>
            <p:spPr>
              <a:xfrm flipV="1">
                <a:off x="9968625" y="15746400"/>
                <a:ext cx="360000" cy="3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 Verbindung 170">
                <a:extLst>
                  <a:ext uri="{FF2B5EF4-FFF2-40B4-BE49-F238E27FC236}">
                    <a16:creationId xmlns:a16="http://schemas.microsoft.com/office/drawing/2014/main" id="{3B8E28ED-F0D1-3753-12DE-261C6CF12DD3}"/>
                  </a:ext>
                </a:extLst>
              </p:cNvPr>
              <p:cNvCxnSpPr/>
              <p:nvPr/>
            </p:nvCxnSpPr>
            <p:spPr>
              <a:xfrm>
                <a:off x="10974205" y="14828400"/>
                <a:ext cx="35912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Gerade Verbindung 172">
                <a:extLst>
                  <a:ext uri="{FF2B5EF4-FFF2-40B4-BE49-F238E27FC236}">
                    <a16:creationId xmlns:a16="http://schemas.microsoft.com/office/drawing/2014/main" id="{7A58AF67-63AD-6188-0E67-A387BEEBCF09}"/>
                  </a:ext>
                </a:extLst>
              </p:cNvPr>
              <p:cNvCxnSpPr/>
              <p:nvPr/>
            </p:nvCxnSpPr>
            <p:spPr>
              <a:xfrm>
                <a:off x="10974205" y="15746400"/>
                <a:ext cx="35912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7351E54A-676D-8B6F-D427-7DAE40ACA8C0}"/>
                  </a:ext>
                </a:extLst>
              </p:cNvPr>
              <p:cNvSpPr/>
              <p:nvPr/>
            </p:nvSpPr>
            <p:spPr>
              <a:xfrm>
                <a:off x="11243331" y="15197400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+</a:t>
                </a:r>
              </a:p>
            </p:txBody>
          </p:sp>
          <p:cxnSp>
            <p:nvCxnSpPr>
              <p:cNvPr id="175" name="Gerade Verbindung 174">
                <a:extLst>
                  <a:ext uri="{FF2B5EF4-FFF2-40B4-BE49-F238E27FC236}">
                    <a16:creationId xmlns:a16="http://schemas.microsoft.com/office/drawing/2014/main" id="{D765BB83-FFFA-98CF-3D13-76643FEF1E60}"/>
                  </a:ext>
                </a:extLst>
              </p:cNvPr>
              <p:cNvCxnSpPr>
                <a:stCxn id="174" idx="0"/>
                <a:endCxn id="174" idx="4"/>
              </p:cNvCxnSpPr>
              <p:nvPr/>
            </p:nvCxnSpPr>
            <p:spPr>
              <a:xfrm>
                <a:off x="11333331" y="15197400"/>
                <a:ext cx="0" cy="18000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 Verbindung 175">
                <a:extLst>
                  <a:ext uri="{FF2B5EF4-FFF2-40B4-BE49-F238E27FC236}">
                    <a16:creationId xmlns:a16="http://schemas.microsoft.com/office/drawing/2014/main" id="{057B4FD8-D47F-BB9F-EE5D-5C6DE6C826FF}"/>
                  </a:ext>
                </a:extLst>
              </p:cNvPr>
              <p:cNvCxnSpPr>
                <a:stCxn id="174" idx="2"/>
                <a:endCxn id="174" idx="6"/>
              </p:cNvCxnSpPr>
              <p:nvPr/>
            </p:nvCxnSpPr>
            <p:spPr>
              <a:xfrm>
                <a:off x="11243331" y="15287400"/>
                <a:ext cx="180000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 Verbindung mit Pfeil 178">
                <a:extLst>
                  <a:ext uri="{FF2B5EF4-FFF2-40B4-BE49-F238E27FC236}">
                    <a16:creationId xmlns:a16="http://schemas.microsoft.com/office/drawing/2014/main" id="{0C22B242-6777-0169-22F6-CA53CE030109}"/>
                  </a:ext>
                </a:extLst>
              </p:cNvPr>
              <p:cNvCxnSpPr>
                <a:endCxn id="174" idx="0"/>
              </p:cNvCxnSpPr>
              <p:nvPr/>
            </p:nvCxnSpPr>
            <p:spPr>
              <a:xfrm>
                <a:off x="11333331" y="14828400"/>
                <a:ext cx="0" cy="369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Gerade Verbindung mit Pfeil 180">
                <a:extLst>
                  <a:ext uri="{FF2B5EF4-FFF2-40B4-BE49-F238E27FC236}">
                    <a16:creationId xmlns:a16="http://schemas.microsoft.com/office/drawing/2014/main" id="{8ED9FD85-9D9B-7FDD-11BC-03F4B356D612}"/>
                  </a:ext>
                </a:extLst>
              </p:cNvPr>
              <p:cNvCxnSpPr>
                <a:endCxn id="174" idx="4"/>
              </p:cNvCxnSpPr>
              <p:nvPr/>
            </p:nvCxnSpPr>
            <p:spPr>
              <a:xfrm flipV="1">
                <a:off x="11333331" y="15377400"/>
                <a:ext cx="0" cy="369000"/>
              </a:xfrm>
              <a:prstGeom prst="straightConnector1">
                <a:avLst/>
              </a:prstGeom>
              <a:ln>
                <a:solidFill>
                  <a:schemeClr val="accent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Gerade Verbindung mit Pfeil 182">
                <a:extLst>
                  <a:ext uri="{FF2B5EF4-FFF2-40B4-BE49-F238E27FC236}">
                    <a16:creationId xmlns:a16="http://schemas.microsoft.com/office/drawing/2014/main" id="{C7F422BD-8A50-D65B-4146-75AB29D132C6}"/>
                  </a:ext>
                </a:extLst>
              </p:cNvPr>
              <p:cNvCxnSpPr>
                <a:stCxn id="174" idx="6"/>
              </p:cNvCxnSpPr>
              <p:nvPr/>
            </p:nvCxnSpPr>
            <p:spPr>
              <a:xfrm>
                <a:off x="11423330" y="15287400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Gerade Verbindung mit Pfeil 183">
                <a:extLst>
                  <a:ext uri="{FF2B5EF4-FFF2-40B4-BE49-F238E27FC236}">
                    <a16:creationId xmlns:a16="http://schemas.microsoft.com/office/drawing/2014/main" id="{1E359D9E-2DFC-7A51-2933-A8B6CEC27C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21689" y="13039200"/>
                <a:ext cx="0" cy="8424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Gerade Verbindung mit Pfeil 184">
                <a:extLst>
                  <a:ext uri="{FF2B5EF4-FFF2-40B4-BE49-F238E27FC236}">
                    <a16:creationId xmlns:a16="http://schemas.microsoft.com/office/drawing/2014/main" id="{ABFA77C8-A5D7-A56B-180C-E56DA51240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07195" y="5490000"/>
                <a:ext cx="0" cy="83916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Gerade Verbindung mit Pfeil 186">
                <a:extLst>
                  <a:ext uri="{FF2B5EF4-FFF2-40B4-BE49-F238E27FC236}">
                    <a16:creationId xmlns:a16="http://schemas.microsoft.com/office/drawing/2014/main" id="{66DB324F-8A9A-AA5C-213D-D00B57A85518}"/>
                  </a:ext>
                </a:extLst>
              </p:cNvPr>
              <p:cNvCxnSpPr>
                <a:stCxn id="117" idx="2"/>
              </p:cNvCxnSpPr>
              <p:nvPr/>
            </p:nvCxnSpPr>
            <p:spPr>
              <a:xfrm flipV="1">
                <a:off x="12148944" y="15287401"/>
                <a:ext cx="360000" cy="37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B70167AF-04AA-9488-DE25-A9BFF94F4FB8}"/>
                  </a:ext>
                </a:extLst>
              </p:cNvPr>
              <p:cNvSpPr txBox="1"/>
              <p:nvPr/>
            </p:nvSpPr>
            <p:spPr>
              <a:xfrm>
                <a:off x="12516609" y="15051424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…</a:t>
                </a:r>
              </a:p>
            </p:txBody>
          </p:sp>
          <p:cxnSp>
            <p:nvCxnSpPr>
              <p:cNvPr id="189" name="Gerade Verbindung mit Pfeil 188">
                <a:extLst>
                  <a:ext uri="{FF2B5EF4-FFF2-40B4-BE49-F238E27FC236}">
                    <a16:creationId xmlns:a16="http://schemas.microsoft.com/office/drawing/2014/main" id="{8B11F037-1C13-16A9-DA0E-EA4CFFB9AFCC}"/>
                  </a:ext>
                </a:extLst>
              </p:cNvPr>
              <p:cNvCxnSpPr/>
              <p:nvPr/>
            </p:nvCxnSpPr>
            <p:spPr>
              <a:xfrm flipV="1">
                <a:off x="12909339" y="15289201"/>
                <a:ext cx="360000" cy="370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0" name="Rechteck 189">
                <a:extLst>
                  <a:ext uri="{FF2B5EF4-FFF2-40B4-BE49-F238E27FC236}">
                    <a16:creationId xmlns:a16="http://schemas.microsoft.com/office/drawing/2014/main" id="{3678FD00-76A0-941B-D53D-CDBC0E3223E3}"/>
                  </a:ext>
                </a:extLst>
              </p:cNvPr>
              <p:cNvSpPr/>
              <p:nvPr/>
            </p:nvSpPr>
            <p:spPr>
              <a:xfrm rot="16200000">
                <a:off x="12051307" y="15111003"/>
                <a:ext cx="2822400" cy="370800"/>
              </a:xfrm>
              <a:prstGeom prst="rect">
                <a:avLst/>
              </a:prstGeom>
              <a:solidFill>
                <a:srgbClr val="E3C893">
                  <a:alpha val="42000"/>
                </a:srgbClr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Single Stream Block 38</a:t>
                </a:r>
              </a:p>
            </p:txBody>
          </p:sp>
          <p:cxnSp>
            <p:nvCxnSpPr>
              <p:cNvPr id="191" name="Gerade Verbindung mit Pfeil 190">
                <a:extLst>
                  <a:ext uri="{FF2B5EF4-FFF2-40B4-BE49-F238E27FC236}">
                    <a16:creationId xmlns:a16="http://schemas.microsoft.com/office/drawing/2014/main" id="{B8E9814D-DB2D-7EC3-DB46-B0283A52D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20652" y="13044500"/>
                <a:ext cx="0" cy="8424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Gerade Verbindung mit Pfeil 191">
                <a:extLst>
                  <a:ext uri="{FF2B5EF4-FFF2-40B4-BE49-F238E27FC236}">
                    <a16:creationId xmlns:a16="http://schemas.microsoft.com/office/drawing/2014/main" id="{5DA524FC-8CE7-516A-8F04-3E8D317521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606158" y="5495300"/>
                <a:ext cx="0" cy="8391600"/>
              </a:xfrm>
              <a:prstGeom prst="straightConnector1">
                <a:avLst/>
              </a:prstGeom>
              <a:ln>
                <a:solidFill>
                  <a:schemeClr val="bg2">
                    <a:lumMod val="75000"/>
                  </a:schemeClr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Gerade Verbindung mit Pfeil 193">
                <a:extLst>
                  <a:ext uri="{FF2B5EF4-FFF2-40B4-BE49-F238E27FC236}">
                    <a16:creationId xmlns:a16="http://schemas.microsoft.com/office/drawing/2014/main" id="{B5CB844F-AAF1-006F-1969-089EE8EB7CD5}"/>
                  </a:ext>
                </a:extLst>
              </p:cNvPr>
              <p:cNvCxnSpPr>
                <a:cxnSpLocks/>
                <a:stCxn id="190" idx="2"/>
              </p:cNvCxnSpPr>
              <p:nvPr/>
            </p:nvCxnSpPr>
            <p:spPr>
              <a:xfrm>
                <a:off x="13647907" y="15296403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Rechteck 195">
                <a:extLst>
                  <a:ext uri="{FF2B5EF4-FFF2-40B4-BE49-F238E27FC236}">
                    <a16:creationId xmlns:a16="http://schemas.microsoft.com/office/drawing/2014/main" id="{81DD8002-8E5D-D553-8375-56EE3E8937AD}"/>
                  </a:ext>
                </a:extLst>
              </p:cNvPr>
              <p:cNvSpPr/>
              <p:nvPr/>
            </p:nvSpPr>
            <p:spPr>
              <a:xfrm rot="16200000">
                <a:off x="13818008" y="15101999"/>
                <a:ext cx="759227" cy="370800"/>
              </a:xfrm>
              <a:prstGeom prst="rect">
                <a:avLst/>
              </a:prstGeom>
              <a:solidFill>
                <a:schemeClr val="bg2">
                  <a:lumMod val="90000"/>
                  <a:alpha val="8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Split</a:t>
                </a:r>
                <a:r>
                  <a:rPr lang="en-GB" dirty="0"/>
                  <a:t> </a:t>
                </a:r>
              </a:p>
            </p:txBody>
          </p:sp>
          <p:cxnSp>
            <p:nvCxnSpPr>
              <p:cNvPr id="198" name="Gerade Verbindung mit Pfeil 197">
                <a:extLst>
                  <a:ext uri="{FF2B5EF4-FFF2-40B4-BE49-F238E27FC236}">
                    <a16:creationId xmlns:a16="http://schemas.microsoft.com/office/drawing/2014/main" id="{ADDD36E4-C123-FD07-7312-D8F22180EFAA}"/>
                  </a:ext>
                </a:extLst>
              </p:cNvPr>
              <p:cNvCxnSpPr>
                <a:cxnSpLocks/>
                <a:stCxn id="196" idx="2"/>
                <a:endCxn id="202" idx="0"/>
              </p:cNvCxnSpPr>
              <p:nvPr/>
            </p:nvCxnSpPr>
            <p:spPr>
              <a:xfrm>
                <a:off x="14383022" y="15287399"/>
                <a:ext cx="393048" cy="83170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Gerade Verbindung mit Pfeil 199">
                <a:extLst>
                  <a:ext uri="{FF2B5EF4-FFF2-40B4-BE49-F238E27FC236}">
                    <a16:creationId xmlns:a16="http://schemas.microsoft.com/office/drawing/2014/main" id="{DC509D5A-80F6-74A9-6EFB-1431BD6ECDF0}"/>
                  </a:ext>
                </a:extLst>
              </p:cNvPr>
              <p:cNvCxnSpPr>
                <a:cxnSpLocks/>
                <a:stCxn id="196" idx="2"/>
                <a:endCxn id="201" idx="0"/>
              </p:cNvCxnSpPr>
              <p:nvPr/>
            </p:nvCxnSpPr>
            <p:spPr>
              <a:xfrm flipV="1">
                <a:off x="14383022" y="14463103"/>
                <a:ext cx="393048" cy="82429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Rechteck 200">
                <a:extLst>
                  <a:ext uri="{FF2B5EF4-FFF2-40B4-BE49-F238E27FC236}">
                    <a16:creationId xmlns:a16="http://schemas.microsoft.com/office/drawing/2014/main" id="{0421DE36-D5DA-08AE-82DE-63FB16F46EF0}"/>
                  </a:ext>
                </a:extLst>
              </p:cNvPr>
              <p:cNvSpPr/>
              <p:nvPr/>
            </p:nvSpPr>
            <p:spPr>
              <a:xfrm rot="16200000">
                <a:off x="14378270" y="14277703"/>
                <a:ext cx="1166400" cy="370800"/>
              </a:xfrm>
              <a:prstGeom prst="rect">
                <a:avLst/>
              </a:prstGeom>
              <a:solidFill>
                <a:schemeClr val="bg2">
                  <a:lumMod val="90000"/>
                  <a:alpha val="8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Txt_Feat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E2A33537-93B8-980C-15E9-2B51BE0ACA03}"/>
                  </a:ext>
                </a:extLst>
              </p:cNvPr>
              <p:cNvSpPr/>
              <p:nvPr/>
            </p:nvSpPr>
            <p:spPr>
              <a:xfrm rot="16200000">
                <a:off x="14378270" y="15933704"/>
                <a:ext cx="1166400" cy="370800"/>
              </a:xfrm>
              <a:prstGeom prst="rect">
                <a:avLst/>
              </a:prstGeom>
              <a:solidFill>
                <a:schemeClr val="bg2">
                  <a:lumMod val="90000"/>
                  <a:alpha val="8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Img_Feat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9" name="Gerade Verbindung mit Pfeil 208">
                <a:extLst>
                  <a:ext uri="{FF2B5EF4-FFF2-40B4-BE49-F238E27FC236}">
                    <a16:creationId xmlns:a16="http://schemas.microsoft.com/office/drawing/2014/main" id="{24FA5C72-2318-A5B6-A3EB-E4B78E4D3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46870" y="16146060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2" name="Rechteck 211">
                <a:extLst>
                  <a:ext uri="{FF2B5EF4-FFF2-40B4-BE49-F238E27FC236}">
                    <a16:creationId xmlns:a16="http://schemas.microsoft.com/office/drawing/2014/main" id="{795DF1B0-8E75-6285-E74A-3D3915165F8E}"/>
                  </a:ext>
                </a:extLst>
              </p:cNvPr>
              <p:cNvSpPr/>
              <p:nvPr/>
            </p:nvSpPr>
            <p:spPr>
              <a:xfrm rot="16200000">
                <a:off x="14613457" y="15963009"/>
                <a:ext cx="2160000" cy="370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  <a:alpha val="6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Linear Projection</a:t>
                </a:r>
              </a:p>
            </p:txBody>
          </p:sp>
          <p:cxnSp>
            <p:nvCxnSpPr>
              <p:cNvPr id="218" name="Gerade Verbindung mit Pfeil 217">
                <a:extLst>
                  <a:ext uri="{FF2B5EF4-FFF2-40B4-BE49-F238E27FC236}">
                    <a16:creationId xmlns:a16="http://schemas.microsoft.com/office/drawing/2014/main" id="{01022630-D2A3-C609-FCC5-0610942D02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885849" y="16146060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Textfeld 219">
                <a:extLst>
                  <a:ext uri="{FF2B5EF4-FFF2-40B4-BE49-F238E27FC236}">
                    <a16:creationId xmlns:a16="http://schemas.microsoft.com/office/drawing/2014/main" id="{C866E219-58CB-4A66-56DC-F7876A347873}"/>
                  </a:ext>
                </a:extLst>
              </p:cNvPr>
              <p:cNvSpPr txBox="1"/>
              <p:nvPr/>
            </p:nvSpPr>
            <p:spPr>
              <a:xfrm>
                <a:off x="16225455" y="15950878"/>
                <a:ext cx="12003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Prediction</a:t>
                </a:r>
              </a:p>
            </p:txBody>
          </p:sp>
          <p:sp>
            <p:nvSpPr>
              <p:cNvPr id="221" name="Textfeld 220">
                <a:extLst>
                  <a:ext uri="{FF2B5EF4-FFF2-40B4-BE49-F238E27FC236}">
                    <a16:creationId xmlns:a16="http://schemas.microsoft.com/office/drawing/2014/main" id="{850E5593-5804-3C09-A19A-645F50ECB72C}"/>
                  </a:ext>
                </a:extLst>
              </p:cNvPr>
              <p:cNvSpPr txBox="1"/>
              <p:nvPr/>
            </p:nvSpPr>
            <p:spPr>
              <a:xfrm rot="16200000">
                <a:off x="5084402" y="7404430"/>
                <a:ext cx="7272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(1,3072)</a:t>
                </a:r>
              </a:p>
            </p:txBody>
          </p:sp>
          <p:sp>
            <p:nvSpPr>
              <p:cNvPr id="222" name="Textfeld 221">
                <a:extLst>
                  <a:ext uri="{FF2B5EF4-FFF2-40B4-BE49-F238E27FC236}">
                    <a16:creationId xmlns:a16="http://schemas.microsoft.com/office/drawing/2014/main" id="{6521F8C3-2E4C-817E-5DA3-EED5942EA89D}"/>
                  </a:ext>
                </a:extLst>
              </p:cNvPr>
              <p:cNvSpPr txBox="1"/>
              <p:nvPr/>
            </p:nvSpPr>
            <p:spPr>
              <a:xfrm rot="16200000">
                <a:off x="4388692" y="7404430"/>
                <a:ext cx="7272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(1,768)</a:t>
                </a:r>
              </a:p>
            </p:txBody>
          </p:sp>
          <p:sp>
            <p:nvSpPr>
              <p:cNvPr id="223" name="Textfeld 222">
                <a:extLst>
                  <a:ext uri="{FF2B5EF4-FFF2-40B4-BE49-F238E27FC236}">
                    <a16:creationId xmlns:a16="http://schemas.microsoft.com/office/drawing/2014/main" id="{A4338B6A-4AFF-E361-E1B6-9D798409B6DA}"/>
                  </a:ext>
                </a:extLst>
              </p:cNvPr>
              <p:cNvSpPr txBox="1"/>
              <p:nvPr/>
            </p:nvSpPr>
            <p:spPr>
              <a:xfrm rot="16200000">
                <a:off x="3635887" y="5019157"/>
                <a:ext cx="7264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(1,3072)</a:t>
                </a:r>
              </a:p>
            </p:txBody>
          </p:sp>
          <p:sp>
            <p:nvSpPr>
              <p:cNvPr id="224" name="Textfeld 223">
                <a:extLst>
                  <a:ext uri="{FF2B5EF4-FFF2-40B4-BE49-F238E27FC236}">
                    <a16:creationId xmlns:a16="http://schemas.microsoft.com/office/drawing/2014/main" id="{F56ECBB4-FAA0-36C8-2872-BA9706A6E7A9}"/>
                  </a:ext>
                </a:extLst>
              </p:cNvPr>
              <p:cNvSpPr txBox="1"/>
              <p:nvPr/>
            </p:nvSpPr>
            <p:spPr>
              <a:xfrm rot="16200000">
                <a:off x="3642209" y="2545690"/>
                <a:ext cx="72648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(1,3072)</a:t>
                </a:r>
              </a:p>
            </p:txBody>
          </p:sp>
          <p:sp>
            <p:nvSpPr>
              <p:cNvPr id="225" name="Textfeld 224">
                <a:extLst>
                  <a:ext uri="{FF2B5EF4-FFF2-40B4-BE49-F238E27FC236}">
                    <a16:creationId xmlns:a16="http://schemas.microsoft.com/office/drawing/2014/main" id="{F25E273F-05CC-84EC-E501-D2611BB9E1FD}"/>
                  </a:ext>
                </a:extLst>
              </p:cNvPr>
              <p:cNvSpPr txBox="1"/>
              <p:nvPr/>
            </p:nvSpPr>
            <p:spPr>
              <a:xfrm rot="16200000">
                <a:off x="4244400" y="9698400"/>
                <a:ext cx="10150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(1,512,4096)</a:t>
                </a:r>
              </a:p>
            </p:txBody>
          </p:sp>
          <p:sp>
            <p:nvSpPr>
              <p:cNvPr id="226" name="Textfeld 225">
                <a:extLst>
                  <a:ext uri="{FF2B5EF4-FFF2-40B4-BE49-F238E27FC236}">
                    <a16:creationId xmlns:a16="http://schemas.microsoft.com/office/drawing/2014/main" id="{C8AA1BC7-243E-D204-D2D4-C4C005CA70F5}"/>
                  </a:ext>
                </a:extLst>
              </p:cNvPr>
              <p:cNvSpPr txBox="1"/>
              <p:nvPr/>
            </p:nvSpPr>
            <p:spPr>
              <a:xfrm rot="16200000">
                <a:off x="4948503" y="9698400"/>
                <a:ext cx="10150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(1,512,3072)</a:t>
                </a:r>
              </a:p>
            </p:txBody>
          </p:sp>
          <p:sp>
            <p:nvSpPr>
              <p:cNvPr id="227" name="Textfeld 226">
                <a:extLst>
                  <a:ext uri="{FF2B5EF4-FFF2-40B4-BE49-F238E27FC236}">
                    <a16:creationId xmlns:a16="http://schemas.microsoft.com/office/drawing/2014/main" id="{108837E6-ACD0-521B-2AF8-5E431ABE000C}"/>
                  </a:ext>
                </a:extLst>
              </p:cNvPr>
              <p:cNvSpPr txBox="1"/>
              <p:nvPr/>
            </p:nvSpPr>
            <p:spPr>
              <a:xfrm rot="16200000">
                <a:off x="4411465" y="16066800"/>
                <a:ext cx="7152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/>
                  <a:t>(1,N,64)</a:t>
                </a:r>
              </a:p>
            </p:txBody>
          </p:sp>
          <p:sp>
            <p:nvSpPr>
              <p:cNvPr id="228" name="Textfeld 227">
                <a:extLst>
                  <a:ext uri="{FF2B5EF4-FFF2-40B4-BE49-F238E27FC236}">
                    <a16:creationId xmlns:a16="http://schemas.microsoft.com/office/drawing/2014/main" id="{89BDC9C4-DDA0-D31C-AF16-DDEC177D4D53}"/>
                  </a:ext>
                </a:extLst>
              </p:cNvPr>
              <p:cNvSpPr txBox="1"/>
              <p:nvPr/>
            </p:nvSpPr>
            <p:spPr>
              <a:xfrm rot="16200000">
                <a:off x="5085325" y="16066800"/>
                <a:ext cx="8784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/>
                  <a:t>(1,N,3072)</a:t>
                </a:r>
              </a:p>
            </p:txBody>
          </p:sp>
          <p:sp>
            <p:nvSpPr>
              <p:cNvPr id="229" name="Textfeld 228">
                <a:extLst>
                  <a:ext uri="{FF2B5EF4-FFF2-40B4-BE49-F238E27FC236}">
                    <a16:creationId xmlns:a16="http://schemas.microsoft.com/office/drawing/2014/main" id="{E21088ED-810C-7BE0-DBD9-6E7041C3BBAF}"/>
                  </a:ext>
                </a:extLst>
              </p:cNvPr>
              <p:cNvSpPr txBox="1"/>
              <p:nvPr/>
            </p:nvSpPr>
            <p:spPr>
              <a:xfrm rot="16200000">
                <a:off x="8858812" y="14198400"/>
                <a:ext cx="10150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(1,512,3072)</a:t>
                </a:r>
              </a:p>
            </p:txBody>
          </p:sp>
          <p:sp>
            <p:nvSpPr>
              <p:cNvPr id="230" name="Textfeld 229">
                <a:extLst>
                  <a:ext uri="{FF2B5EF4-FFF2-40B4-BE49-F238E27FC236}">
                    <a16:creationId xmlns:a16="http://schemas.microsoft.com/office/drawing/2014/main" id="{A1279A42-A27F-0B7F-2ACE-1C2B9722A6A5}"/>
                  </a:ext>
                </a:extLst>
              </p:cNvPr>
              <p:cNvSpPr txBox="1"/>
              <p:nvPr/>
            </p:nvSpPr>
            <p:spPr>
              <a:xfrm rot="16200000">
                <a:off x="8918219" y="16066800"/>
                <a:ext cx="8784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(1,N,3072)</a:t>
                </a:r>
              </a:p>
            </p:txBody>
          </p:sp>
          <p:sp>
            <p:nvSpPr>
              <p:cNvPr id="231" name="Textfeld 230">
                <a:extLst>
                  <a:ext uri="{FF2B5EF4-FFF2-40B4-BE49-F238E27FC236}">
                    <a16:creationId xmlns:a16="http://schemas.microsoft.com/office/drawing/2014/main" id="{E1BE22D8-0CEB-B0D1-7DE9-D3FF9C52F5BC}"/>
                  </a:ext>
                </a:extLst>
              </p:cNvPr>
              <p:cNvSpPr txBox="1"/>
              <p:nvPr/>
            </p:nvSpPr>
            <p:spPr>
              <a:xfrm rot="16200000">
                <a:off x="11687076" y="14551200"/>
                <a:ext cx="12057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(1,N+512,3072)</a:t>
                </a:r>
              </a:p>
            </p:txBody>
          </p:sp>
          <p:sp>
            <p:nvSpPr>
              <p:cNvPr id="232" name="Textfeld 231">
                <a:extLst>
                  <a:ext uri="{FF2B5EF4-FFF2-40B4-BE49-F238E27FC236}">
                    <a16:creationId xmlns:a16="http://schemas.microsoft.com/office/drawing/2014/main" id="{56EC7B1F-BA1F-8F14-92DF-3084690EE557}"/>
                  </a:ext>
                </a:extLst>
              </p:cNvPr>
              <p:cNvSpPr txBox="1"/>
              <p:nvPr/>
            </p:nvSpPr>
            <p:spPr>
              <a:xfrm rot="16200000">
                <a:off x="13190897" y="14551200"/>
                <a:ext cx="12057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(1,N+512,3072)</a:t>
                </a:r>
              </a:p>
            </p:txBody>
          </p:sp>
          <p:sp>
            <p:nvSpPr>
              <p:cNvPr id="233" name="Textfeld 232">
                <a:extLst>
                  <a:ext uri="{FF2B5EF4-FFF2-40B4-BE49-F238E27FC236}">
                    <a16:creationId xmlns:a16="http://schemas.microsoft.com/office/drawing/2014/main" id="{A390A15D-EC6D-097D-25AA-2E4516090A60}"/>
                  </a:ext>
                </a:extLst>
              </p:cNvPr>
              <p:cNvSpPr txBox="1"/>
              <p:nvPr/>
            </p:nvSpPr>
            <p:spPr>
              <a:xfrm rot="16200000">
                <a:off x="14845337" y="15606000"/>
                <a:ext cx="8784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(1,N,3072)</a:t>
                </a:r>
              </a:p>
            </p:txBody>
          </p:sp>
          <p:sp>
            <p:nvSpPr>
              <p:cNvPr id="234" name="Textfeld 233">
                <a:extLst>
                  <a:ext uri="{FF2B5EF4-FFF2-40B4-BE49-F238E27FC236}">
                    <a16:creationId xmlns:a16="http://schemas.microsoft.com/office/drawing/2014/main" id="{835B0038-37B0-CC47-0AB6-849702AB6B87}"/>
                  </a:ext>
                </a:extLst>
              </p:cNvPr>
              <p:cNvSpPr txBox="1"/>
              <p:nvPr/>
            </p:nvSpPr>
            <p:spPr>
              <a:xfrm rot="16200000">
                <a:off x="15659726" y="15606000"/>
                <a:ext cx="7152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(1,N,64)</a:t>
                </a:r>
              </a:p>
            </p:txBody>
          </p:sp>
          <p:sp>
            <p:nvSpPr>
              <p:cNvPr id="238" name="Textfeld 237">
                <a:extLst>
                  <a:ext uri="{FF2B5EF4-FFF2-40B4-BE49-F238E27FC236}">
                    <a16:creationId xmlns:a16="http://schemas.microsoft.com/office/drawing/2014/main" id="{3AAE7151-DCD3-3358-8955-C199469CE866}"/>
                  </a:ext>
                </a:extLst>
              </p:cNvPr>
              <p:cNvSpPr txBox="1"/>
              <p:nvPr/>
            </p:nvSpPr>
            <p:spPr>
              <a:xfrm rot="16200000">
                <a:off x="10611517" y="14198400"/>
                <a:ext cx="101502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(1,512,3072)</a:t>
                </a:r>
              </a:p>
            </p:txBody>
          </p:sp>
          <p:sp>
            <p:nvSpPr>
              <p:cNvPr id="239" name="Textfeld 238">
                <a:extLst>
                  <a:ext uri="{FF2B5EF4-FFF2-40B4-BE49-F238E27FC236}">
                    <a16:creationId xmlns:a16="http://schemas.microsoft.com/office/drawing/2014/main" id="{6EEF4E0B-819E-D93A-2D23-E11DC554E360}"/>
                  </a:ext>
                </a:extLst>
              </p:cNvPr>
              <p:cNvSpPr txBox="1"/>
              <p:nvPr/>
            </p:nvSpPr>
            <p:spPr>
              <a:xfrm rot="16200000">
                <a:off x="10679369" y="16066800"/>
                <a:ext cx="8787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/>
                  <a:t>(1,N,3072)</a:t>
                </a:r>
              </a:p>
            </p:txBody>
          </p:sp>
          <p:sp>
            <p:nvSpPr>
              <p:cNvPr id="241" name="Rechteck 240">
                <a:extLst>
                  <a:ext uri="{FF2B5EF4-FFF2-40B4-BE49-F238E27FC236}">
                    <a16:creationId xmlns:a16="http://schemas.microsoft.com/office/drawing/2014/main" id="{551B15D8-F294-B914-F620-499511DC0274}"/>
                  </a:ext>
                </a:extLst>
              </p:cNvPr>
              <p:cNvSpPr/>
              <p:nvPr/>
            </p:nvSpPr>
            <p:spPr>
              <a:xfrm rot="16200000">
                <a:off x="3343624" y="15561000"/>
                <a:ext cx="2160000" cy="370800"/>
              </a:xfrm>
              <a:prstGeom prst="rect">
                <a:avLst/>
              </a:prstGeom>
              <a:solidFill>
                <a:schemeClr val="bg2">
                  <a:lumMod val="90000"/>
                  <a:alpha val="8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>
                    <a:solidFill>
                      <a:schemeClr val="tx1"/>
                    </a:solidFill>
                  </a:rPr>
                  <a:t>Patchify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3" name="Gerade Verbindung mit Pfeil 242">
                <a:extLst>
                  <a:ext uri="{FF2B5EF4-FFF2-40B4-BE49-F238E27FC236}">
                    <a16:creationId xmlns:a16="http://schemas.microsoft.com/office/drawing/2014/main" id="{CE3D660E-A303-5423-5C8E-8EF6DA0182FD}"/>
                  </a:ext>
                </a:extLst>
              </p:cNvPr>
              <p:cNvCxnSpPr>
                <a:stCxn id="241" idx="2"/>
              </p:cNvCxnSpPr>
              <p:nvPr/>
            </p:nvCxnSpPr>
            <p:spPr>
              <a:xfrm>
                <a:off x="4609024" y="15746400"/>
                <a:ext cx="3600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Gerade Verbindung 246">
                <a:extLst>
                  <a:ext uri="{FF2B5EF4-FFF2-40B4-BE49-F238E27FC236}">
                    <a16:creationId xmlns:a16="http://schemas.microsoft.com/office/drawing/2014/main" id="{6402061E-AA6C-E084-06F8-537DD3F41D93}"/>
                  </a:ext>
                </a:extLst>
              </p:cNvPr>
              <p:cNvCxnSpPr>
                <a:cxnSpLocks/>
                <a:stCxn id="33" idx="1"/>
              </p:cNvCxnSpPr>
              <p:nvPr/>
            </p:nvCxnSpPr>
            <p:spPr>
              <a:xfrm>
                <a:off x="3657386" y="11407214"/>
                <a:ext cx="0" cy="832898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Gerade Verbindung 251">
                <a:extLst>
                  <a:ext uri="{FF2B5EF4-FFF2-40B4-BE49-F238E27FC236}">
                    <a16:creationId xmlns:a16="http://schemas.microsoft.com/office/drawing/2014/main" id="{2019212F-7290-43F8-E609-439B5858E060}"/>
                  </a:ext>
                </a:extLst>
              </p:cNvPr>
              <p:cNvCxnSpPr>
                <a:stCxn id="241" idx="3"/>
              </p:cNvCxnSpPr>
              <p:nvPr/>
            </p:nvCxnSpPr>
            <p:spPr>
              <a:xfrm flipH="1" flipV="1">
                <a:off x="4421024" y="13830924"/>
                <a:ext cx="2600" cy="835476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Textfeld 253">
                <a:extLst>
                  <a:ext uri="{FF2B5EF4-FFF2-40B4-BE49-F238E27FC236}">
                    <a16:creationId xmlns:a16="http://schemas.microsoft.com/office/drawing/2014/main" id="{6E129166-2DD2-FEC0-D1ED-049D9288BAA2}"/>
                  </a:ext>
                </a:extLst>
              </p:cNvPr>
              <p:cNvSpPr txBox="1"/>
              <p:nvPr/>
            </p:nvSpPr>
            <p:spPr>
              <a:xfrm rot="16200000">
                <a:off x="3625837" y="16066800"/>
                <a:ext cx="7112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GB" sz="1200" dirty="0"/>
                  <a:t>(16,h,w)</a:t>
                </a:r>
              </a:p>
            </p:txBody>
          </p:sp>
        </p:grpSp>
        <p:sp>
          <p:nvSpPr>
            <p:cNvPr id="262" name="Textfeld 261">
              <a:extLst>
                <a:ext uri="{FF2B5EF4-FFF2-40B4-BE49-F238E27FC236}">
                  <a16:creationId xmlns:a16="http://schemas.microsoft.com/office/drawing/2014/main" id="{A50794CA-2F93-D61C-497A-C56BA2EAA620}"/>
                </a:ext>
              </a:extLst>
            </p:cNvPr>
            <p:cNvSpPr txBox="1"/>
            <p:nvPr/>
          </p:nvSpPr>
          <p:spPr>
            <a:xfrm rot="16200000">
              <a:off x="5084636" y="11725898"/>
              <a:ext cx="7697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(1,512,3)</a:t>
              </a:r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D6A92156-2C0F-C97E-2483-FE342F5B773F}"/>
                </a:ext>
              </a:extLst>
            </p:cNvPr>
            <p:cNvSpPr txBox="1"/>
            <p:nvPr/>
          </p:nvSpPr>
          <p:spPr>
            <a:xfrm rot="16200000">
              <a:off x="5152762" y="13348283"/>
              <a:ext cx="6335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(1,N,3)</a:t>
              </a:r>
            </a:p>
          </p:txBody>
        </p:sp>
        <p:sp>
          <p:nvSpPr>
            <p:cNvPr id="264" name="Textfeld 263">
              <a:extLst>
                <a:ext uri="{FF2B5EF4-FFF2-40B4-BE49-F238E27FC236}">
                  <a16:creationId xmlns:a16="http://schemas.microsoft.com/office/drawing/2014/main" id="{50990E7A-0517-33F5-4AD7-652A270413C9}"/>
                </a:ext>
              </a:extLst>
            </p:cNvPr>
            <p:cNvSpPr txBox="1"/>
            <p:nvPr/>
          </p:nvSpPr>
          <p:spPr>
            <a:xfrm rot="16200000">
              <a:off x="6475813" y="12189290"/>
              <a:ext cx="14173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(1,1,N+512,64,4,4)</a:t>
              </a:r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2A372789-BEFB-3F7C-4066-BA2EF95EACF0}"/>
              </a:ext>
            </a:extLst>
          </p:cNvPr>
          <p:cNvSpPr txBox="1"/>
          <p:nvPr/>
        </p:nvSpPr>
        <p:spPr>
          <a:xfrm rot="16200000">
            <a:off x="14068985" y="12935989"/>
            <a:ext cx="1015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(1,512,3072)</a:t>
            </a:r>
          </a:p>
        </p:txBody>
      </p:sp>
    </p:spTree>
    <p:extLst>
      <p:ext uri="{BB962C8B-B14F-4D97-AF65-F5344CB8AC3E}">
        <p14:creationId xmlns:p14="http://schemas.microsoft.com/office/powerpoint/2010/main" val="406316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166</Words>
  <Application>Microsoft Macintosh PowerPoint</Application>
  <PresentationFormat>Benutzerdefiniert</PresentationFormat>
  <Paragraphs>56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127</cp:revision>
  <dcterms:created xsi:type="dcterms:W3CDTF">2025-12-02T13:46:42Z</dcterms:created>
  <dcterms:modified xsi:type="dcterms:W3CDTF">2026-01-12T11:17:24Z</dcterms:modified>
</cp:coreProperties>
</file>