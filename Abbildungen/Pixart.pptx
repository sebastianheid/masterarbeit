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65" r:id="rId3"/>
    <p:sldId id="264" r:id="rId4"/>
    <p:sldId id="259" r:id="rId5"/>
    <p:sldId id="263" r:id="rId6"/>
    <p:sldId id="257" r:id="rId7"/>
    <p:sldId id="258" r:id="rId8"/>
    <p:sldId id="260" r:id="rId9"/>
    <p:sldId id="261" r:id="rId10"/>
    <p:sldId id="262" r:id="rId11"/>
  </p:sldIdLst>
  <p:sldSz cx="1440021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A4"/>
    <a:srgbClr val="D97D84"/>
    <a:srgbClr val="F2B9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57"/>
    <p:restoredTop sz="93451"/>
  </p:normalViewPr>
  <p:slideViewPr>
    <p:cSldViewPr snapToGrid="0">
      <p:cViewPr>
        <p:scale>
          <a:sx n="80" d="100"/>
          <a:sy n="80" d="100"/>
        </p:scale>
        <p:origin x="144" y="-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67A7C-5EE8-E246-8DB3-90FEFD482A1D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2076A-CD67-1C4F-A4BF-8CD2BB01EED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7045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1pPr>
    <a:lvl2pPr marL="69119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2pPr>
    <a:lvl3pPr marL="138239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3pPr>
    <a:lvl4pPr marL="207358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4pPr>
    <a:lvl5pPr marL="276478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5pPr>
    <a:lvl6pPr marL="345597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6pPr>
    <a:lvl7pPr marL="414717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7pPr>
    <a:lvl8pPr marL="483836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8pPr>
    <a:lvl9pPr marL="552956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18,29-2.6=15.69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2076A-CD67-1C4F-A4BF-8CD2BB01EED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8540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59C0F-21B6-C95E-6BFD-B3A461DDE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F6D8514-24F2-B32A-4048-A75B440284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0D0EF95-5227-B735-B622-A3C3DFC56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18,29-2.6=15.69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6E1A43-4FE8-0387-AD38-F70ACFF045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2076A-CD67-1C4F-A4BF-8CD2BB01EED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3114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08036-C9AD-F758-2C84-C9AB9D707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78301F8-048F-0BC4-EBE6-3483B2766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8F8E3CE-9485-68D2-FFE1-9BE0C67CB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18,29-2.6=15.69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FBDCA1-5DDA-75EF-71C2-BEF3712A8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2076A-CD67-1C4F-A4BF-8CD2BB01EED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535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89A6F-3AAE-CA8A-71D7-71E1F4DEF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801160E-51D8-1212-D1B0-AC2F3F48B4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F8610CC-244B-3A63-3717-BB00C6099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18,29-2.6=15.69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D56F6C7-D5F2-93C1-2B81-3A305286BB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2076A-CD67-1C4F-A4BF-8CD2BB01EED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17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F2AD1-1898-BC9D-203A-0489B522F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D14366A-901F-68A5-6647-ED05E6D6C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88976AC-5502-C203-7DD3-A7FC0BF3A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18,29-2.6=15.69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3E5569-3B0F-53FE-1C22-F23FE20D37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2076A-CD67-1C4F-A4BF-8CD2BB01EED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137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3CE0A-5686-1744-E9DF-F47ADC7A2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ED19341-026A-C35D-2D70-0DFBDAA3F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0C84C19-9F13-4147-6398-ECAB6B7EC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18,29-2.6=15.69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68DF59-508D-B613-122A-CF09DD6703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2076A-CD67-1C4F-A4BF-8CD2BB01EED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7918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BCF7C-DCA6-9C94-6861-E131A8342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F24E583-C760-6FC9-D6B7-4E0E5FF6A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76B40D2-2B82-4FEE-127D-9B5468F89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18,29-2.6=15.69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45CAC13-4812-2A3A-DA0C-22E55EA75E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2076A-CD67-1C4F-A4BF-8CD2BB01EED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54837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EBA3D-148F-C3D3-76F6-F2B909229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B8B3344-5710-23BB-046B-84D5DD96D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582E3EF-77F8-04A0-A1CC-72943E09F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18,29-2.6=15.69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6D0A37E-CB2F-2884-AF1E-BE9F741B7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2076A-CD67-1C4F-A4BF-8CD2BB01EED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747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2356703"/>
            <a:ext cx="12240181" cy="501340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7563446"/>
            <a:ext cx="10800160" cy="3476717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0081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1060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3590057"/>
            <a:ext cx="12420184" cy="5990088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9636813"/>
            <a:ext cx="12420184" cy="3150046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1796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3833390"/>
            <a:ext cx="6120091" cy="913680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3833390"/>
            <a:ext cx="6120091" cy="913680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90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66681"/>
            <a:ext cx="12420184" cy="278337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3530053"/>
            <a:ext cx="6091964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5260078"/>
            <a:ext cx="6091964" cy="77367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3530053"/>
            <a:ext cx="6121966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5260078"/>
            <a:ext cx="6121966" cy="77367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601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7138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435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2073367"/>
            <a:ext cx="7290108" cy="10233485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7062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2073367"/>
            <a:ext cx="7290108" cy="10233485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379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321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766678"/>
            <a:ext cx="3105046" cy="1220351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766678"/>
            <a:ext cx="9135135" cy="1220351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4C0D9-76FE-0B45-8557-3E9D7B7ECFCA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956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766681"/>
            <a:ext cx="12420184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3833390"/>
            <a:ext cx="12420184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4C0D9-76FE-0B45-8557-3E9D7B7ECFCA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3346867"/>
            <a:ext cx="4860072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BA031F-B04A-8645-8C3D-88252434BBC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8883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22">
            <a:extLst>
              <a:ext uri="{FF2B5EF4-FFF2-40B4-BE49-F238E27FC236}">
                <a16:creationId xmlns:a16="http://schemas.microsoft.com/office/drawing/2014/main" id="{34E6503C-2281-D466-E0FE-EF334ACC8993}"/>
              </a:ext>
            </a:extLst>
          </p:cNvPr>
          <p:cNvSpPr/>
          <p:nvPr/>
        </p:nvSpPr>
        <p:spPr>
          <a:xfrm>
            <a:off x="4425705" y="976393"/>
            <a:ext cx="4320000" cy="988306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5D13EC6D-26EF-77DF-9218-8A2B4FEF23DD}"/>
              </a:ext>
            </a:extLst>
          </p:cNvPr>
          <p:cNvSpPr/>
          <p:nvPr/>
        </p:nvSpPr>
        <p:spPr>
          <a:xfrm>
            <a:off x="2057921" y="1787051"/>
            <a:ext cx="1440000" cy="144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CD1DD292-5D6F-5D42-BB0A-520B5A2A6138}"/>
              </a:ext>
            </a:extLst>
          </p:cNvPr>
          <p:cNvCxnSpPr>
            <a:cxnSpLocks/>
            <a:stCxn id="4" idx="2"/>
            <a:endCxn id="103" idx="2"/>
          </p:cNvCxnSpPr>
          <p:nvPr/>
        </p:nvCxnSpPr>
        <p:spPr>
          <a:xfrm flipH="1">
            <a:off x="2777920" y="3227051"/>
            <a:ext cx="1" cy="77361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rapez 7">
            <a:extLst>
              <a:ext uri="{FF2B5EF4-FFF2-40B4-BE49-F238E27FC236}">
                <a16:creationId xmlns:a16="http://schemas.microsoft.com/office/drawing/2014/main" id="{1DD68AD9-AB51-B3E0-5FBE-DD1F596A29FF}"/>
              </a:ext>
            </a:extLst>
          </p:cNvPr>
          <p:cNvSpPr/>
          <p:nvPr/>
        </p:nvSpPr>
        <p:spPr>
          <a:xfrm rot="10800000">
            <a:off x="2253600" y="9532275"/>
            <a:ext cx="1051247" cy="848310"/>
          </a:xfrm>
          <a:prstGeom prst="trapezoid">
            <a:avLst/>
          </a:prstGeom>
          <a:solidFill>
            <a:schemeClr val="accent1">
              <a:alpha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F6A37E8-6934-0F49-749E-2235EC0B677D}"/>
              </a:ext>
            </a:extLst>
          </p:cNvPr>
          <p:cNvSpPr/>
          <p:nvPr/>
        </p:nvSpPr>
        <p:spPr>
          <a:xfrm>
            <a:off x="2059200" y="7658478"/>
            <a:ext cx="1440000" cy="144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903B370-26A9-6614-8070-4B6633A1895E}"/>
              </a:ext>
            </a:extLst>
          </p:cNvPr>
          <p:cNvSpPr txBox="1"/>
          <p:nvPr/>
        </p:nvSpPr>
        <p:spPr>
          <a:xfrm>
            <a:off x="2057921" y="7271965"/>
            <a:ext cx="1429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Image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5C80D3D-6E32-858A-DC4E-C27DFC8C4EFE}"/>
              </a:ext>
            </a:extLst>
          </p:cNvPr>
          <p:cNvSpPr txBox="1"/>
          <p:nvPr/>
        </p:nvSpPr>
        <p:spPr>
          <a:xfrm>
            <a:off x="2047269" y="1400537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Text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B52D7C0-40D2-BED8-48AC-DFB337650722}"/>
              </a:ext>
            </a:extLst>
          </p:cNvPr>
          <p:cNvSpPr txBox="1"/>
          <p:nvPr/>
        </p:nvSpPr>
        <p:spPr>
          <a:xfrm>
            <a:off x="3247200" y="4179340"/>
            <a:ext cx="10166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Text</a:t>
            </a:r>
          </a:p>
          <a:p>
            <a:r>
              <a:rPr lang="en-GB" dirty="0"/>
              <a:t>Encoder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DDCE4C0-5617-023D-5DC7-ECBDE72BA8D9}"/>
              </a:ext>
            </a:extLst>
          </p:cNvPr>
          <p:cNvSpPr txBox="1"/>
          <p:nvPr/>
        </p:nvSpPr>
        <p:spPr>
          <a:xfrm>
            <a:off x="3248670" y="9761710"/>
            <a:ext cx="10166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Image</a:t>
            </a:r>
          </a:p>
          <a:p>
            <a:r>
              <a:rPr lang="en-GB" dirty="0"/>
              <a:t>Encoder</a:t>
            </a:r>
          </a:p>
        </p:txBody>
      </p: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308CCA2D-F8DF-7231-60AB-887024401805}"/>
              </a:ext>
            </a:extLst>
          </p:cNvPr>
          <p:cNvCxnSpPr>
            <a:cxnSpLocks/>
            <a:stCxn id="8" idx="0"/>
          </p:cNvCxnSpPr>
          <p:nvPr/>
        </p:nvCxnSpPr>
        <p:spPr>
          <a:xfrm>
            <a:off x="2779223" y="10380585"/>
            <a:ext cx="0" cy="967688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FC6B32F9-2526-2CD0-EDD4-96A629DBF585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2777920" y="11348273"/>
            <a:ext cx="3459601" cy="162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DD33F64D-92BC-A722-A0CE-7A83DC2CEE65}"/>
              </a:ext>
            </a:extLst>
          </p:cNvPr>
          <p:cNvSpPr txBox="1"/>
          <p:nvPr/>
        </p:nvSpPr>
        <p:spPr>
          <a:xfrm>
            <a:off x="4077680" y="11022986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+ noise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Abgerundetes Rechteck 18">
                <a:extLst>
                  <a:ext uri="{FF2B5EF4-FFF2-40B4-BE49-F238E27FC236}">
                    <a16:creationId xmlns:a16="http://schemas.microsoft.com/office/drawing/2014/main" id="{B2DE69AD-92CD-0564-FB92-E7246D3763C6}"/>
                  </a:ext>
                </a:extLst>
              </p:cNvPr>
              <p:cNvSpPr/>
              <p:nvPr/>
            </p:nvSpPr>
            <p:spPr>
              <a:xfrm>
                <a:off x="6237521" y="11114147"/>
                <a:ext cx="696686" cy="471494"/>
              </a:xfrm>
              <a:prstGeom prst="roundRect">
                <a:avLst/>
              </a:prstGeom>
              <a:solidFill>
                <a:schemeClr val="accent3">
                  <a:alpha val="50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Abgerundetes Rechteck 18">
                <a:extLst>
                  <a:ext uri="{FF2B5EF4-FFF2-40B4-BE49-F238E27FC236}">
                    <a16:creationId xmlns:a16="http://schemas.microsoft.com/office/drawing/2014/main" id="{B2DE69AD-92CD-0564-FB92-E7246D3763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521" y="11114147"/>
                <a:ext cx="696686" cy="47149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B3CD7149-6223-2453-1255-03C1C776937A}"/>
              </a:ext>
            </a:extLst>
          </p:cNvPr>
          <p:cNvGrpSpPr/>
          <p:nvPr/>
        </p:nvGrpSpPr>
        <p:grpSpPr>
          <a:xfrm>
            <a:off x="5648400" y="7783705"/>
            <a:ext cx="1872343" cy="2596881"/>
            <a:chOff x="5648400" y="7783705"/>
            <a:chExt cx="1872343" cy="2596881"/>
          </a:xfrm>
        </p:grpSpPr>
        <p:sp>
          <p:nvSpPr>
            <p:cNvPr id="21" name="Grenzstelle 20">
              <a:extLst>
                <a:ext uri="{FF2B5EF4-FFF2-40B4-BE49-F238E27FC236}">
                  <a16:creationId xmlns:a16="http://schemas.microsoft.com/office/drawing/2014/main" id="{23CA792A-85AF-0924-A1F2-F849CDAC5EEF}"/>
                </a:ext>
              </a:extLst>
            </p:cNvPr>
            <p:cNvSpPr/>
            <p:nvPr/>
          </p:nvSpPr>
          <p:spPr>
            <a:xfrm>
              <a:off x="5648400" y="9733558"/>
              <a:ext cx="1872343" cy="647028"/>
            </a:xfrm>
            <a:prstGeom prst="flowChartTerminator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Scale, Shift</a:t>
              </a:r>
            </a:p>
            <a:p>
              <a:pPr algn="ctr"/>
              <a:endParaRPr lang="en-GB" dirty="0"/>
            </a:p>
          </p:txBody>
        </p:sp>
        <p:sp>
          <p:nvSpPr>
            <p:cNvPr id="24" name="Abgerundetes Rechteck 23">
              <a:extLst>
                <a:ext uri="{FF2B5EF4-FFF2-40B4-BE49-F238E27FC236}">
                  <a16:creationId xmlns:a16="http://schemas.microsoft.com/office/drawing/2014/main" id="{73FB3B94-156C-8D76-6B51-D19FDAEC6EE0}"/>
                </a:ext>
              </a:extLst>
            </p:cNvPr>
            <p:cNvSpPr/>
            <p:nvPr/>
          </p:nvSpPr>
          <p:spPr>
            <a:xfrm>
              <a:off x="5648400" y="8632586"/>
              <a:ext cx="1872343" cy="90009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Multi-Head </a:t>
              </a:r>
            </a:p>
            <a:p>
              <a:pPr algn="ctr"/>
              <a:r>
                <a:rPr lang="en-GB" dirty="0">
                  <a:solidFill>
                    <a:schemeClr val="tx1"/>
                  </a:solidFill>
                </a:rPr>
                <a:t>Self-Attention</a:t>
              </a:r>
            </a:p>
          </p:txBody>
        </p:sp>
        <p:sp>
          <p:nvSpPr>
            <p:cNvPr id="25" name="Grenzstelle 24">
              <a:extLst>
                <a:ext uri="{FF2B5EF4-FFF2-40B4-BE49-F238E27FC236}">
                  <a16:creationId xmlns:a16="http://schemas.microsoft.com/office/drawing/2014/main" id="{707B886B-DD7B-6754-12CB-B323A38716E7}"/>
                </a:ext>
              </a:extLst>
            </p:cNvPr>
            <p:cNvSpPr/>
            <p:nvPr/>
          </p:nvSpPr>
          <p:spPr>
            <a:xfrm>
              <a:off x="5648400" y="7783705"/>
              <a:ext cx="1872343" cy="648000"/>
            </a:xfrm>
            <a:prstGeom prst="flowChartTerminator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Scale</a:t>
              </a:r>
            </a:p>
            <a:p>
              <a:pPr algn="ctr"/>
              <a:endParaRPr lang="en-GB" dirty="0"/>
            </a:p>
          </p:txBody>
        </p:sp>
      </p:grp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3FDC96A7-E382-4377-92A3-2296E8343215}"/>
              </a:ext>
            </a:extLst>
          </p:cNvPr>
          <p:cNvGrpSpPr/>
          <p:nvPr/>
        </p:nvGrpSpPr>
        <p:grpSpPr>
          <a:xfrm>
            <a:off x="5648400" y="2301232"/>
            <a:ext cx="1872343" cy="2596881"/>
            <a:chOff x="5648400" y="2301232"/>
            <a:chExt cx="1872343" cy="2596881"/>
          </a:xfrm>
        </p:grpSpPr>
        <p:sp>
          <p:nvSpPr>
            <p:cNvPr id="26" name="Grenzstelle 25">
              <a:extLst>
                <a:ext uri="{FF2B5EF4-FFF2-40B4-BE49-F238E27FC236}">
                  <a16:creationId xmlns:a16="http://schemas.microsoft.com/office/drawing/2014/main" id="{40DB0086-14BD-7A39-549F-0AD7718BE07C}"/>
                </a:ext>
              </a:extLst>
            </p:cNvPr>
            <p:cNvSpPr/>
            <p:nvPr/>
          </p:nvSpPr>
          <p:spPr>
            <a:xfrm>
              <a:off x="5648400" y="4251085"/>
              <a:ext cx="1872343" cy="647028"/>
            </a:xfrm>
            <a:prstGeom prst="flowChartTerminator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Scale, Shift</a:t>
              </a:r>
            </a:p>
            <a:p>
              <a:pPr algn="ctr"/>
              <a:endParaRPr lang="en-GB" dirty="0"/>
            </a:p>
          </p:txBody>
        </p:sp>
        <p:sp>
          <p:nvSpPr>
            <p:cNvPr id="27" name="Abgerundetes Rechteck 26">
              <a:extLst>
                <a:ext uri="{FF2B5EF4-FFF2-40B4-BE49-F238E27FC236}">
                  <a16:creationId xmlns:a16="http://schemas.microsoft.com/office/drawing/2014/main" id="{7E69BE17-4854-A951-5CF9-B65499C0B97C}"/>
                </a:ext>
              </a:extLst>
            </p:cNvPr>
            <p:cNvSpPr/>
            <p:nvPr/>
          </p:nvSpPr>
          <p:spPr>
            <a:xfrm>
              <a:off x="5648400" y="3150113"/>
              <a:ext cx="1872343" cy="90009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Pointwise</a:t>
              </a:r>
            </a:p>
            <a:p>
              <a:pPr algn="ctr"/>
              <a:r>
                <a:rPr lang="en-GB" dirty="0">
                  <a:solidFill>
                    <a:schemeClr val="tx1"/>
                  </a:solidFill>
                </a:rPr>
                <a:t>Feedforward</a:t>
              </a:r>
            </a:p>
          </p:txBody>
        </p:sp>
        <p:sp>
          <p:nvSpPr>
            <p:cNvPr id="28" name="Grenzstelle 27">
              <a:extLst>
                <a:ext uri="{FF2B5EF4-FFF2-40B4-BE49-F238E27FC236}">
                  <a16:creationId xmlns:a16="http://schemas.microsoft.com/office/drawing/2014/main" id="{8EDD198D-0428-449C-F670-7A553D0FF187}"/>
                </a:ext>
              </a:extLst>
            </p:cNvPr>
            <p:cNvSpPr/>
            <p:nvPr/>
          </p:nvSpPr>
          <p:spPr>
            <a:xfrm>
              <a:off x="5648400" y="2301232"/>
              <a:ext cx="1872343" cy="648000"/>
            </a:xfrm>
            <a:prstGeom prst="flowChartTerminator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Scale</a:t>
              </a:r>
            </a:p>
            <a:p>
              <a:pPr algn="ctr"/>
              <a:endParaRPr lang="en-GB" dirty="0"/>
            </a:p>
          </p:txBody>
        </p:sp>
      </p:grpSp>
      <p:sp>
        <p:nvSpPr>
          <p:cNvPr id="29" name="Abgerundetes Rechteck 28">
            <a:extLst>
              <a:ext uri="{FF2B5EF4-FFF2-40B4-BE49-F238E27FC236}">
                <a16:creationId xmlns:a16="http://schemas.microsoft.com/office/drawing/2014/main" id="{38F9D604-2AE1-60A3-F8F0-6F1814274D12}"/>
              </a:ext>
            </a:extLst>
          </p:cNvPr>
          <p:cNvSpPr/>
          <p:nvPr/>
        </p:nvSpPr>
        <p:spPr>
          <a:xfrm>
            <a:off x="5648400" y="5890864"/>
            <a:ext cx="1872343" cy="900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Multi-Head 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Cross-Attention</a:t>
            </a:r>
          </a:p>
        </p:txBody>
      </p:sp>
      <p:cxnSp>
        <p:nvCxnSpPr>
          <p:cNvPr id="38" name="Gerade Verbindung 37">
            <a:extLst>
              <a:ext uri="{FF2B5EF4-FFF2-40B4-BE49-F238E27FC236}">
                <a16:creationId xmlns:a16="http://schemas.microsoft.com/office/drawing/2014/main" id="{9F5902F8-15D9-9C1C-199F-2F017AD89F12}"/>
              </a:ext>
            </a:extLst>
          </p:cNvPr>
          <p:cNvCxnSpPr>
            <a:stCxn id="19" idx="0"/>
          </p:cNvCxnSpPr>
          <p:nvPr/>
        </p:nvCxnSpPr>
        <p:spPr>
          <a:xfrm flipH="1" flipV="1">
            <a:off x="6584571" y="10355388"/>
            <a:ext cx="1293" cy="758759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39">
            <a:extLst>
              <a:ext uri="{FF2B5EF4-FFF2-40B4-BE49-F238E27FC236}">
                <a16:creationId xmlns:a16="http://schemas.microsoft.com/office/drawing/2014/main" id="{B03B44D8-56A5-C29F-B1BE-0A12A8E636BD}"/>
              </a:ext>
            </a:extLst>
          </p:cNvPr>
          <p:cNvCxnSpPr>
            <a:stCxn id="21" idx="0"/>
            <a:endCxn id="24" idx="2"/>
          </p:cNvCxnSpPr>
          <p:nvPr/>
        </p:nvCxnSpPr>
        <p:spPr>
          <a:xfrm flipV="1">
            <a:off x="6584572" y="9532677"/>
            <a:ext cx="0" cy="20088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41">
            <a:extLst>
              <a:ext uri="{FF2B5EF4-FFF2-40B4-BE49-F238E27FC236}">
                <a16:creationId xmlns:a16="http://schemas.microsoft.com/office/drawing/2014/main" id="{04B504E0-F394-8AF8-71B5-13CFC3C5FF41}"/>
              </a:ext>
            </a:extLst>
          </p:cNvPr>
          <p:cNvCxnSpPr>
            <a:cxnSpLocks/>
            <a:stCxn id="24" idx="0"/>
            <a:endCxn id="25" idx="2"/>
          </p:cNvCxnSpPr>
          <p:nvPr/>
        </p:nvCxnSpPr>
        <p:spPr>
          <a:xfrm flipV="1">
            <a:off x="6584572" y="8431705"/>
            <a:ext cx="0" cy="20088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44">
            <a:extLst>
              <a:ext uri="{FF2B5EF4-FFF2-40B4-BE49-F238E27FC236}">
                <a16:creationId xmlns:a16="http://schemas.microsoft.com/office/drawing/2014/main" id="{BC5D699C-D33A-ACAE-2E87-EA63ABABB1FE}"/>
              </a:ext>
            </a:extLst>
          </p:cNvPr>
          <p:cNvCxnSpPr>
            <a:cxnSpLocks/>
            <a:stCxn id="51" idx="0"/>
            <a:endCxn id="29" idx="2"/>
          </p:cNvCxnSpPr>
          <p:nvPr/>
        </p:nvCxnSpPr>
        <p:spPr>
          <a:xfrm flipV="1">
            <a:off x="6584400" y="6790955"/>
            <a:ext cx="172" cy="36983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46">
            <a:extLst>
              <a:ext uri="{FF2B5EF4-FFF2-40B4-BE49-F238E27FC236}">
                <a16:creationId xmlns:a16="http://schemas.microsoft.com/office/drawing/2014/main" id="{F53C02C4-CC69-A057-977E-219E034356F7}"/>
              </a:ext>
            </a:extLst>
          </p:cNvPr>
          <p:cNvCxnSpPr>
            <a:cxnSpLocks/>
            <a:stCxn id="50" idx="0"/>
          </p:cNvCxnSpPr>
          <p:nvPr/>
        </p:nvCxnSpPr>
        <p:spPr>
          <a:xfrm flipV="1">
            <a:off x="6584400" y="4898113"/>
            <a:ext cx="171" cy="368687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8061E510-7934-4989-F3ED-995D3DF6E172}"/>
              </a:ext>
            </a:extLst>
          </p:cNvPr>
          <p:cNvSpPr/>
          <p:nvPr/>
        </p:nvSpPr>
        <p:spPr>
          <a:xfrm>
            <a:off x="6458400" y="5266800"/>
            <a:ext cx="252000" cy="2520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C147A79-4517-7C3D-381F-5786BAAA6B70}"/>
              </a:ext>
            </a:extLst>
          </p:cNvPr>
          <p:cNvSpPr/>
          <p:nvPr/>
        </p:nvSpPr>
        <p:spPr>
          <a:xfrm>
            <a:off x="6458400" y="7160785"/>
            <a:ext cx="252000" cy="2520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17739BD0-2286-BFE7-CBDC-88F2A10CE5E5}"/>
              </a:ext>
            </a:extLst>
          </p:cNvPr>
          <p:cNvCxnSpPr>
            <a:cxnSpLocks/>
          </p:cNvCxnSpPr>
          <p:nvPr/>
        </p:nvCxnSpPr>
        <p:spPr>
          <a:xfrm>
            <a:off x="5021451" y="7286785"/>
            <a:ext cx="1436949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60">
            <a:extLst>
              <a:ext uri="{FF2B5EF4-FFF2-40B4-BE49-F238E27FC236}">
                <a16:creationId xmlns:a16="http://schemas.microsoft.com/office/drawing/2014/main" id="{CFA63873-7057-D76C-B790-831F38D2CCFB}"/>
              </a:ext>
            </a:extLst>
          </p:cNvPr>
          <p:cNvCxnSpPr/>
          <p:nvPr/>
        </p:nvCxnSpPr>
        <p:spPr>
          <a:xfrm>
            <a:off x="5021451" y="7286785"/>
            <a:ext cx="0" cy="339051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62">
            <a:extLst>
              <a:ext uri="{FF2B5EF4-FFF2-40B4-BE49-F238E27FC236}">
                <a16:creationId xmlns:a16="http://schemas.microsoft.com/office/drawing/2014/main" id="{8CE081D2-8CD5-FD72-DE09-F0B61CF6A2EF}"/>
              </a:ext>
            </a:extLst>
          </p:cNvPr>
          <p:cNvCxnSpPr/>
          <p:nvPr/>
        </p:nvCxnSpPr>
        <p:spPr>
          <a:xfrm>
            <a:off x="5021451" y="10734767"/>
            <a:ext cx="156294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79B0F740-2252-32D7-7A3A-B61868705F44}"/>
              </a:ext>
            </a:extLst>
          </p:cNvPr>
          <p:cNvCxnSpPr>
            <a:cxnSpLocks/>
          </p:cNvCxnSpPr>
          <p:nvPr/>
        </p:nvCxnSpPr>
        <p:spPr>
          <a:xfrm>
            <a:off x="5021450" y="5377300"/>
            <a:ext cx="1436949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64">
            <a:extLst>
              <a:ext uri="{FF2B5EF4-FFF2-40B4-BE49-F238E27FC236}">
                <a16:creationId xmlns:a16="http://schemas.microsoft.com/office/drawing/2014/main" id="{70A6DCC3-10F9-8C3F-6AE6-28DD3E195137}"/>
              </a:ext>
            </a:extLst>
          </p:cNvPr>
          <p:cNvCxnSpPr/>
          <p:nvPr/>
        </p:nvCxnSpPr>
        <p:spPr>
          <a:xfrm>
            <a:off x="5021451" y="6950598"/>
            <a:ext cx="156294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65">
            <a:extLst>
              <a:ext uri="{FF2B5EF4-FFF2-40B4-BE49-F238E27FC236}">
                <a16:creationId xmlns:a16="http://schemas.microsoft.com/office/drawing/2014/main" id="{4E3164A8-A6DF-560F-0EA6-2398A470B84E}"/>
              </a:ext>
            </a:extLst>
          </p:cNvPr>
          <p:cNvCxnSpPr>
            <a:cxnSpLocks/>
          </p:cNvCxnSpPr>
          <p:nvPr/>
        </p:nvCxnSpPr>
        <p:spPr>
          <a:xfrm>
            <a:off x="5018867" y="5377300"/>
            <a:ext cx="2583" cy="15732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955B5B59-C5E9-973F-D010-47F1F332C392}"/>
              </a:ext>
            </a:extLst>
          </p:cNvPr>
          <p:cNvCxnSpPr>
            <a:cxnSpLocks/>
          </p:cNvCxnSpPr>
          <p:nvPr/>
        </p:nvCxnSpPr>
        <p:spPr>
          <a:xfrm>
            <a:off x="5018867" y="1686415"/>
            <a:ext cx="1436949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Gerade Verbindung 68">
            <a:extLst>
              <a:ext uri="{FF2B5EF4-FFF2-40B4-BE49-F238E27FC236}">
                <a16:creationId xmlns:a16="http://schemas.microsoft.com/office/drawing/2014/main" id="{98918F72-611B-4BC0-CEA0-747E0C2322EC}"/>
              </a:ext>
            </a:extLst>
          </p:cNvPr>
          <p:cNvCxnSpPr/>
          <p:nvPr/>
        </p:nvCxnSpPr>
        <p:spPr>
          <a:xfrm>
            <a:off x="5018867" y="1686415"/>
            <a:ext cx="0" cy="339051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69">
            <a:extLst>
              <a:ext uri="{FF2B5EF4-FFF2-40B4-BE49-F238E27FC236}">
                <a16:creationId xmlns:a16="http://schemas.microsoft.com/office/drawing/2014/main" id="{9EB40A28-F75D-A06D-F7C1-987715215998}"/>
              </a:ext>
            </a:extLst>
          </p:cNvPr>
          <p:cNvCxnSpPr/>
          <p:nvPr/>
        </p:nvCxnSpPr>
        <p:spPr>
          <a:xfrm>
            <a:off x="5018867" y="5134397"/>
            <a:ext cx="156294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0F61190D-A6EC-F240-0824-4A5E0EBCA63E}"/>
              </a:ext>
            </a:extLst>
          </p:cNvPr>
          <p:cNvSpPr/>
          <p:nvPr/>
        </p:nvSpPr>
        <p:spPr>
          <a:xfrm>
            <a:off x="6455816" y="1560415"/>
            <a:ext cx="252000" cy="2520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76" name="Gerade Verbindung 75">
            <a:extLst>
              <a:ext uri="{FF2B5EF4-FFF2-40B4-BE49-F238E27FC236}">
                <a16:creationId xmlns:a16="http://schemas.microsoft.com/office/drawing/2014/main" id="{CC945CDC-E026-0ECD-1C2C-9DAF3C34EBBB}"/>
              </a:ext>
            </a:extLst>
          </p:cNvPr>
          <p:cNvCxnSpPr>
            <a:endCxn id="27" idx="2"/>
          </p:cNvCxnSpPr>
          <p:nvPr/>
        </p:nvCxnSpPr>
        <p:spPr>
          <a:xfrm flipV="1">
            <a:off x="6581816" y="4050204"/>
            <a:ext cx="2756" cy="20088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Gerade Verbindung 77">
            <a:extLst>
              <a:ext uri="{FF2B5EF4-FFF2-40B4-BE49-F238E27FC236}">
                <a16:creationId xmlns:a16="http://schemas.microsoft.com/office/drawing/2014/main" id="{27035CA3-DB03-BF65-8252-C4299F5051DE}"/>
              </a:ext>
            </a:extLst>
          </p:cNvPr>
          <p:cNvCxnSpPr>
            <a:stCxn id="27" idx="0"/>
            <a:endCxn id="28" idx="2"/>
          </p:cNvCxnSpPr>
          <p:nvPr/>
        </p:nvCxnSpPr>
        <p:spPr>
          <a:xfrm flipV="1">
            <a:off x="6584572" y="2949232"/>
            <a:ext cx="0" cy="20088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C20DC5A3-8FE1-244D-E31E-CB1A6BFA5950}"/>
              </a:ext>
            </a:extLst>
          </p:cNvPr>
          <p:cNvCxnSpPr>
            <a:stCxn id="28" idx="0"/>
          </p:cNvCxnSpPr>
          <p:nvPr/>
        </p:nvCxnSpPr>
        <p:spPr>
          <a:xfrm flipH="1" flipV="1">
            <a:off x="6581816" y="1812415"/>
            <a:ext cx="2756" cy="48881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B176972B-FFF8-3FB8-FF60-D0149ECE6C91}"/>
              </a:ext>
            </a:extLst>
          </p:cNvPr>
          <p:cNvCxnSpPr>
            <a:stCxn id="74" idx="0"/>
          </p:cNvCxnSpPr>
          <p:nvPr/>
        </p:nvCxnSpPr>
        <p:spPr>
          <a:xfrm flipV="1">
            <a:off x="6581816" y="1237810"/>
            <a:ext cx="0" cy="32260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60B3A6C2-B614-9A8C-5E68-6A39E7D53B46}"/>
              </a:ext>
            </a:extLst>
          </p:cNvPr>
          <p:cNvCxnSpPr>
            <a:cxnSpLocks/>
            <a:endCxn id="28" idx="3"/>
          </p:cNvCxnSpPr>
          <p:nvPr/>
        </p:nvCxnSpPr>
        <p:spPr>
          <a:xfrm flipH="1" flipV="1">
            <a:off x="7520743" y="2625232"/>
            <a:ext cx="187234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Bogen 85">
            <a:extLst>
              <a:ext uri="{FF2B5EF4-FFF2-40B4-BE49-F238E27FC236}">
                <a16:creationId xmlns:a16="http://schemas.microsoft.com/office/drawing/2014/main" id="{ED57E686-E1CD-53CE-1266-7B603BBE3FE5}"/>
              </a:ext>
            </a:extLst>
          </p:cNvPr>
          <p:cNvSpPr/>
          <p:nvPr/>
        </p:nvSpPr>
        <p:spPr>
          <a:xfrm>
            <a:off x="9030635" y="2625232"/>
            <a:ext cx="720000" cy="720000"/>
          </a:xfrm>
          <a:prstGeom prst="arc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38303883-45FD-C050-BEF1-92FAC91ED347}"/>
              </a:ext>
            </a:extLst>
          </p:cNvPr>
          <p:cNvCxnSpPr>
            <a:cxnSpLocks/>
          </p:cNvCxnSpPr>
          <p:nvPr/>
        </p:nvCxnSpPr>
        <p:spPr>
          <a:xfrm flipH="1" flipV="1">
            <a:off x="7529681" y="10057072"/>
            <a:ext cx="187234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Bogen 87">
            <a:extLst>
              <a:ext uri="{FF2B5EF4-FFF2-40B4-BE49-F238E27FC236}">
                <a16:creationId xmlns:a16="http://schemas.microsoft.com/office/drawing/2014/main" id="{7153E756-F82B-E40B-DE57-CD489BAEE42D}"/>
              </a:ext>
            </a:extLst>
          </p:cNvPr>
          <p:cNvSpPr/>
          <p:nvPr/>
        </p:nvSpPr>
        <p:spPr>
          <a:xfrm rot="5400000">
            <a:off x="9033086" y="9339108"/>
            <a:ext cx="720000" cy="720000"/>
          </a:xfrm>
          <a:prstGeom prst="arc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0" name="Gerade Verbindung 89">
            <a:extLst>
              <a:ext uri="{FF2B5EF4-FFF2-40B4-BE49-F238E27FC236}">
                <a16:creationId xmlns:a16="http://schemas.microsoft.com/office/drawing/2014/main" id="{95044B7F-FB89-6EAC-7EB8-F37A8ED94D78}"/>
              </a:ext>
            </a:extLst>
          </p:cNvPr>
          <p:cNvCxnSpPr>
            <a:endCxn id="88" idx="0"/>
          </p:cNvCxnSpPr>
          <p:nvPr/>
        </p:nvCxnSpPr>
        <p:spPr>
          <a:xfrm>
            <a:off x="9753086" y="2979885"/>
            <a:ext cx="0" cy="6719223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7DE5FDA5-C27B-D16E-5B56-E73AB4C17BB4}"/>
              </a:ext>
            </a:extLst>
          </p:cNvPr>
          <p:cNvCxnSpPr/>
          <p:nvPr/>
        </p:nvCxnSpPr>
        <p:spPr>
          <a:xfrm flipH="1">
            <a:off x="7529681" y="4574599"/>
            <a:ext cx="222095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755DD31F-B0FD-B29C-888F-62AFEAC4D102}"/>
              </a:ext>
            </a:extLst>
          </p:cNvPr>
          <p:cNvCxnSpPr>
            <a:endCxn id="25" idx="3"/>
          </p:cNvCxnSpPr>
          <p:nvPr/>
        </p:nvCxnSpPr>
        <p:spPr>
          <a:xfrm flipH="1">
            <a:off x="7520743" y="8107705"/>
            <a:ext cx="222989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Abgerundetes Rechteck 94">
            <a:extLst>
              <a:ext uri="{FF2B5EF4-FFF2-40B4-BE49-F238E27FC236}">
                <a16:creationId xmlns:a16="http://schemas.microsoft.com/office/drawing/2014/main" id="{51B551C2-DE06-0BEC-8073-4F132F6384B4}"/>
              </a:ext>
            </a:extLst>
          </p:cNvPr>
          <p:cNvSpPr/>
          <p:nvPr/>
        </p:nvSpPr>
        <p:spPr>
          <a:xfrm rot="16200000">
            <a:off x="9545725" y="6171132"/>
            <a:ext cx="1189475" cy="336726"/>
          </a:xfrm>
          <a:prstGeom prst="roundRect">
            <a:avLst/>
          </a:prstGeom>
          <a:solidFill>
            <a:srgbClr val="F2F2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MLP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Abgerundetes Rechteck 95">
                <a:extLst>
                  <a:ext uri="{FF2B5EF4-FFF2-40B4-BE49-F238E27FC236}">
                    <a16:creationId xmlns:a16="http://schemas.microsoft.com/office/drawing/2014/main" id="{2F6C5C59-828A-3BA0-6E06-38452A29ADCB}"/>
                  </a:ext>
                </a:extLst>
              </p:cNvPr>
              <p:cNvSpPr/>
              <p:nvPr/>
            </p:nvSpPr>
            <p:spPr>
              <a:xfrm rot="16200000">
                <a:off x="10101464" y="6171131"/>
                <a:ext cx="1189475" cy="336726"/>
              </a:xfrm>
              <a:prstGeom prst="roundRect">
                <a:avLst/>
              </a:prstGeom>
              <a:solidFill>
                <a:srgbClr val="D97D8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Time </a:t>
                </a:r>
                <a14:m>
                  <m:oMath xmlns:m="http://schemas.openxmlformats.org/officeDocument/2006/math"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6" name="Abgerundetes Rechteck 95">
                <a:extLst>
                  <a:ext uri="{FF2B5EF4-FFF2-40B4-BE49-F238E27FC236}">
                    <a16:creationId xmlns:a16="http://schemas.microsoft.com/office/drawing/2014/main" id="{2F6C5C59-828A-3BA0-6E06-38452A29AD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101464" y="6171131"/>
                <a:ext cx="1189475" cy="336726"/>
              </a:xfrm>
              <a:prstGeom prst="roundRect">
                <a:avLst/>
              </a:prstGeom>
              <a:blipFill>
                <a:blip r:embed="rId4"/>
                <a:stretch>
                  <a:fillRect l="-10345" r="-275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Gerade Verbindung 97">
            <a:extLst>
              <a:ext uri="{FF2B5EF4-FFF2-40B4-BE49-F238E27FC236}">
                <a16:creationId xmlns:a16="http://schemas.microsoft.com/office/drawing/2014/main" id="{35272055-CE3B-846B-E9A1-99BA35EAB6F7}"/>
              </a:ext>
            </a:extLst>
          </p:cNvPr>
          <p:cNvCxnSpPr>
            <a:stCxn id="96" idx="0"/>
            <a:endCxn id="95" idx="2"/>
          </p:cNvCxnSpPr>
          <p:nvPr/>
        </p:nvCxnSpPr>
        <p:spPr>
          <a:xfrm flipH="1">
            <a:off x="10308826" y="6339494"/>
            <a:ext cx="219013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 Verbindung 99">
            <a:extLst>
              <a:ext uri="{FF2B5EF4-FFF2-40B4-BE49-F238E27FC236}">
                <a16:creationId xmlns:a16="http://schemas.microsoft.com/office/drawing/2014/main" id="{0832C844-768B-456D-D4FC-FDF45377436B}"/>
              </a:ext>
            </a:extLst>
          </p:cNvPr>
          <p:cNvCxnSpPr>
            <a:stCxn id="95" idx="0"/>
          </p:cNvCxnSpPr>
          <p:nvPr/>
        </p:nvCxnSpPr>
        <p:spPr>
          <a:xfrm flipH="1" flipV="1">
            <a:off x="9750635" y="6339494"/>
            <a:ext cx="221465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rapez 102">
            <a:extLst>
              <a:ext uri="{FF2B5EF4-FFF2-40B4-BE49-F238E27FC236}">
                <a16:creationId xmlns:a16="http://schemas.microsoft.com/office/drawing/2014/main" id="{EBA08EBD-F8F2-5154-961A-B94CB044B7E8}"/>
              </a:ext>
            </a:extLst>
          </p:cNvPr>
          <p:cNvSpPr/>
          <p:nvPr/>
        </p:nvSpPr>
        <p:spPr>
          <a:xfrm rot="10800000">
            <a:off x="2252297" y="4000666"/>
            <a:ext cx="1051247" cy="848310"/>
          </a:xfrm>
          <a:prstGeom prst="trapezoid">
            <a:avLst/>
          </a:prstGeom>
          <a:solidFill>
            <a:schemeClr val="accent1">
              <a:alpha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6356C7A2-582A-9195-993A-A5F66BEB1BEE}"/>
              </a:ext>
            </a:extLst>
          </p:cNvPr>
          <p:cNvCxnSpPr>
            <a:stCxn id="9" idx="2"/>
            <a:endCxn id="8" idx="2"/>
          </p:cNvCxnSpPr>
          <p:nvPr/>
        </p:nvCxnSpPr>
        <p:spPr>
          <a:xfrm>
            <a:off x="2779200" y="9098478"/>
            <a:ext cx="23" cy="43379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Gerade Verbindung 114">
            <a:extLst>
              <a:ext uri="{FF2B5EF4-FFF2-40B4-BE49-F238E27FC236}">
                <a16:creationId xmlns:a16="http://schemas.microsoft.com/office/drawing/2014/main" id="{2781DF2B-D209-6860-4A5F-67D069FB557D}"/>
              </a:ext>
            </a:extLst>
          </p:cNvPr>
          <p:cNvCxnSpPr>
            <a:cxnSpLocks/>
            <a:stCxn id="103" idx="0"/>
          </p:cNvCxnSpPr>
          <p:nvPr/>
        </p:nvCxnSpPr>
        <p:spPr>
          <a:xfrm>
            <a:off x="2777920" y="4848976"/>
            <a:ext cx="0" cy="1490518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8B3117CE-811F-E075-7BA5-8AE552F8B0C9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2777919" y="6340910"/>
            <a:ext cx="287048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Gerade Verbindung mit Pfeil 122">
            <a:extLst>
              <a:ext uri="{FF2B5EF4-FFF2-40B4-BE49-F238E27FC236}">
                <a16:creationId xmlns:a16="http://schemas.microsoft.com/office/drawing/2014/main" id="{CDD1F579-C058-76A4-1C01-E6B6F22C11BB}"/>
              </a:ext>
            </a:extLst>
          </p:cNvPr>
          <p:cNvCxnSpPr>
            <a:stCxn id="25" idx="0"/>
            <a:endCxn id="51" idx="4"/>
          </p:cNvCxnSpPr>
          <p:nvPr/>
        </p:nvCxnSpPr>
        <p:spPr>
          <a:xfrm flipH="1" flipV="1">
            <a:off x="6584400" y="7412785"/>
            <a:ext cx="172" cy="37092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Gerade Verbindung mit Pfeil 124">
            <a:extLst>
              <a:ext uri="{FF2B5EF4-FFF2-40B4-BE49-F238E27FC236}">
                <a16:creationId xmlns:a16="http://schemas.microsoft.com/office/drawing/2014/main" id="{AA764912-CE5E-5CC2-B994-78A65142F4AD}"/>
              </a:ext>
            </a:extLst>
          </p:cNvPr>
          <p:cNvCxnSpPr>
            <a:endCxn id="50" idx="4"/>
          </p:cNvCxnSpPr>
          <p:nvPr/>
        </p:nvCxnSpPr>
        <p:spPr>
          <a:xfrm flipV="1">
            <a:off x="6581816" y="5518800"/>
            <a:ext cx="2584" cy="35418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feld 125">
            <a:extLst>
              <a:ext uri="{FF2B5EF4-FFF2-40B4-BE49-F238E27FC236}">
                <a16:creationId xmlns:a16="http://schemas.microsoft.com/office/drawing/2014/main" id="{855AB2ED-5792-F245-461A-3C358FD31ECB}"/>
              </a:ext>
            </a:extLst>
          </p:cNvPr>
          <p:cNvSpPr txBox="1"/>
          <p:nvPr/>
        </p:nvSpPr>
        <p:spPr>
          <a:xfrm>
            <a:off x="9943671" y="5069634"/>
            <a:ext cx="12202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Shared by</a:t>
            </a:r>
          </a:p>
          <a:p>
            <a:r>
              <a:rPr lang="en-GB" b="1" i="1" dirty="0"/>
              <a:t>N</a:t>
            </a:r>
            <a:r>
              <a:rPr lang="en-GB" b="1" dirty="0"/>
              <a:t> blocks</a:t>
            </a:r>
          </a:p>
        </p:txBody>
      </p:sp>
      <p:sp>
        <p:nvSpPr>
          <p:cNvPr id="127" name="Textfeld 126">
            <a:extLst>
              <a:ext uri="{FF2B5EF4-FFF2-40B4-BE49-F238E27FC236}">
                <a16:creationId xmlns:a16="http://schemas.microsoft.com/office/drawing/2014/main" id="{9B147C23-C257-3505-91E8-BA4954F8CC2D}"/>
              </a:ext>
            </a:extLst>
          </p:cNvPr>
          <p:cNvSpPr txBox="1"/>
          <p:nvPr/>
        </p:nvSpPr>
        <p:spPr>
          <a:xfrm>
            <a:off x="7117325" y="11207652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Noised latent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feld 127">
                <a:extLst>
                  <a:ext uri="{FF2B5EF4-FFF2-40B4-BE49-F238E27FC236}">
                    <a16:creationId xmlns:a16="http://schemas.microsoft.com/office/drawing/2014/main" id="{9B2D8B46-33CD-3F21-0B65-A60CC9F79F36}"/>
                  </a:ext>
                </a:extLst>
              </p:cNvPr>
              <p:cNvSpPr txBox="1"/>
              <p:nvPr/>
            </p:nvSpPr>
            <p:spPr>
              <a:xfrm>
                <a:off x="4507720" y="1029164"/>
                <a:ext cx="1053815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GB" dirty="0"/>
                  <a:t> block</a:t>
                </a:r>
              </a:p>
            </p:txBody>
          </p:sp>
        </mc:Choice>
        <mc:Fallback xmlns="">
          <p:sp>
            <p:nvSpPr>
              <p:cNvPr id="128" name="Textfeld 127">
                <a:extLst>
                  <a:ext uri="{FF2B5EF4-FFF2-40B4-BE49-F238E27FC236}">
                    <a16:creationId xmlns:a16="http://schemas.microsoft.com/office/drawing/2014/main" id="{9B2D8B46-33CD-3F21-0B65-A60CC9F79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720" y="1029164"/>
                <a:ext cx="1053815" cy="374270"/>
              </a:xfrm>
              <a:prstGeom prst="rect">
                <a:avLst/>
              </a:prstGeom>
              <a:blipFill>
                <a:blip r:embed="rId5"/>
                <a:stretch>
                  <a:fillRect t="-10000" r="-4762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feld 128">
                <a:extLst>
                  <a:ext uri="{FF2B5EF4-FFF2-40B4-BE49-F238E27FC236}">
                    <a16:creationId xmlns:a16="http://schemas.microsoft.com/office/drawing/2014/main" id="{958E1031-0E27-C2FC-142A-C3184493C4AD}"/>
                  </a:ext>
                </a:extLst>
              </p:cNvPr>
              <p:cNvSpPr txBox="1"/>
              <p:nvPr/>
            </p:nvSpPr>
            <p:spPr>
              <a:xfrm>
                <a:off x="2484718" y="4170412"/>
                <a:ext cx="5998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29" name="Textfeld 128">
                <a:extLst>
                  <a:ext uri="{FF2B5EF4-FFF2-40B4-BE49-F238E27FC236}">
                    <a16:creationId xmlns:a16="http://schemas.microsoft.com/office/drawing/2014/main" id="{958E1031-0E27-C2FC-142A-C3184493C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718" y="4170412"/>
                <a:ext cx="59984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feld 129">
                <a:extLst>
                  <a:ext uri="{FF2B5EF4-FFF2-40B4-BE49-F238E27FC236}">
                    <a16:creationId xmlns:a16="http://schemas.microsoft.com/office/drawing/2014/main" id="{3FDCF23D-B960-4853-3C17-04A7594DBBAC}"/>
                  </a:ext>
                </a:extLst>
              </p:cNvPr>
              <p:cNvSpPr txBox="1"/>
              <p:nvPr/>
            </p:nvSpPr>
            <p:spPr>
              <a:xfrm>
                <a:off x="2522028" y="9574272"/>
                <a:ext cx="50391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30" name="Textfeld 129">
                <a:extLst>
                  <a:ext uri="{FF2B5EF4-FFF2-40B4-BE49-F238E27FC236}">
                    <a16:creationId xmlns:a16="http://schemas.microsoft.com/office/drawing/2014/main" id="{3FDCF23D-B960-4853-3C17-04A7594DB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028" y="9574272"/>
                <a:ext cx="503919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Textfeld 131">
            <a:extLst>
              <a:ext uri="{FF2B5EF4-FFF2-40B4-BE49-F238E27FC236}">
                <a16:creationId xmlns:a16="http://schemas.microsoft.com/office/drawing/2014/main" id="{70A21022-3B15-BE31-98FA-EB6138949997}"/>
              </a:ext>
            </a:extLst>
          </p:cNvPr>
          <p:cNvSpPr txBox="1"/>
          <p:nvPr/>
        </p:nvSpPr>
        <p:spPr>
          <a:xfrm>
            <a:off x="8033586" y="1008247"/>
            <a:ext cx="5929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4000" dirty="0">
                <a:effectLst/>
                <a:latin typeface="Apple Color Emoji" pitchFamily="2" charset="0"/>
              </a:rPr>
              <a:t>🔥</a:t>
            </a:r>
          </a:p>
        </p:txBody>
      </p:sp>
      <p:sp>
        <p:nvSpPr>
          <p:cNvPr id="133" name="Textfeld 132">
            <a:extLst>
              <a:ext uri="{FF2B5EF4-FFF2-40B4-BE49-F238E27FC236}">
                <a16:creationId xmlns:a16="http://schemas.microsoft.com/office/drawing/2014/main" id="{D87AC371-23E1-0E8A-B21E-89960D029D7C}"/>
              </a:ext>
            </a:extLst>
          </p:cNvPr>
          <p:cNvSpPr txBox="1"/>
          <p:nvPr/>
        </p:nvSpPr>
        <p:spPr>
          <a:xfrm>
            <a:off x="9786313" y="5583267"/>
            <a:ext cx="592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pple Color Emoji" pitchFamily="2" charset="0"/>
              </a:rPr>
              <a:t>🔥</a:t>
            </a:r>
          </a:p>
        </p:txBody>
      </p:sp>
      <p:sp>
        <p:nvSpPr>
          <p:cNvPr id="135" name="Textfeld 134">
            <a:extLst>
              <a:ext uri="{FF2B5EF4-FFF2-40B4-BE49-F238E27FC236}">
                <a16:creationId xmlns:a16="http://schemas.microsoft.com/office/drawing/2014/main" id="{0DC2B46C-0E80-6380-5E40-C582A5AF53FB}"/>
              </a:ext>
            </a:extLst>
          </p:cNvPr>
          <p:cNvSpPr txBox="1"/>
          <p:nvPr/>
        </p:nvSpPr>
        <p:spPr>
          <a:xfrm>
            <a:off x="3041038" y="3777650"/>
            <a:ext cx="4786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/>
              <a:t>❄️</a:t>
            </a:r>
          </a:p>
        </p:txBody>
      </p:sp>
      <p:sp>
        <p:nvSpPr>
          <p:cNvPr id="136" name="Textfeld 135">
            <a:extLst>
              <a:ext uri="{FF2B5EF4-FFF2-40B4-BE49-F238E27FC236}">
                <a16:creationId xmlns:a16="http://schemas.microsoft.com/office/drawing/2014/main" id="{ADB52178-3E49-50AA-503B-88824608E731}"/>
              </a:ext>
            </a:extLst>
          </p:cNvPr>
          <p:cNvSpPr txBox="1"/>
          <p:nvPr/>
        </p:nvSpPr>
        <p:spPr>
          <a:xfrm>
            <a:off x="3028682" y="9326453"/>
            <a:ext cx="4786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/>
              <a:t>❄️</a:t>
            </a:r>
          </a:p>
        </p:txBody>
      </p:sp>
      <p:sp>
        <p:nvSpPr>
          <p:cNvPr id="137" name="Textfeld 136">
            <a:extLst>
              <a:ext uri="{FF2B5EF4-FFF2-40B4-BE49-F238E27FC236}">
                <a16:creationId xmlns:a16="http://schemas.microsoft.com/office/drawing/2014/main" id="{479D8059-9FDD-9F1C-73DB-D22FF53F1F6E}"/>
              </a:ext>
            </a:extLst>
          </p:cNvPr>
          <p:cNvSpPr txBox="1"/>
          <p:nvPr/>
        </p:nvSpPr>
        <p:spPr>
          <a:xfrm>
            <a:off x="3193438" y="11831394"/>
            <a:ext cx="4786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/>
              <a:t>❄️</a:t>
            </a:r>
          </a:p>
        </p:txBody>
      </p:sp>
      <p:sp>
        <p:nvSpPr>
          <p:cNvPr id="138" name="Textfeld 137">
            <a:extLst>
              <a:ext uri="{FF2B5EF4-FFF2-40B4-BE49-F238E27FC236}">
                <a16:creationId xmlns:a16="http://schemas.microsoft.com/office/drawing/2014/main" id="{678E889E-B31B-9B8D-0662-EF91CB33A656}"/>
              </a:ext>
            </a:extLst>
          </p:cNvPr>
          <p:cNvSpPr txBox="1"/>
          <p:nvPr/>
        </p:nvSpPr>
        <p:spPr>
          <a:xfrm>
            <a:off x="3754800" y="11887763"/>
            <a:ext cx="2036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Frozen Parameters</a:t>
            </a:r>
          </a:p>
        </p:txBody>
      </p:sp>
      <p:sp>
        <p:nvSpPr>
          <p:cNvPr id="139" name="Textfeld 138">
            <a:extLst>
              <a:ext uri="{FF2B5EF4-FFF2-40B4-BE49-F238E27FC236}">
                <a16:creationId xmlns:a16="http://schemas.microsoft.com/office/drawing/2014/main" id="{05F60A06-9432-E6F9-3D82-D64DF0013101}"/>
              </a:ext>
            </a:extLst>
          </p:cNvPr>
          <p:cNvSpPr txBox="1"/>
          <p:nvPr/>
        </p:nvSpPr>
        <p:spPr>
          <a:xfrm>
            <a:off x="3210882" y="12398597"/>
            <a:ext cx="5929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200" dirty="0">
                <a:effectLst/>
                <a:latin typeface="Apple Color Emoji" pitchFamily="2" charset="0"/>
              </a:rPr>
              <a:t>🔥</a:t>
            </a:r>
          </a:p>
        </p:txBody>
      </p:sp>
      <p:sp>
        <p:nvSpPr>
          <p:cNvPr id="140" name="Textfeld 139">
            <a:extLst>
              <a:ext uri="{FF2B5EF4-FFF2-40B4-BE49-F238E27FC236}">
                <a16:creationId xmlns:a16="http://schemas.microsoft.com/office/drawing/2014/main" id="{295D5C4E-E65E-DD05-150A-62815D8618A8}"/>
              </a:ext>
            </a:extLst>
          </p:cNvPr>
          <p:cNvSpPr txBox="1"/>
          <p:nvPr/>
        </p:nvSpPr>
        <p:spPr>
          <a:xfrm>
            <a:off x="3754800" y="12388304"/>
            <a:ext cx="2164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Tunable</a:t>
            </a:r>
            <a:r>
              <a:rPr lang="en-GB" dirty="0"/>
              <a:t>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feld 140">
                <a:extLst>
                  <a:ext uri="{FF2B5EF4-FFF2-40B4-BE49-F238E27FC236}">
                    <a16:creationId xmlns:a16="http://schemas.microsoft.com/office/drawing/2014/main" id="{B7CA4DFD-AFA3-C7DC-1F41-C4FE10E16710}"/>
                  </a:ext>
                </a:extLst>
              </p:cNvPr>
              <p:cNvSpPr txBox="1"/>
              <p:nvPr/>
            </p:nvSpPr>
            <p:spPr>
              <a:xfrm>
                <a:off x="8776135" y="1057147"/>
                <a:ext cx="7865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de-DE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GB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" name="Textfeld 140">
                <a:extLst>
                  <a:ext uri="{FF2B5EF4-FFF2-40B4-BE49-F238E27FC236}">
                    <a16:creationId xmlns:a16="http://schemas.microsoft.com/office/drawing/2014/main" id="{B7CA4DFD-AFA3-C7DC-1F41-C4FE10E16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6135" y="1057147"/>
                <a:ext cx="78656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feld 141">
                <a:extLst>
                  <a:ext uri="{FF2B5EF4-FFF2-40B4-BE49-F238E27FC236}">
                    <a16:creationId xmlns:a16="http://schemas.microsoft.com/office/drawing/2014/main" id="{1F84BFFC-9701-F253-7535-6D8A1BD56A6F}"/>
                  </a:ext>
                </a:extLst>
              </p:cNvPr>
              <p:cNvSpPr txBox="1"/>
              <p:nvPr/>
            </p:nvSpPr>
            <p:spPr>
              <a:xfrm>
                <a:off x="6055200" y="2601923"/>
                <a:ext cx="11573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2" name="Textfeld 141">
                <a:extLst>
                  <a:ext uri="{FF2B5EF4-FFF2-40B4-BE49-F238E27FC236}">
                    <a16:creationId xmlns:a16="http://schemas.microsoft.com/office/drawing/2014/main" id="{1F84BFFC-9701-F253-7535-6D8A1BD56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5200" y="2601923"/>
                <a:ext cx="1157368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feld 143">
                <a:extLst>
                  <a:ext uri="{FF2B5EF4-FFF2-40B4-BE49-F238E27FC236}">
                    <a16:creationId xmlns:a16="http://schemas.microsoft.com/office/drawing/2014/main" id="{5F0116B4-1C19-93F7-720F-1AFE3F72F003}"/>
                  </a:ext>
                </a:extLst>
              </p:cNvPr>
              <p:cNvSpPr txBox="1"/>
              <p:nvPr/>
            </p:nvSpPr>
            <p:spPr>
              <a:xfrm>
                <a:off x="6055200" y="8050607"/>
                <a:ext cx="11520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4" name="Textfeld 143">
                <a:extLst>
                  <a:ext uri="{FF2B5EF4-FFF2-40B4-BE49-F238E27FC236}">
                    <a16:creationId xmlns:a16="http://schemas.microsoft.com/office/drawing/2014/main" id="{5F0116B4-1C19-93F7-720F-1AFE3F72F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5200" y="8050607"/>
                <a:ext cx="1152047" cy="369332"/>
              </a:xfrm>
              <a:prstGeom prst="rect">
                <a:avLst/>
              </a:prstGeom>
              <a:blipFill>
                <a:blip r:embed="rId11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feld 144">
                <a:extLst>
                  <a:ext uri="{FF2B5EF4-FFF2-40B4-BE49-F238E27FC236}">
                    <a16:creationId xmlns:a16="http://schemas.microsoft.com/office/drawing/2014/main" id="{49F63D4B-7568-AA42-A99E-5095FC7A467C}"/>
                  </a:ext>
                </a:extLst>
              </p:cNvPr>
              <p:cNvSpPr txBox="1"/>
              <p:nvPr/>
            </p:nvSpPr>
            <p:spPr>
              <a:xfrm>
                <a:off x="5902498" y="9985412"/>
                <a:ext cx="1457450" cy="404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5" name="Textfeld 144">
                <a:extLst>
                  <a:ext uri="{FF2B5EF4-FFF2-40B4-BE49-F238E27FC236}">
                    <a16:creationId xmlns:a16="http://schemas.microsoft.com/office/drawing/2014/main" id="{49F63D4B-7568-AA42-A99E-5095FC7A4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2498" y="9985412"/>
                <a:ext cx="1457450" cy="404983"/>
              </a:xfrm>
              <a:prstGeom prst="rect">
                <a:avLst/>
              </a:prstGeom>
              <a:blipFill>
                <a:blip r:embed="rId12"/>
                <a:stretch>
                  <a:fillRect b="-156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feld 145">
                <a:extLst>
                  <a:ext uri="{FF2B5EF4-FFF2-40B4-BE49-F238E27FC236}">
                    <a16:creationId xmlns:a16="http://schemas.microsoft.com/office/drawing/2014/main" id="{4AECC5F1-B055-35F9-4D89-A6F0972F044C}"/>
                  </a:ext>
                </a:extLst>
              </p:cNvPr>
              <p:cNvSpPr txBox="1"/>
              <p:nvPr/>
            </p:nvSpPr>
            <p:spPr>
              <a:xfrm>
                <a:off x="5897176" y="4511646"/>
                <a:ext cx="1468094" cy="404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6" name="Textfeld 145">
                <a:extLst>
                  <a:ext uri="{FF2B5EF4-FFF2-40B4-BE49-F238E27FC236}">
                    <a16:creationId xmlns:a16="http://schemas.microsoft.com/office/drawing/2014/main" id="{4AECC5F1-B055-35F9-4D89-A6F0972F0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176" y="4511646"/>
                <a:ext cx="1468094" cy="404983"/>
              </a:xfrm>
              <a:prstGeom prst="rect">
                <a:avLst/>
              </a:prstGeom>
              <a:blipFill>
                <a:blip r:embed="rId13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2769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CB3D5-78A3-1D92-CA25-B2D657382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22">
            <a:extLst>
              <a:ext uri="{FF2B5EF4-FFF2-40B4-BE49-F238E27FC236}">
                <a16:creationId xmlns:a16="http://schemas.microsoft.com/office/drawing/2014/main" id="{DDB655D4-FD35-1B2A-930E-384709E1D961}"/>
              </a:ext>
            </a:extLst>
          </p:cNvPr>
          <p:cNvSpPr/>
          <p:nvPr/>
        </p:nvSpPr>
        <p:spPr>
          <a:xfrm>
            <a:off x="4425705" y="976393"/>
            <a:ext cx="4320000" cy="988306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A9361AA2-74AA-FDA6-4709-3BA3DAF12582}"/>
              </a:ext>
            </a:extLst>
          </p:cNvPr>
          <p:cNvSpPr/>
          <p:nvPr/>
        </p:nvSpPr>
        <p:spPr>
          <a:xfrm>
            <a:off x="2057921" y="1787051"/>
            <a:ext cx="1440000" cy="144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AE6A3B65-E26E-CE2E-58B0-61B9F2BAB8E4}"/>
              </a:ext>
            </a:extLst>
          </p:cNvPr>
          <p:cNvCxnSpPr>
            <a:cxnSpLocks/>
            <a:stCxn id="4" idx="2"/>
            <a:endCxn id="103" idx="2"/>
          </p:cNvCxnSpPr>
          <p:nvPr/>
        </p:nvCxnSpPr>
        <p:spPr>
          <a:xfrm flipH="1">
            <a:off x="2777920" y="3227051"/>
            <a:ext cx="1" cy="77361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rapez 7">
            <a:extLst>
              <a:ext uri="{FF2B5EF4-FFF2-40B4-BE49-F238E27FC236}">
                <a16:creationId xmlns:a16="http://schemas.microsoft.com/office/drawing/2014/main" id="{6663B6CD-EC9D-CDF5-70C8-F1E3E2F1C54A}"/>
              </a:ext>
            </a:extLst>
          </p:cNvPr>
          <p:cNvSpPr/>
          <p:nvPr/>
        </p:nvSpPr>
        <p:spPr>
          <a:xfrm rot="10800000">
            <a:off x="2253600" y="9532275"/>
            <a:ext cx="1051247" cy="848310"/>
          </a:xfrm>
          <a:prstGeom prst="trapezoid">
            <a:avLst/>
          </a:prstGeom>
          <a:solidFill>
            <a:schemeClr val="accent1">
              <a:alpha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766E05F-E306-9AC7-DBC3-F74EC2B6E279}"/>
              </a:ext>
            </a:extLst>
          </p:cNvPr>
          <p:cNvSpPr txBox="1"/>
          <p:nvPr/>
        </p:nvSpPr>
        <p:spPr>
          <a:xfrm>
            <a:off x="2057921" y="7271965"/>
            <a:ext cx="1429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Image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516E373-4155-ED6A-BC11-11BD8FC7A297}"/>
              </a:ext>
            </a:extLst>
          </p:cNvPr>
          <p:cNvSpPr txBox="1"/>
          <p:nvPr/>
        </p:nvSpPr>
        <p:spPr>
          <a:xfrm>
            <a:off x="2047269" y="1400537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Text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EE122C5-BB99-01FC-8D12-A8DF0BC2C3FF}"/>
              </a:ext>
            </a:extLst>
          </p:cNvPr>
          <p:cNvSpPr txBox="1"/>
          <p:nvPr/>
        </p:nvSpPr>
        <p:spPr>
          <a:xfrm>
            <a:off x="3247200" y="4179340"/>
            <a:ext cx="10166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Text</a:t>
            </a:r>
          </a:p>
          <a:p>
            <a:r>
              <a:rPr lang="en-GB" dirty="0"/>
              <a:t>Encoder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C175FF6-2E57-1E41-9B87-F689C0FD7A1B}"/>
              </a:ext>
            </a:extLst>
          </p:cNvPr>
          <p:cNvSpPr txBox="1"/>
          <p:nvPr/>
        </p:nvSpPr>
        <p:spPr>
          <a:xfrm>
            <a:off x="3248670" y="9761710"/>
            <a:ext cx="10166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Image</a:t>
            </a:r>
          </a:p>
          <a:p>
            <a:r>
              <a:rPr lang="en-GB" dirty="0"/>
              <a:t>Encoder</a:t>
            </a:r>
          </a:p>
        </p:txBody>
      </p: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41740681-D6C5-E41F-370E-F3A07EF9BA55}"/>
              </a:ext>
            </a:extLst>
          </p:cNvPr>
          <p:cNvCxnSpPr>
            <a:cxnSpLocks/>
            <a:stCxn id="8" idx="0"/>
          </p:cNvCxnSpPr>
          <p:nvPr/>
        </p:nvCxnSpPr>
        <p:spPr>
          <a:xfrm>
            <a:off x="2779223" y="10380585"/>
            <a:ext cx="0" cy="967688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92BDB53A-F121-E3F1-5722-2C3832F96CB5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2777920" y="11348273"/>
            <a:ext cx="3459601" cy="162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D782C67A-1836-538F-B44A-1425AF041A6E}"/>
              </a:ext>
            </a:extLst>
          </p:cNvPr>
          <p:cNvSpPr txBox="1"/>
          <p:nvPr/>
        </p:nvSpPr>
        <p:spPr>
          <a:xfrm>
            <a:off x="4077680" y="11022986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+ noise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Abgerundetes Rechteck 18">
                <a:extLst>
                  <a:ext uri="{FF2B5EF4-FFF2-40B4-BE49-F238E27FC236}">
                    <a16:creationId xmlns:a16="http://schemas.microsoft.com/office/drawing/2014/main" id="{07D68142-898A-8CAA-B978-D600ADA9DF37}"/>
                  </a:ext>
                </a:extLst>
              </p:cNvPr>
              <p:cNvSpPr/>
              <p:nvPr/>
            </p:nvSpPr>
            <p:spPr>
              <a:xfrm>
                <a:off x="6237521" y="11114147"/>
                <a:ext cx="696686" cy="471494"/>
              </a:xfrm>
              <a:prstGeom prst="roundRect">
                <a:avLst/>
              </a:prstGeom>
              <a:solidFill>
                <a:schemeClr val="accent3">
                  <a:alpha val="50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Abgerundetes Rechteck 18">
                <a:extLst>
                  <a:ext uri="{FF2B5EF4-FFF2-40B4-BE49-F238E27FC236}">
                    <a16:creationId xmlns:a16="http://schemas.microsoft.com/office/drawing/2014/main" id="{B2DE69AD-92CD-0564-FB92-E7246D3763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521" y="11114147"/>
                <a:ext cx="696686" cy="47149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068A3086-DC48-EC38-0298-5A8F9D518CB0}"/>
              </a:ext>
            </a:extLst>
          </p:cNvPr>
          <p:cNvGrpSpPr/>
          <p:nvPr/>
        </p:nvGrpSpPr>
        <p:grpSpPr>
          <a:xfrm>
            <a:off x="5648400" y="7783705"/>
            <a:ext cx="1872343" cy="2596881"/>
            <a:chOff x="5648400" y="7783705"/>
            <a:chExt cx="1872343" cy="2596881"/>
          </a:xfrm>
        </p:grpSpPr>
        <p:sp>
          <p:nvSpPr>
            <p:cNvPr id="21" name="Grenzstelle 20">
              <a:extLst>
                <a:ext uri="{FF2B5EF4-FFF2-40B4-BE49-F238E27FC236}">
                  <a16:creationId xmlns:a16="http://schemas.microsoft.com/office/drawing/2014/main" id="{5DA2D2DE-DEF4-BD8E-FFCB-9FE920F5B437}"/>
                </a:ext>
              </a:extLst>
            </p:cNvPr>
            <p:cNvSpPr/>
            <p:nvPr/>
          </p:nvSpPr>
          <p:spPr>
            <a:xfrm>
              <a:off x="5648400" y="9733558"/>
              <a:ext cx="1872343" cy="647028"/>
            </a:xfrm>
            <a:prstGeom prst="flowChartTerminator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Scale, Shift</a:t>
              </a:r>
            </a:p>
            <a:p>
              <a:pPr algn="ctr"/>
              <a:endParaRPr lang="en-GB" dirty="0"/>
            </a:p>
          </p:txBody>
        </p:sp>
        <p:sp>
          <p:nvSpPr>
            <p:cNvPr id="24" name="Abgerundetes Rechteck 23">
              <a:extLst>
                <a:ext uri="{FF2B5EF4-FFF2-40B4-BE49-F238E27FC236}">
                  <a16:creationId xmlns:a16="http://schemas.microsoft.com/office/drawing/2014/main" id="{680025D9-29A7-DC07-4316-73A5F424841C}"/>
                </a:ext>
              </a:extLst>
            </p:cNvPr>
            <p:cNvSpPr/>
            <p:nvPr/>
          </p:nvSpPr>
          <p:spPr>
            <a:xfrm>
              <a:off x="5648400" y="8632586"/>
              <a:ext cx="1872343" cy="900091"/>
            </a:xfrm>
            <a:prstGeom prst="roundRect">
              <a:avLst/>
            </a:prstGeom>
            <a:solidFill>
              <a:schemeClr val="tx2">
                <a:lumMod val="50000"/>
                <a:lumOff val="50000"/>
                <a:alpha val="5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Multi-Head </a:t>
              </a:r>
            </a:p>
            <a:p>
              <a:pPr algn="ctr"/>
              <a:r>
                <a:rPr lang="en-GB" dirty="0">
                  <a:solidFill>
                    <a:schemeClr val="tx1"/>
                  </a:solidFill>
                </a:rPr>
                <a:t>Self-Attention</a:t>
              </a:r>
            </a:p>
          </p:txBody>
        </p:sp>
        <p:sp>
          <p:nvSpPr>
            <p:cNvPr id="25" name="Grenzstelle 24">
              <a:extLst>
                <a:ext uri="{FF2B5EF4-FFF2-40B4-BE49-F238E27FC236}">
                  <a16:creationId xmlns:a16="http://schemas.microsoft.com/office/drawing/2014/main" id="{8ED399F7-513F-268D-EB38-AFF6530D9A1E}"/>
                </a:ext>
              </a:extLst>
            </p:cNvPr>
            <p:cNvSpPr/>
            <p:nvPr/>
          </p:nvSpPr>
          <p:spPr>
            <a:xfrm>
              <a:off x="5648400" y="7783705"/>
              <a:ext cx="1872343" cy="648000"/>
            </a:xfrm>
            <a:prstGeom prst="flowChartTerminator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Scale</a:t>
              </a:r>
            </a:p>
            <a:p>
              <a:pPr algn="ctr"/>
              <a:endParaRPr lang="en-GB" dirty="0"/>
            </a:p>
          </p:txBody>
        </p:sp>
      </p:grp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EF474844-01C3-8176-B55A-EAF0018C1345}"/>
              </a:ext>
            </a:extLst>
          </p:cNvPr>
          <p:cNvGrpSpPr/>
          <p:nvPr/>
        </p:nvGrpSpPr>
        <p:grpSpPr>
          <a:xfrm>
            <a:off x="5648400" y="2301232"/>
            <a:ext cx="1872343" cy="2596881"/>
            <a:chOff x="5648400" y="2301232"/>
            <a:chExt cx="1872343" cy="2596881"/>
          </a:xfrm>
        </p:grpSpPr>
        <p:sp>
          <p:nvSpPr>
            <p:cNvPr id="26" name="Grenzstelle 25">
              <a:extLst>
                <a:ext uri="{FF2B5EF4-FFF2-40B4-BE49-F238E27FC236}">
                  <a16:creationId xmlns:a16="http://schemas.microsoft.com/office/drawing/2014/main" id="{450F2BA9-2B0A-34FB-F1FB-85B4A3B63DB9}"/>
                </a:ext>
              </a:extLst>
            </p:cNvPr>
            <p:cNvSpPr/>
            <p:nvPr/>
          </p:nvSpPr>
          <p:spPr>
            <a:xfrm>
              <a:off x="5648400" y="4251085"/>
              <a:ext cx="1872343" cy="647028"/>
            </a:xfrm>
            <a:prstGeom prst="flowChartTerminator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Scale, Shift</a:t>
              </a:r>
            </a:p>
            <a:p>
              <a:pPr algn="ctr"/>
              <a:endParaRPr lang="en-GB" dirty="0"/>
            </a:p>
          </p:txBody>
        </p:sp>
        <p:sp>
          <p:nvSpPr>
            <p:cNvPr id="27" name="Abgerundetes Rechteck 26">
              <a:extLst>
                <a:ext uri="{FF2B5EF4-FFF2-40B4-BE49-F238E27FC236}">
                  <a16:creationId xmlns:a16="http://schemas.microsoft.com/office/drawing/2014/main" id="{C19FC101-1566-CF79-09D4-E791410B3151}"/>
                </a:ext>
              </a:extLst>
            </p:cNvPr>
            <p:cNvSpPr/>
            <p:nvPr/>
          </p:nvSpPr>
          <p:spPr>
            <a:xfrm>
              <a:off x="5648400" y="3150113"/>
              <a:ext cx="1872343" cy="900091"/>
            </a:xfrm>
            <a:prstGeom prst="round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MLP</a:t>
              </a:r>
            </a:p>
          </p:txBody>
        </p:sp>
        <p:sp>
          <p:nvSpPr>
            <p:cNvPr id="28" name="Grenzstelle 27">
              <a:extLst>
                <a:ext uri="{FF2B5EF4-FFF2-40B4-BE49-F238E27FC236}">
                  <a16:creationId xmlns:a16="http://schemas.microsoft.com/office/drawing/2014/main" id="{CD17E612-E5FA-5A75-85B8-532F246648F0}"/>
                </a:ext>
              </a:extLst>
            </p:cNvPr>
            <p:cNvSpPr/>
            <p:nvPr/>
          </p:nvSpPr>
          <p:spPr>
            <a:xfrm>
              <a:off x="5648400" y="2301232"/>
              <a:ext cx="1872343" cy="648000"/>
            </a:xfrm>
            <a:prstGeom prst="flowChartTerminator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Scale</a:t>
              </a:r>
            </a:p>
            <a:p>
              <a:pPr algn="ctr"/>
              <a:endParaRPr lang="en-GB" dirty="0"/>
            </a:p>
          </p:txBody>
        </p:sp>
      </p:grpSp>
      <p:sp>
        <p:nvSpPr>
          <p:cNvPr id="29" name="Abgerundetes Rechteck 28">
            <a:extLst>
              <a:ext uri="{FF2B5EF4-FFF2-40B4-BE49-F238E27FC236}">
                <a16:creationId xmlns:a16="http://schemas.microsoft.com/office/drawing/2014/main" id="{E5F5B7AE-3BA5-4174-F520-DC59948FAD54}"/>
              </a:ext>
            </a:extLst>
          </p:cNvPr>
          <p:cNvSpPr/>
          <p:nvPr/>
        </p:nvSpPr>
        <p:spPr>
          <a:xfrm>
            <a:off x="5648400" y="5890864"/>
            <a:ext cx="1872343" cy="900091"/>
          </a:xfrm>
          <a:prstGeom prst="roundRect">
            <a:avLst/>
          </a:prstGeom>
          <a:solidFill>
            <a:schemeClr val="tx2">
              <a:lumMod val="25000"/>
              <a:lumOff val="75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Multi-Head 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Cross-Attention</a:t>
            </a:r>
          </a:p>
        </p:txBody>
      </p:sp>
      <p:cxnSp>
        <p:nvCxnSpPr>
          <p:cNvPr id="38" name="Gerade Verbindung 37">
            <a:extLst>
              <a:ext uri="{FF2B5EF4-FFF2-40B4-BE49-F238E27FC236}">
                <a16:creationId xmlns:a16="http://schemas.microsoft.com/office/drawing/2014/main" id="{7FD0B803-5419-3A68-0B4D-A25CD8A7B7F6}"/>
              </a:ext>
            </a:extLst>
          </p:cNvPr>
          <p:cNvCxnSpPr>
            <a:stCxn id="19" idx="0"/>
          </p:cNvCxnSpPr>
          <p:nvPr/>
        </p:nvCxnSpPr>
        <p:spPr>
          <a:xfrm flipH="1" flipV="1">
            <a:off x="6584571" y="10355388"/>
            <a:ext cx="1293" cy="758759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39">
            <a:extLst>
              <a:ext uri="{FF2B5EF4-FFF2-40B4-BE49-F238E27FC236}">
                <a16:creationId xmlns:a16="http://schemas.microsoft.com/office/drawing/2014/main" id="{C69D3D29-4EB9-1936-DBC9-EC2089CDB130}"/>
              </a:ext>
            </a:extLst>
          </p:cNvPr>
          <p:cNvCxnSpPr>
            <a:stCxn id="21" idx="0"/>
            <a:endCxn id="24" idx="2"/>
          </p:cNvCxnSpPr>
          <p:nvPr/>
        </p:nvCxnSpPr>
        <p:spPr>
          <a:xfrm flipV="1">
            <a:off x="6584572" y="9532677"/>
            <a:ext cx="0" cy="20088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41">
            <a:extLst>
              <a:ext uri="{FF2B5EF4-FFF2-40B4-BE49-F238E27FC236}">
                <a16:creationId xmlns:a16="http://schemas.microsoft.com/office/drawing/2014/main" id="{81499602-5062-7EB4-C3B5-5CF2015345F8}"/>
              </a:ext>
            </a:extLst>
          </p:cNvPr>
          <p:cNvCxnSpPr>
            <a:cxnSpLocks/>
            <a:stCxn id="24" idx="0"/>
            <a:endCxn id="25" idx="2"/>
          </p:cNvCxnSpPr>
          <p:nvPr/>
        </p:nvCxnSpPr>
        <p:spPr>
          <a:xfrm flipV="1">
            <a:off x="6584572" y="8431705"/>
            <a:ext cx="0" cy="20088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44">
            <a:extLst>
              <a:ext uri="{FF2B5EF4-FFF2-40B4-BE49-F238E27FC236}">
                <a16:creationId xmlns:a16="http://schemas.microsoft.com/office/drawing/2014/main" id="{21F3AE38-B119-4261-13D9-22D808A7B6CD}"/>
              </a:ext>
            </a:extLst>
          </p:cNvPr>
          <p:cNvCxnSpPr>
            <a:cxnSpLocks/>
            <a:stCxn id="51" idx="0"/>
            <a:endCxn id="29" idx="2"/>
          </p:cNvCxnSpPr>
          <p:nvPr/>
        </p:nvCxnSpPr>
        <p:spPr>
          <a:xfrm flipV="1">
            <a:off x="6584400" y="6790955"/>
            <a:ext cx="172" cy="36983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46">
            <a:extLst>
              <a:ext uri="{FF2B5EF4-FFF2-40B4-BE49-F238E27FC236}">
                <a16:creationId xmlns:a16="http://schemas.microsoft.com/office/drawing/2014/main" id="{8D4AA7CD-C326-FAA3-A940-8FA74D4A06FF}"/>
              </a:ext>
            </a:extLst>
          </p:cNvPr>
          <p:cNvCxnSpPr>
            <a:cxnSpLocks/>
            <a:stCxn id="50" idx="0"/>
          </p:cNvCxnSpPr>
          <p:nvPr/>
        </p:nvCxnSpPr>
        <p:spPr>
          <a:xfrm flipV="1">
            <a:off x="6584400" y="4898113"/>
            <a:ext cx="171" cy="368687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A6555405-7687-E75D-E047-03533B53D166}"/>
              </a:ext>
            </a:extLst>
          </p:cNvPr>
          <p:cNvSpPr/>
          <p:nvPr/>
        </p:nvSpPr>
        <p:spPr>
          <a:xfrm>
            <a:off x="6458400" y="5266800"/>
            <a:ext cx="252000" cy="2520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4ECE0D2-A1D7-5164-9F4F-D23F1C0BAE78}"/>
              </a:ext>
            </a:extLst>
          </p:cNvPr>
          <p:cNvSpPr/>
          <p:nvPr/>
        </p:nvSpPr>
        <p:spPr>
          <a:xfrm>
            <a:off x="6458400" y="7160785"/>
            <a:ext cx="252000" cy="2520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2F2BF1D0-16F5-8324-1C50-73A038385CAA}"/>
              </a:ext>
            </a:extLst>
          </p:cNvPr>
          <p:cNvCxnSpPr>
            <a:cxnSpLocks/>
          </p:cNvCxnSpPr>
          <p:nvPr/>
        </p:nvCxnSpPr>
        <p:spPr>
          <a:xfrm>
            <a:off x="5021451" y="7286785"/>
            <a:ext cx="1436949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60">
            <a:extLst>
              <a:ext uri="{FF2B5EF4-FFF2-40B4-BE49-F238E27FC236}">
                <a16:creationId xmlns:a16="http://schemas.microsoft.com/office/drawing/2014/main" id="{3FB4DB6E-4D98-82B9-EECD-4C27E20B9F07}"/>
              </a:ext>
            </a:extLst>
          </p:cNvPr>
          <p:cNvCxnSpPr/>
          <p:nvPr/>
        </p:nvCxnSpPr>
        <p:spPr>
          <a:xfrm>
            <a:off x="5021451" y="7286785"/>
            <a:ext cx="0" cy="339051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62">
            <a:extLst>
              <a:ext uri="{FF2B5EF4-FFF2-40B4-BE49-F238E27FC236}">
                <a16:creationId xmlns:a16="http://schemas.microsoft.com/office/drawing/2014/main" id="{8120E960-D393-1C39-E71F-0C9393D914E0}"/>
              </a:ext>
            </a:extLst>
          </p:cNvPr>
          <p:cNvCxnSpPr/>
          <p:nvPr/>
        </p:nvCxnSpPr>
        <p:spPr>
          <a:xfrm>
            <a:off x="5021451" y="10734767"/>
            <a:ext cx="156294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F5FC1D86-F95E-A01B-1591-E6A83BFC1F2C}"/>
              </a:ext>
            </a:extLst>
          </p:cNvPr>
          <p:cNvCxnSpPr>
            <a:cxnSpLocks/>
          </p:cNvCxnSpPr>
          <p:nvPr/>
        </p:nvCxnSpPr>
        <p:spPr>
          <a:xfrm>
            <a:off x="5021450" y="5377300"/>
            <a:ext cx="1436949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64">
            <a:extLst>
              <a:ext uri="{FF2B5EF4-FFF2-40B4-BE49-F238E27FC236}">
                <a16:creationId xmlns:a16="http://schemas.microsoft.com/office/drawing/2014/main" id="{DA991DF2-822D-ACA2-0F1E-6CDB9CEC14A3}"/>
              </a:ext>
            </a:extLst>
          </p:cNvPr>
          <p:cNvCxnSpPr/>
          <p:nvPr/>
        </p:nvCxnSpPr>
        <p:spPr>
          <a:xfrm>
            <a:off x="5021451" y="6950598"/>
            <a:ext cx="156294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65">
            <a:extLst>
              <a:ext uri="{FF2B5EF4-FFF2-40B4-BE49-F238E27FC236}">
                <a16:creationId xmlns:a16="http://schemas.microsoft.com/office/drawing/2014/main" id="{349214CD-F77D-504E-EBC5-6D50CADE66E0}"/>
              </a:ext>
            </a:extLst>
          </p:cNvPr>
          <p:cNvCxnSpPr>
            <a:cxnSpLocks/>
          </p:cNvCxnSpPr>
          <p:nvPr/>
        </p:nvCxnSpPr>
        <p:spPr>
          <a:xfrm>
            <a:off x="5018867" y="5377300"/>
            <a:ext cx="2583" cy="15732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6FDDDA81-425B-196D-30E3-F00F36FCECF1}"/>
              </a:ext>
            </a:extLst>
          </p:cNvPr>
          <p:cNvCxnSpPr>
            <a:cxnSpLocks/>
          </p:cNvCxnSpPr>
          <p:nvPr/>
        </p:nvCxnSpPr>
        <p:spPr>
          <a:xfrm>
            <a:off x="5018867" y="1686415"/>
            <a:ext cx="1436949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Gerade Verbindung 68">
            <a:extLst>
              <a:ext uri="{FF2B5EF4-FFF2-40B4-BE49-F238E27FC236}">
                <a16:creationId xmlns:a16="http://schemas.microsoft.com/office/drawing/2014/main" id="{557E6559-4FAA-20D7-B04E-9DAD9D99073A}"/>
              </a:ext>
            </a:extLst>
          </p:cNvPr>
          <p:cNvCxnSpPr/>
          <p:nvPr/>
        </p:nvCxnSpPr>
        <p:spPr>
          <a:xfrm>
            <a:off x="5018867" y="1686415"/>
            <a:ext cx="0" cy="339051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69">
            <a:extLst>
              <a:ext uri="{FF2B5EF4-FFF2-40B4-BE49-F238E27FC236}">
                <a16:creationId xmlns:a16="http://schemas.microsoft.com/office/drawing/2014/main" id="{D73A4BB8-B8F4-CF2C-A2FA-2493EFA47745}"/>
              </a:ext>
            </a:extLst>
          </p:cNvPr>
          <p:cNvCxnSpPr/>
          <p:nvPr/>
        </p:nvCxnSpPr>
        <p:spPr>
          <a:xfrm>
            <a:off x="5018867" y="5134397"/>
            <a:ext cx="156294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1B1B6559-9B84-476D-9DD7-42A337E4AD37}"/>
              </a:ext>
            </a:extLst>
          </p:cNvPr>
          <p:cNvSpPr/>
          <p:nvPr/>
        </p:nvSpPr>
        <p:spPr>
          <a:xfrm>
            <a:off x="6455816" y="1560415"/>
            <a:ext cx="252000" cy="25200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76" name="Gerade Verbindung 75">
            <a:extLst>
              <a:ext uri="{FF2B5EF4-FFF2-40B4-BE49-F238E27FC236}">
                <a16:creationId xmlns:a16="http://schemas.microsoft.com/office/drawing/2014/main" id="{59B3A5B2-D7ED-EF8C-EB1D-38D8511E5AD4}"/>
              </a:ext>
            </a:extLst>
          </p:cNvPr>
          <p:cNvCxnSpPr>
            <a:endCxn id="27" idx="2"/>
          </p:cNvCxnSpPr>
          <p:nvPr/>
        </p:nvCxnSpPr>
        <p:spPr>
          <a:xfrm flipV="1">
            <a:off x="6581816" y="4050204"/>
            <a:ext cx="2756" cy="20088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Gerade Verbindung 77">
            <a:extLst>
              <a:ext uri="{FF2B5EF4-FFF2-40B4-BE49-F238E27FC236}">
                <a16:creationId xmlns:a16="http://schemas.microsoft.com/office/drawing/2014/main" id="{F4F99BDD-A0FA-96FE-CB47-B97D01ECEFA1}"/>
              </a:ext>
            </a:extLst>
          </p:cNvPr>
          <p:cNvCxnSpPr>
            <a:stCxn id="27" idx="0"/>
            <a:endCxn id="28" idx="2"/>
          </p:cNvCxnSpPr>
          <p:nvPr/>
        </p:nvCxnSpPr>
        <p:spPr>
          <a:xfrm flipV="1">
            <a:off x="6584572" y="2949232"/>
            <a:ext cx="0" cy="20088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715D8223-12E5-51AC-4F5C-88DC29F45D36}"/>
              </a:ext>
            </a:extLst>
          </p:cNvPr>
          <p:cNvCxnSpPr>
            <a:stCxn id="28" idx="0"/>
          </p:cNvCxnSpPr>
          <p:nvPr/>
        </p:nvCxnSpPr>
        <p:spPr>
          <a:xfrm flipH="1" flipV="1">
            <a:off x="6581816" y="1812415"/>
            <a:ext cx="2756" cy="48881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8D15BDD6-78CE-3B3E-AEDD-8599F2FA0107}"/>
              </a:ext>
            </a:extLst>
          </p:cNvPr>
          <p:cNvCxnSpPr>
            <a:stCxn id="74" idx="0"/>
          </p:cNvCxnSpPr>
          <p:nvPr/>
        </p:nvCxnSpPr>
        <p:spPr>
          <a:xfrm flipV="1">
            <a:off x="6581816" y="1237810"/>
            <a:ext cx="0" cy="32260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4E43CB53-25D5-8A7C-0DC2-AF8FA5F3E45B}"/>
              </a:ext>
            </a:extLst>
          </p:cNvPr>
          <p:cNvCxnSpPr>
            <a:cxnSpLocks/>
            <a:endCxn id="28" idx="3"/>
          </p:cNvCxnSpPr>
          <p:nvPr/>
        </p:nvCxnSpPr>
        <p:spPr>
          <a:xfrm flipH="1" flipV="1">
            <a:off x="7520743" y="2625232"/>
            <a:ext cx="187234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Bogen 85">
            <a:extLst>
              <a:ext uri="{FF2B5EF4-FFF2-40B4-BE49-F238E27FC236}">
                <a16:creationId xmlns:a16="http://schemas.microsoft.com/office/drawing/2014/main" id="{05775728-B47C-346D-A709-AE2543563B71}"/>
              </a:ext>
            </a:extLst>
          </p:cNvPr>
          <p:cNvSpPr/>
          <p:nvPr/>
        </p:nvSpPr>
        <p:spPr>
          <a:xfrm>
            <a:off x="9030635" y="2625232"/>
            <a:ext cx="720000" cy="720000"/>
          </a:xfrm>
          <a:prstGeom prst="arc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2DDB2DDB-C6E5-D3F3-16A2-452CE47E5C3B}"/>
              </a:ext>
            </a:extLst>
          </p:cNvPr>
          <p:cNvCxnSpPr>
            <a:cxnSpLocks/>
          </p:cNvCxnSpPr>
          <p:nvPr/>
        </p:nvCxnSpPr>
        <p:spPr>
          <a:xfrm flipH="1" flipV="1">
            <a:off x="7529681" y="10057072"/>
            <a:ext cx="187234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Bogen 87">
            <a:extLst>
              <a:ext uri="{FF2B5EF4-FFF2-40B4-BE49-F238E27FC236}">
                <a16:creationId xmlns:a16="http://schemas.microsoft.com/office/drawing/2014/main" id="{6D1C1F32-5216-DA3D-0A53-40E8AF9E68B7}"/>
              </a:ext>
            </a:extLst>
          </p:cNvPr>
          <p:cNvSpPr/>
          <p:nvPr/>
        </p:nvSpPr>
        <p:spPr>
          <a:xfrm rot="5400000">
            <a:off x="9033086" y="9339108"/>
            <a:ext cx="720000" cy="720000"/>
          </a:xfrm>
          <a:prstGeom prst="arc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0" name="Gerade Verbindung 89">
            <a:extLst>
              <a:ext uri="{FF2B5EF4-FFF2-40B4-BE49-F238E27FC236}">
                <a16:creationId xmlns:a16="http://schemas.microsoft.com/office/drawing/2014/main" id="{B8D89877-04CB-468B-8832-8BF462789BEC}"/>
              </a:ext>
            </a:extLst>
          </p:cNvPr>
          <p:cNvCxnSpPr>
            <a:endCxn id="88" idx="0"/>
          </p:cNvCxnSpPr>
          <p:nvPr/>
        </p:nvCxnSpPr>
        <p:spPr>
          <a:xfrm>
            <a:off x="9753086" y="2979885"/>
            <a:ext cx="0" cy="6719223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73E1D8CE-96AE-4898-FB48-E00672F869A7}"/>
              </a:ext>
            </a:extLst>
          </p:cNvPr>
          <p:cNvCxnSpPr/>
          <p:nvPr/>
        </p:nvCxnSpPr>
        <p:spPr>
          <a:xfrm flipH="1">
            <a:off x="7529681" y="4574599"/>
            <a:ext cx="222095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C748DB6F-2CE3-9500-4270-0D2132485E61}"/>
              </a:ext>
            </a:extLst>
          </p:cNvPr>
          <p:cNvCxnSpPr>
            <a:endCxn id="25" idx="3"/>
          </p:cNvCxnSpPr>
          <p:nvPr/>
        </p:nvCxnSpPr>
        <p:spPr>
          <a:xfrm flipH="1">
            <a:off x="7520743" y="8107705"/>
            <a:ext cx="222989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Abgerundetes Rechteck 94">
            <a:extLst>
              <a:ext uri="{FF2B5EF4-FFF2-40B4-BE49-F238E27FC236}">
                <a16:creationId xmlns:a16="http://schemas.microsoft.com/office/drawing/2014/main" id="{ED8F683E-E6D3-D1FB-A704-5801BD1CAE4C}"/>
              </a:ext>
            </a:extLst>
          </p:cNvPr>
          <p:cNvSpPr/>
          <p:nvPr/>
        </p:nvSpPr>
        <p:spPr>
          <a:xfrm rot="16200000">
            <a:off x="9545725" y="6171132"/>
            <a:ext cx="1189475" cy="336726"/>
          </a:xfrm>
          <a:prstGeom prst="roundRect">
            <a:avLst/>
          </a:prstGeom>
          <a:solidFill>
            <a:srgbClr val="F2F2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MLP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Abgerundetes Rechteck 95">
                <a:extLst>
                  <a:ext uri="{FF2B5EF4-FFF2-40B4-BE49-F238E27FC236}">
                    <a16:creationId xmlns:a16="http://schemas.microsoft.com/office/drawing/2014/main" id="{112BB48D-85F9-514F-720B-427F254EC322}"/>
                  </a:ext>
                </a:extLst>
              </p:cNvPr>
              <p:cNvSpPr/>
              <p:nvPr/>
            </p:nvSpPr>
            <p:spPr>
              <a:xfrm rot="16200000">
                <a:off x="10101464" y="6171131"/>
                <a:ext cx="1189475" cy="336726"/>
              </a:xfrm>
              <a:prstGeom prst="roundRect">
                <a:avLst/>
              </a:prstGeom>
              <a:solidFill>
                <a:srgbClr val="D97D8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Time </a:t>
                </a:r>
                <a14:m>
                  <m:oMath xmlns:m="http://schemas.openxmlformats.org/officeDocument/2006/math"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6" name="Abgerundetes Rechteck 95">
                <a:extLst>
                  <a:ext uri="{FF2B5EF4-FFF2-40B4-BE49-F238E27FC236}">
                    <a16:creationId xmlns:a16="http://schemas.microsoft.com/office/drawing/2014/main" id="{2F6C5C59-828A-3BA0-6E06-38452A29AD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101464" y="6171131"/>
                <a:ext cx="1189475" cy="336726"/>
              </a:xfrm>
              <a:prstGeom prst="roundRect">
                <a:avLst/>
              </a:prstGeom>
              <a:blipFill>
                <a:blip r:embed="rId4"/>
                <a:stretch>
                  <a:fillRect l="-10345" r="-275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Gerade Verbindung 97">
            <a:extLst>
              <a:ext uri="{FF2B5EF4-FFF2-40B4-BE49-F238E27FC236}">
                <a16:creationId xmlns:a16="http://schemas.microsoft.com/office/drawing/2014/main" id="{D1A7AA8F-0E98-3740-B723-635F7712694D}"/>
              </a:ext>
            </a:extLst>
          </p:cNvPr>
          <p:cNvCxnSpPr>
            <a:stCxn id="96" idx="0"/>
            <a:endCxn id="95" idx="2"/>
          </p:cNvCxnSpPr>
          <p:nvPr/>
        </p:nvCxnSpPr>
        <p:spPr>
          <a:xfrm flipH="1">
            <a:off x="10308826" y="6339494"/>
            <a:ext cx="219013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 Verbindung 99">
            <a:extLst>
              <a:ext uri="{FF2B5EF4-FFF2-40B4-BE49-F238E27FC236}">
                <a16:creationId xmlns:a16="http://schemas.microsoft.com/office/drawing/2014/main" id="{AE322495-0760-C797-C74D-346A1F064352}"/>
              </a:ext>
            </a:extLst>
          </p:cNvPr>
          <p:cNvCxnSpPr>
            <a:stCxn id="95" idx="0"/>
          </p:cNvCxnSpPr>
          <p:nvPr/>
        </p:nvCxnSpPr>
        <p:spPr>
          <a:xfrm flipH="1" flipV="1">
            <a:off x="9750635" y="6339494"/>
            <a:ext cx="221465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rapez 102">
            <a:extLst>
              <a:ext uri="{FF2B5EF4-FFF2-40B4-BE49-F238E27FC236}">
                <a16:creationId xmlns:a16="http://schemas.microsoft.com/office/drawing/2014/main" id="{45DCB71D-98DD-0FBD-7DE0-1C16FCC3677C}"/>
              </a:ext>
            </a:extLst>
          </p:cNvPr>
          <p:cNvSpPr/>
          <p:nvPr/>
        </p:nvSpPr>
        <p:spPr>
          <a:xfrm rot="10800000">
            <a:off x="2252297" y="4000666"/>
            <a:ext cx="1051247" cy="848310"/>
          </a:xfrm>
          <a:prstGeom prst="trapezoid">
            <a:avLst/>
          </a:prstGeom>
          <a:solidFill>
            <a:schemeClr val="accent1">
              <a:alpha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B3217DE7-1DF1-0922-DB6C-8C123537073E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2779200" y="9098478"/>
            <a:ext cx="23" cy="43379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Gerade Verbindung 114">
            <a:extLst>
              <a:ext uri="{FF2B5EF4-FFF2-40B4-BE49-F238E27FC236}">
                <a16:creationId xmlns:a16="http://schemas.microsoft.com/office/drawing/2014/main" id="{3C7C4437-D8CA-0095-FB79-2AA1142F5DBC}"/>
              </a:ext>
            </a:extLst>
          </p:cNvPr>
          <p:cNvCxnSpPr>
            <a:cxnSpLocks/>
            <a:stCxn id="103" idx="0"/>
          </p:cNvCxnSpPr>
          <p:nvPr/>
        </p:nvCxnSpPr>
        <p:spPr>
          <a:xfrm>
            <a:off x="2777920" y="4848976"/>
            <a:ext cx="0" cy="1490518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12543585-7CC2-B0D4-D7EB-AE75758575A5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2777919" y="6340910"/>
            <a:ext cx="287048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Gerade Verbindung mit Pfeil 122">
            <a:extLst>
              <a:ext uri="{FF2B5EF4-FFF2-40B4-BE49-F238E27FC236}">
                <a16:creationId xmlns:a16="http://schemas.microsoft.com/office/drawing/2014/main" id="{F92016E6-F3EC-EACD-A130-325D39E79981}"/>
              </a:ext>
            </a:extLst>
          </p:cNvPr>
          <p:cNvCxnSpPr>
            <a:stCxn id="25" idx="0"/>
            <a:endCxn id="51" idx="4"/>
          </p:cNvCxnSpPr>
          <p:nvPr/>
        </p:nvCxnSpPr>
        <p:spPr>
          <a:xfrm flipH="1" flipV="1">
            <a:off x="6584400" y="7412785"/>
            <a:ext cx="172" cy="37092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Gerade Verbindung mit Pfeil 124">
            <a:extLst>
              <a:ext uri="{FF2B5EF4-FFF2-40B4-BE49-F238E27FC236}">
                <a16:creationId xmlns:a16="http://schemas.microsoft.com/office/drawing/2014/main" id="{813817D0-B363-E24A-77B6-4DCA8F322CA9}"/>
              </a:ext>
            </a:extLst>
          </p:cNvPr>
          <p:cNvCxnSpPr>
            <a:endCxn id="50" idx="4"/>
          </p:cNvCxnSpPr>
          <p:nvPr/>
        </p:nvCxnSpPr>
        <p:spPr>
          <a:xfrm flipV="1">
            <a:off x="6581816" y="5518800"/>
            <a:ext cx="2584" cy="35418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feld 125">
            <a:extLst>
              <a:ext uri="{FF2B5EF4-FFF2-40B4-BE49-F238E27FC236}">
                <a16:creationId xmlns:a16="http://schemas.microsoft.com/office/drawing/2014/main" id="{A9F7204C-87DC-343F-9580-D5598C0F087E}"/>
              </a:ext>
            </a:extLst>
          </p:cNvPr>
          <p:cNvSpPr txBox="1"/>
          <p:nvPr/>
        </p:nvSpPr>
        <p:spPr>
          <a:xfrm>
            <a:off x="9943671" y="5069634"/>
            <a:ext cx="12202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Shared by</a:t>
            </a:r>
          </a:p>
          <a:p>
            <a:r>
              <a:rPr lang="en-GB" b="1" i="1" dirty="0"/>
              <a:t>N</a:t>
            </a:r>
            <a:r>
              <a:rPr lang="en-GB" b="1" dirty="0"/>
              <a:t> blocks</a:t>
            </a:r>
          </a:p>
        </p:txBody>
      </p:sp>
      <p:sp>
        <p:nvSpPr>
          <p:cNvPr id="127" name="Textfeld 126">
            <a:extLst>
              <a:ext uri="{FF2B5EF4-FFF2-40B4-BE49-F238E27FC236}">
                <a16:creationId xmlns:a16="http://schemas.microsoft.com/office/drawing/2014/main" id="{091B0A72-40DB-0C79-050F-91524DFDFD13}"/>
              </a:ext>
            </a:extLst>
          </p:cNvPr>
          <p:cNvSpPr txBox="1"/>
          <p:nvPr/>
        </p:nvSpPr>
        <p:spPr>
          <a:xfrm>
            <a:off x="7117325" y="11207652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Noised latent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feld 127">
                <a:extLst>
                  <a:ext uri="{FF2B5EF4-FFF2-40B4-BE49-F238E27FC236}">
                    <a16:creationId xmlns:a16="http://schemas.microsoft.com/office/drawing/2014/main" id="{F08AA9B3-EF2E-0044-C08F-C704A7A5A527}"/>
                  </a:ext>
                </a:extLst>
              </p:cNvPr>
              <p:cNvSpPr txBox="1"/>
              <p:nvPr/>
            </p:nvSpPr>
            <p:spPr>
              <a:xfrm>
                <a:off x="4507720" y="1029164"/>
                <a:ext cx="1053815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GB" dirty="0"/>
                  <a:t> block</a:t>
                </a:r>
              </a:p>
            </p:txBody>
          </p:sp>
        </mc:Choice>
        <mc:Fallback xmlns="">
          <p:sp>
            <p:nvSpPr>
              <p:cNvPr id="128" name="Textfeld 127">
                <a:extLst>
                  <a:ext uri="{FF2B5EF4-FFF2-40B4-BE49-F238E27FC236}">
                    <a16:creationId xmlns:a16="http://schemas.microsoft.com/office/drawing/2014/main" id="{9B2D8B46-33CD-3F21-0B65-A60CC9F79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720" y="1029164"/>
                <a:ext cx="1053815" cy="374270"/>
              </a:xfrm>
              <a:prstGeom prst="rect">
                <a:avLst/>
              </a:prstGeom>
              <a:blipFill>
                <a:blip r:embed="rId5"/>
                <a:stretch>
                  <a:fillRect t="-10000" r="-4762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feld 128">
                <a:extLst>
                  <a:ext uri="{FF2B5EF4-FFF2-40B4-BE49-F238E27FC236}">
                    <a16:creationId xmlns:a16="http://schemas.microsoft.com/office/drawing/2014/main" id="{DF63FF75-AEE6-8637-2AE8-6BC5D91DB5DB}"/>
                  </a:ext>
                </a:extLst>
              </p:cNvPr>
              <p:cNvSpPr txBox="1"/>
              <p:nvPr/>
            </p:nvSpPr>
            <p:spPr>
              <a:xfrm>
                <a:off x="2484718" y="4170412"/>
                <a:ext cx="59984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29" name="Textfeld 128">
                <a:extLst>
                  <a:ext uri="{FF2B5EF4-FFF2-40B4-BE49-F238E27FC236}">
                    <a16:creationId xmlns:a16="http://schemas.microsoft.com/office/drawing/2014/main" id="{958E1031-0E27-C2FC-142A-C3184493C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718" y="4170412"/>
                <a:ext cx="59984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feld 129">
                <a:extLst>
                  <a:ext uri="{FF2B5EF4-FFF2-40B4-BE49-F238E27FC236}">
                    <a16:creationId xmlns:a16="http://schemas.microsoft.com/office/drawing/2014/main" id="{ABEBFEE3-53F0-BD78-E335-95C90B418974}"/>
                  </a:ext>
                </a:extLst>
              </p:cNvPr>
              <p:cNvSpPr txBox="1"/>
              <p:nvPr/>
            </p:nvSpPr>
            <p:spPr>
              <a:xfrm>
                <a:off x="2522028" y="9574272"/>
                <a:ext cx="50391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30" name="Textfeld 129">
                <a:extLst>
                  <a:ext uri="{FF2B5EF4-FFF2-40B4-BE49-F238E27FC236}">
                    <a16:creationId xmlns:a16="http://schemas.microsoft.com/office/drawing/2014/main" id="{3FDCF23D-B960-4853-3C17-04A7594DB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028" y="9574272"/>
                <a:ext cx="503919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Textfeld 131">
            <a:extLst>
              <a:ext uri="{FF2B5EF4-FFF2-40B4-BE49-F238E27FC236}">
                <a16:creationId xmlns:a16="http://schemas.microsoft.com/office/drawing/2014/main" id="{6D4B2F36-98F1-375A-EA3E-07BC667772C5}"/>
              </a:ext>
            </a:extLst>
          </p:cNvPr>
          <p:cNvSpPr txBox="1"/>
          <p:nvPr/>
        </p:nvSpPr>
        <p:spPr>
          <a:xfrm>
            <a:off x="8033586" y="1008247"/>
            <a:ext cx="5929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4000" dirty="0">
                <a:effectLst/>
                <a:latin typeface="Apple Color Emoji" pitchFamily="2" charset="0"/>
              </a:rPr>
              <a:t>🔥</a:t>
            </a:r>
          </a:p>
        </p:txBody>
      </p:sp>
      <p:sp>
        <p:nvSpPr>
          <p:cNvPr id="133" name="Textfeld 132">
            <a:extLst>
              <a:ext uri="{FF2B5EF4-FFF2-40B4-BE49-F238E27FC236}">
                <a16:creationId xmlns:a16="http://schemas.microsoft.com/office/drawing/2014/main" id="{08C5CA16-4397-B8D0-64C7-DC5157B3280E}"/>
              </a:ext>
            </a:extLst>
          </p:cNvPr>
          <p:cNvSpPr txBox="1"/>
          <p:nvPr/>
        </p:nvSpPr>
        <p:spPr>
          <a:xfrm>
            <a:off x="9786313" y="5583267"/>
            <a:ext cx="592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pple Color Emoji" pitchFamily="2" charset="0"/>
              </a:rPr>
              <a:t>🔥</a:t>
            </a:r>
          </a:p>
        </p:txBody>
      </p:sp>
      <p:sp>
        <p:nvSpPr>
          <p:cNvPr id="135" name="Textfeld 134">
            <a:extLst>
              <a:ext uri="{FF2B5EF4-FFF2-40B4-BE49-F238E27FC236}">
                <a16:creationId xmlns:a16="http://schemas.microsoft.com/office/drawing/2014/main" id="{A6CC4FBF-046C-1366-AE55-800FC0B9F135}"/>
              </a:ext>
            </a:extLst>
          </p:cNvPr>
          <p:cNvSpPr txBox="1"/>
          <p:nvPr/>
        </p:nvSpPr>
        <p:spPr>
          <a:xfrm>
            <a:off x="3041038" y="3777650"/>
            <a:ext cx="4786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/>
              <a:t>❄️</a:t>
            </a:r>
          </a:p>
        </p:txBody>
      </p:sp>
      <p:sp>
        <p:nvSpPr>
          <p:cNvPr id="136" name="Textfeld 135">
            <a:extLst>
              <a:ext uri="{FF2B5EF4-FFF2-40B4-BE49-F238E27FC236}">
                <a16:creationId xmlns:a16="http://schemas.microsoft.com/office/drawing/2014/main" id="{39097C18-52C5-E11F-E3BC-F4DA0855B40F}"/>
              </a:ext>
            </a:extLst>
          </p:cNvPr>
          <p:cNvSpPr txBox="1"/>
          <p:nvPr/>
        </p:nvSpPr>
        <p:spPr>
          <a:xfrm>
            <a:off x="3028682" y="9326453"/>
            <a:ext cx="4786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/>
              <a:t>❄️</a:t>
            </a:r>
          </a:p>
        </p:txBody>
      </p:sp>
      <p:sp>
        <p:nvSpPr>
          <p:cNvPr id="137" name="Textfeld 136">
            <a:extLst>
              <a:ext uri="{FF2B5EF4-FFF2-40B4-BE49-F238E27FC236}">
                <a16:creationId xmlns:a16="http://schemas.microsoft.com/office/drawing/2014/main" id="{BFD97225-9C8B-1042-30EC-7407F9E3B83D}"/>
              </a:ext>
            </a:extLst>
          </p:cNvPr>
          <p:cNvSpPr txBox="1"/>
          <p:nvPr/>
        </p:nvSpPr>
        <p:spPr>
          <a:xfrm>
            <a:off x="3193438" y="11831394"/>
            <a:ext cx="4786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/>
              <a:t>❄️</a:t>
            </a:r>
          </a:p>
        </p:txBody>
      </p:sp>
      <p:sp>
        <p:nvSpPr>
          <p:cNvPr id="138" name="Textfeld 137">
            <a:extLst>
              <a:ext uri="{FF2B5EF4-FFF2-40B4-BE49-F238E27FC236}">
                <a16:creationId xmlns:a16="http://schemas.microsoft.com/office/drawing/2014/main" id="{16463047-2D5C-1588-1DBE-0398D95DC86F}"/>
              </a:ext>
            </a:extLst>
          </p:cNvPr>
          <p:cNvSpPr txBox="1"/>
          <p:nvPr/>
        </p:nvSpPr>
        <p:spPr>
          <a:xfrm>
            <a:off x="3754800" y="11887763"/>
            <a:ext cx="2036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Frozen Parameters</a:t>
            </a:r>
          </a:p>
        </p:txBody>
      </p:sp>
      <p:sp>
        <p:nvSpPr>
          <p:cNvPr id="139" name="Textfeld 138">
            <a:extLst>
              <a:ext uri="{FF2B5EF4-FFF2-40B4-BE49-F238E27FC236}">
                <a16:creationId xmlns:a16="http://schemas.microsoft.com/office/drawing/2014/main" id="{86CF9D87-EDB5-2AD2-3884-ABCEBCD16F76}"/>
              </a:ext>
            </a:extLst>
          </p:cNvPr>
          <p:cNvSpPr txBox="1"/>
          <p:nvPr/>
        </p:nvSpPr>
        <p:spPr>
          <a:xfrm>
            <a:off x="3210882" y="12398597"/>
            <a:ext cx="5929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200" dirty="0">
                <a:effectLst/>
                <a:latin typeface="Apple Color Emoji" pitchFamily="2" charset="0"/>
              </a:rPr>
              <a:t>🔥</a:t>
            </a:r>
          </a:p>
        </p:txBody>
      </p:sp>
      <p:sp>
        <p:nvSpPr>
          <p:cNvPr id="140" name="Textfeld 139">
            <a:extLst>
              <a:ext uri="{FF2B5EF4-FFF2-40B4-BE49-F238E27FC236}">
                <a16:creationId xmlns:a16="http://schemas.microsoft.com/office/drawing/2014/main" id="{D3839544-96B5-8138-5959-F8555708BFC3}"/>
              </a:ext>
            </a:extLst>
          </p:cNvPr>
          <p:cNvSpPr txBox="1"/>
          <p:nvPr/>
        </p:nvSpPr>
        <p:spPr>
          <a:xfrm>
            <a:off x="3754800" y="12388304"/>
            <a:ext cx="2164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Tunable</a:t>
            </a:r>
            <a:r>
              <a:rPr lang="en-GB" dirty="0"/>
              <a:t>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feld 140">
                <a:extLst>
                  <a:ext uri="{FF2B5EF4-FFF2-40B4-BE49-F238E27FC236}">
                    <a16:creationId xmlns:a16="http://schemas.microsoft.com/office/drawing/2014/main" id="{201FCE32-FC32-34A8-E759-CDBFD150AEAE}"/>
                  </a:ext>
                </a:extLst>
              </p:cNvPr>
              <p:cNvSpPr txBox="1"/>
              <p:nvPr/>
            </p:nvSpPr>
            <p:spPr>
              <a:xfrm>
                <a:off x="8776135" y="1057147"/>
                <a:ext cx="7865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de-DE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GB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1" name="Textfeld 140">
                <a:extLst>
                  <a:ext uri="{FF2B5EF4-FFF2-40B4-BE49-F238E27FC236}">
                    <a16:creationId xmlns:a16="http://schemas.microsoft.com/office/drawing/2014/main" id="{B7CA4DFD-AFA3-C7DC-1F41-C4FE10E16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6135" y="1057147"/>
                <a:ext cx="78656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feld 141">
                <a:extLst>
                  <a:ext uri="{FF2B5EF4-FFF2-40B4-BE49-F238E27FC236}">
                    <a16:creationId xmlns:a16="http://schemas.microsoft.com/office/drawing/2014/main" id="{24115F28-661D-3A98-A99F-CDE71A3B00D8}"/>
                  </a:ext>
                </a:extLst>
              </p:cNvPr>
              <p:cNvSpPr txBox="1"/>
              <p:nvPr/>
            </p:nvSpPr>
            <p:spPr>
              <a:xfrm>
                <a:off x="6055200" y="2601923"/>
                <a:ext cx="11573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2" name="Textfeld 141">
                <a:extLst>
                  <a:ext uri="{FF2B5EF4-FFF2-40B4-BE49-F238E27FC236}">
                    <a16:creationId xmlns:a16="http://schemas.microsoft.com/office/drawing/2014/main" id="{1F84BFFC-9701-F253-7535-6D8A1BD56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5200" y="2601923"/>
                <a:ext cx="1157368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feld 143">
                <a:extLst>
                  <a:ext uri="{FF2B5EF4-FFF2-40B4-BE49-F238E27FC236}">
                    <a16:creationId xmlns:a16="http://schemas.microsoft.com/office/drawing/2014/main" id="{25EE0BBA-2E73-176C-D50C-A49DB482D5B6}"/>
                  </a:ext>
                </a:extLst>
              </p:cNvPr>
              <p:cNvSpPr txBox="1"/>
              <p:nvPr/>
            </p:nvSpPr>
            <p:spPr>
              <a:xfrm>
                <a:off x="6055200" y="8050607"/>
                <a:ext cx="11520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4" name="Textfeld 143">
                <a:extLst>
                  <a:ext uri="{FF2B5EF4-FFF2-40B4-BE49-F238E27FC236}">
                    <a16:creationId xmlns:a16="http://schemas.microsoft.com/office/drawing/2014/main" id="{5F0116B4-1C19-93F7-720F-1AFE3F72F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5200" y="8050607"/>
                <a:ext cx="1152047" cy="369332"/>
              </a:xfrm>
              <a:prstGeom prst="rect">
                <a:avLst/>
              </a:prstGeom>
              <a:blipFill>
                <a:blip r:embed="rId11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feld 144">
                <a:extLst>
                  <a:ext uri="{FF2B5EF4-FFF2-40B4-BE49-F238E27FC236}">
                    <a16:creationId xmlns:a16="http://schemas.microsoft.com/office/drawing/2014/main" id="{614E5678-9C5E-A9B6-14BE-47D7D676FA51}"/>
                  </a:ext>
                </a:extLst>
              </p:cNvPr>
              <p:cNvSpPr txBox="1"/>
              <p:nvPr/>
            </p:nvSpPr>
            <p:spPr>
              <a:xfrm>
                <a:off x="5902498" y="9985412"/>
                <a:ext cx="1457450" cy="404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5" name="Textfeld 144">
                <a:extLst>
                  <a:ext uri="{FF2B5EF4-FFF2-40B4-BE49-F238E27FC236}">
                    <a16:creationId xmlns:a16="http://schemas.microsoft.com/office/drawing/2014/main" id="{49F63D4B-7568-AA42-A99E-5095FC7A4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2498" y="9985412"/>
                <a:ext cx="1457450" cy="404983"/>
              </a:xfrm>
              <a:prstGeom prst="rect">
                <a:avLst/>
              </a:prstGeom>
              <a:blipFill>
                <a:blip r:embed="rId12"/>
                <a:stretch>
                  <a:fillRect b="-156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feld 145">
                <a:extLst>
                  <a:ext uri="{FF2B5EF4-FFF2-40B4-BE49-F238E27FC236}">
                    <a16:creationId xmlns:a16="http://schemas.microsoft.com/office/drawing/2014/main" id="{A5E48E45-FA37-93CA-03AE-47D6A449CA56}"/>
                  </a:ext>
                </a:extLst>
              </p:cNvPr>
              <p:cNvSpPr txBox="1"/>
              <p:nvPr/>
            </p:nvSpPr>
            <p:spPr>
              <a:xfrm>
                <a:off x="5897176" y="4511646"/>
                <a:ext cx="1468094" cy="404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6" name="Textfeld 145">
                <a:extLst>
                  <a:ext uri="{FF2B5EF4-FFF2-40B4-BE49-F238E27FC236}">
                    <a16:creationId xmlns:a16="http://schemas.microsoft.com/office/drawing/2014/main" id="{4AECC5F1-B055-35F9-4D89-A6F0972F0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176" y="4511646"/>
                <a:ext cx="1468094" cy="404983"/>
              </a:xfrm>
              <a:prstGeom prst="rect">
                <a:avLst/>
              </a:prstGeom>
              <a:blipFill>
                <a:blip r:embed="rId13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feld 1">
            <a:extLst>
              <a:ext uri="{FF2B5EF4-FFF2-40B4-BE49-F238E27FC236}">
                <a16:creationId xmlns:a16="http://schemas.microsoft.com/office/drawing/2014/main" id="{2962A159-B88C-B4A5-C82E-31D94BA32811}"/>
              </a:ext>
            </a:extLst>
          </p:cNvPr>
          <p:cNvSpPr txBox="1"/>
          <p:nvPr/>
        </p:nvSpPr>
        <p:spPr>
          <a:xfrm>
            <a:off x="2394998" y="232046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dog</a:t>
            </a:r>
          </a:p>
        </p:txBody>
      </p:sp>
      <p:pic>
        <p:nvPicPr>
          <p:cNvPr id="14" name="Grafik 13" descr="Ein Bild, das Hunderasse, Hund, Säugetier, Haustier enthält.&#10;&#10;KI-generierte Inhalte können fehlerhaft sein.">
            <a:extLst>
              <a:ext uri="{FF2B5EF4-FFF2-40B4-BE49-F238E27FC236}">
                <a16:creationId xmlns:a16="http://schemas.microsoft.com/office/drawing/2014/main" id="{63625D18-9026-9EDA-6115-D614A6F5CE7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37269" y="7897873"/>
            <a:ext cx="1152048" cy="1152048"/>
          </a:xfrm>
          <a:prstGeom prst="rect">
            <a:avLst/>
          </a:prstGeom>
          <a:ln w="31750">
            <a:solidFill>
              <a:schemeClr val="accent1">
                <a:shade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07456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E17FD-ABB5-CF60-728F-B0E0ED05D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7262170-F210-A378-CC2D-4532C0DCEE2F}"/>
              </a:ext>
            </a:extLst>
          </p:cNvPr>
          <p:cNvSpPr txBox="1"/>
          <p:nvPr/>
        </p:nvSpPr>
        <p:spPr>
          <a:xfrm>
            <a:off x="376428" y="7554620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Image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F5DB747-3847-BD8B-7E8E-1F6F3D4B4056}"/>
              </a:ext>
            </a:extLst>
          </p:cNvPr>
          <p:cNvSpPr/>
          <p:nvPr/>
        </p:nvSpPr>
        <p:spPr>
          <a:xfrm>
            <a:off x="5248800" y="6642000"/>
            <a:ext cx="586802" cy="21924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1BC2EB5-30F4-B11C-E8F7-5615FBC8000D}"/>
              </a:ext>
            </a:extLst>
          </p:cNvPr>
          <p:cNvSpPr txBox="1"/>
          <p:nvPr/>
        </p:nvSpPr>
        <p:spPr>
          <a:xfrm rot="16200000">
            <a:off x="4438551" y="7576355"/>
            <a:ext cx="2190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Transformer Block 1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2358208-3374-9EC8-919A-A96D36FBE85B}"/>
              </a:ext>
            </a:extLst>
          </p:cNvPr>
          <p:cNvSpPr txBox="1"/>
          <p:nvPr/>
        </p:nvSpPr>
        <p:spPr>
          <a:xfrm>
            <a:off x="7859294" y="7431642"/>
            <a:ext cx="986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…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A7AA271A-1DF4-E876-C276-62CACB173847}"/>
              </a:ext>
            </a:extLst>
          </p:cNvPr>
          <p:cNvSpPr txBox="1"/>
          <p:nvPr/>
        </p:nvSpPr>
        <p:spPr>
          <a:xfrm>
            <a:off x="182714" y="4725067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Prompt</a:t>
            </a:r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1040136F-9E5D-D2E3-D966-1221AA782D06}"/>
              </a:ext>
            </a:extLst>
          </p:cNvPr>
          <p:cNvCxnSpPr>
            <a:cxnSpLocks/>
          </p:cNvCxnSpPr>
          <p:nvPr/>
        </p:nvCxnSpPr>
        <p:spPr>
          <a:xfrm>
            <a:off x="1171838" y="4917600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hteck 58">
            <a:extLst>
              <a:ext uri="{FF2B5EF4-FFF2-40B4-BE49-F238E27FC236}">
                <a16:creationId xmlns:a16="http://schemas.microsoft.com/office/drawing/2014/main" id="{D9B7AA76-95C3-E4C4-6A44-22321A29E922}"/>
              </a:ext>
            </a:extLst>
          </p:cNvPr>
          <p:cNvSpPr/>
          <p:nvPr/>
        </p:nvSpPr>
        <p:spPr>
          <a:xfrm rot="16200000">
            <a:off x="723600" y="4789133"/>
            <a:ext cx="2192400" cy="2412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Tokenizer</a:t>
            </a:r>
          </a:p>
        </p:txBody>
      </p: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231ECF04-D4AA-0AEB-7A03-6F8984FFFBB3}"/>
              </a:ext>
            </a:extLst>
          </p:cNvPr>
          <p:cNvCxnSpPr>
            <a:cxnSpLocks/>
          </p:cNvCxnSpPr>
          <p:nvPr/>
        </p:nvCxnSpPr>
        <p:spPr>
          <a:xfrm>
            <a:off x="2131200" y="4917600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Rechteck 70">
            <a:extLst>
              <a:ext uri="{FF2B5EF4-FFF2-40B4-BE49-F238E27FC236}">
                <a16:creationId xmlns:a16="http://schemas.microsoft.com/office/drawing/2014/main" id="{995860FA-BA0C-2922-4E5F-E61CD577EA9A}"/>
              </a:ext>
            </a:extLst>
          </p:cNvPr>
          <p:cNvSpPr/>
          <p:nvPr/>
        </p:nvSpPr>
        <p:spPr>
          <a:xfrm rot="16200000">
            <a:off x="1692363" y="4788852"/>
            <a:ext cx="2192400" cy="241762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T5 Encoder</a:t>
            </a:r>
          </a:p>
        </p:txBody>
      </p:sp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7F7B8014-8BBB-9651-CB81-C4DED51AC3B2}"/>
              </a:ext>
            </a:extLst>
          </p:cNvPr>
          <p:cNvCxnSpPr>
            <a:cxnSpLocks/>
          </p:cNvCxnSpPr>
          <p:nvPr/>
        </p:nvCxnSpPr>
        <p:spPr>
          <a:xfrm>
            <a:off x="1190889" y="7760068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E8EDC1C9-8AF7-5C77-D2AC-C96B9D8FFC5C}"/>
              </a:ext>
            </a:extLst>
          </p:cNvPr>
          <p:cNvSpPr txBox="1"/>
          <p:nvPr/>
        </p:nvSpPr>
        <p:spPr>
          <a:xfrm>
            <a:off x="87702" y="2315910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Timestep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8934695-927E-FB2E-FF61-97E4B5647D63}"/>
              </a:ext>
            </a:extLst>
          </p:cNvPr>
          <p:cNvSpPr/>
          <p:nvPr/>
        </p:nvSpPr>
        <p:spPr>
          <a:xfrm rot="16200000">
            <a:off x="722463" y="2343123"/>
            <a:ext cx="2192400" cy="241200"/>
          </a:xfrm>
          <a:prstGeom prst="rect">
            <a:avLst/>
          </a:prstGeom>
          <a:solidFill>
            <a:srgbClr val="D97D8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Timestep Embedding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537F9DBC-8EAE-0A5E-D127-6429F069F181}"/>
              </a:ext>
            </a:extLst>
          </p:cNvPr>
          <p:cNvCxnSpPr>
            <a:cxnSpLocks/>
          </p:cNvCxnSpPr>
          <p:nvPr/>
        </p:nvCxnSpPr>
        <p:spPr>
          <a:xfrm>
            <a:off x="1190889" y="2530800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77B6CCA0-CC5F-CAE8-84B0-FF13DBE5D05B}"/>
              </a:ext>
            </a:extLst>
          </p:cNvPr>
          <p:cNvCxnSpPr>
            <a:cxnSpLocks/>
          </p:cNvCxnSpPr>
          <p:nvPr/>
        </p:nvCxnSpPr>
        <p:spPr>
          <a:xfrm>
            <a:off x="2131200" y="7760572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B582ED16-BCE5-FE88-42C9-F5570EC3ADF2}"/>
              </a:ext>
            </a:extLst>
          </p:cNvPr>
          <p:cNvSpPr/>
          <p:nvPr/>
        </p:nvSpPr>
        <p:spPr>
          <a:xfrm rot="16200000">
            <a:off x="1862796" y="7425821"/>
            <a:ext cx="2192400" cy="5868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Patch Embedding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58420036-CFD3-5B87-C9D8-726F054A42D8}"/>
              </a:ext>
            </a:extLst>
          </p:cNvPr>
          <p:cNvCxnSpPr>
            <a:cxnSpLocks/>
          </p:cNvCxnSpPr>
          <p:nvPr/>
        </p:nvCxnSpPr>
        <p:spPr>
          <a:xfrm>
            <a:off x="3425014" y="7759457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FD93F71F-B8B6-4648-5852-540C316668DD}"/>
              </a:ext>
            </a:extLst>
          </p:cNvPr>
          <p:cNvSpPr/>
          <p:nvPr/>
        </p:nvSpPr>
        <p:spPr>
          <a:xfrm rot="16200000">
            <a:off x="3154832" y="7426800"/>
            <a:ext cx="2192400" cy="5868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Positional Embedding</a:t>
            </a: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573AF383-1A2E-C858-ED02-717B55C387B4}"/>
              </a:ext>
            </a:extLst>
          </p:cNvPr>
          <p:cNvCxnSpPr>
            <a:cxnSpLocks/>
          </p:cNvCxnSpPr>
          <p:nvPr/>
        </p:nvCxnSpPr>
        <p:spPr>
          <a:xfrm>
            <a:off x="4716616" y="7763940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hteck 20">
            <a:extLst>
              <a:ext uri="{FF2B5EF4-FFF2-40B4-BE49-F238E27FC236}">
                <a16:creationId xmlns:a16="http://schemas.microsoft.com/office/drawing/2014/main" id="{6669D5EE-DEA1-E846-BF18-D4CF6288E49D}"/>
              </a:ext>
            </a:extLst>
          </p:cNvPr>
          <p:cNvSpPr/>
          <p:nvPr/>
        </p:nvSpPr>
        <p:spPr>
          <a:xfrm>
            <a:off x="6541706" y="6642000"/>
            <a:ext cx="586802" cy="21909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1EFEC5CA-DB8E-36EE-B4FC-DEBAD36252B7}"/>
              </a:ext>
            </a:extLst>
          </p:cNvPr>
          <p:cNvSpPr txBox="1"/>
          <p:nvPr/>
        </p:nvSpPr>
        <p:spPr>
          <a:xfrm rot="16200000">
            <a:off x="5724801" y="7562108"/>
            <a:ext cx="2190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Transformer Block 2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DABEAA4-EA9B-94E9-7468-00A95BACE298}"/>
              </a:ext>
            </a:extLst>
          </p:cNvPr>
          <p:cNvSpPr/>
          <p:nvPr/>
        </p:nvSpPr>
        <p:spPr>
          <a:xfrm>
            <a:off x="9043974" y="6642000"/>
            <a:ext cx="586802" cy="21909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75F76B6-2C63-2368-86F8-B230FFB98F71}"/>
              </a:ext>
            </a:extLst>
          </p:cNvPr>
          <p:cNvSpPr txBox="1"/>
          <p:nvPr/>
        </p:nvSpPr>
        <p:spPr>
          <a:xfrm rot="16200000">
            <a:off x="8235178" y="7576355"/>
            <a:ext cx="2190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Transformer Block 28</a:t>
            </a: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0FE7A375-5459-F338-4EC9-0D7CD533E725}"/>
              </a:ext>
            </a:extLst>
          </p:cNvPr>
          <p:cNvCxnSpPr>
            <a:cxnSpLocks/>
          </p:cNvCxnSpPr>
          <p:nvPr/>
        </p:nvCxnSpPr>
        <p:spPr>
          <a:xfrm>
            <a:off x="6008654" y="7761600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 Verbindung 28">
            <a:extLst>
              <a:ext uri="{FF2B5EF4-FFF2-40B4-BE49-F238E27FC236}">
                <a16:creationId xmlns:a16="http://schemas.microsoft.com/office/drawing/2014/main" id="{B3045EDC-4347-4549-0B5F-619639CE68A0}"/>
              </a:ext>
            </a:extLst>
          </p:cNvPr>
          <p:cNvCxnSpPr>
            <a:cxnSpLocks/>
          </p:cNvCxnSpPr>
          <p:nvPr/>
        </p:nvCxnSpPr>
        <p:spPr>
          <a:xfrm flipV="1">
            <a:off x="2958996" y="4917600"/>
            <a:ext cx="6228834" cy="180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036F9604-32F0-3B2B-1749-28C2325976A7}"/>
              </a:ext>
            </a:extLst>
          </p:cNvPr>
          <p:cNvCxnSpPr>
            <a:cxnSpLocks/>
          </p:cNvCxnSpPr>
          <p:nvPr/>
        </p:nvCxnSpPr>
        <p:spPr>
          <a:xfrm>
            <a:off x="5392800" y="4936968"/>
            <a:ext cx="0" cy="171320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A0473122-7BCC-BC87-0E83-37C53A18402F}"/>
              </a:ext>
            </a:extLst>
          </p:cNvPr>
          <p:cNvCxnSpPr>
            <a:cxnSpLocks/>
          </p:cNvCxnSpPr>
          <p:nvPr/>
        </p:nvCxnSpPr>
        <p:spPr>
          <a:xfrm>
            <a:off x="6685200" y="4936968"/>
            <a:ext cx="0" cy="172703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AA84CF99-5E30-8DE7-C194-D561B9BB21A4}"/>
              </a:ext>
            </a:extLst>
          </p:cNvPr>
          <p:cNvCxnSpPr>
            <a:cxnSpLocks/>
          </p:cNvCxnSpPr>
          <p:nvPr/>
        </p:nvCxnSpPr>
        <p:spPr>
          <a:xfrm>
            <a:off x="9187830" y="4935600"/>
            <a:ext cx="0" cy="172800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Gerade Verbindung 48">
            <a:extLst>
              <a:ext uri="{FF2B5EF4-FFF2-40B4-BE49-F238E27FC236}">
                <a16:creationId xmlns:a16="http://schemas.microsoft.com/office/drawing/2014/main" id="{4C5660A1-BFA6-AE9F-CCDA-B75F11BDD6D5}"/>
              </a:ext>
            </a:extLst>
          </p:cNvPr>
          <p:cNvCxnSpPr>
            <a:cxnSpLocks/>
          </p:cNvCxnSpPr>
          <p:nvPr/>
        </p:nvCxnSpPr>
        <p:spPr>
          <a:xfrm>
            <a:off x="3080084" y="2530800"/>
            <a:ext cx="6251746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892F0A83-6986-E5F9-01C9-BB320E8B7C4C}"/>
              </a:ext>
            </a:extLst>
          </p:cNvPr>
          <p:cNvCxnSpPr>
            <a:cxnSpLocks/>
          </p:cNvCxnSpPr>
          <p:nvPr/>
        </p:nvCxnSpPr>
        <p:spPr>
          <a:xfrm flipH="1">
            <a:off x="5536800" y="2587857"/>
            <a:ext cx="0" cy="406231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FD34A93D-1F20-6113-1E98-7BB6C47089F5}"/>
              </a:ext>
            </a:extLst>
          </p:cNvPr>
          <p:cNvCxnSpPr>
            <a:cxnSpLocks/>
          </p:cNvCxnSpPr>
          <p:nvPr/>
        </p:nvCxnSpPr>
        <p:spPr>
          <a:xfrm>
            <a:off x="6829200" y="2560702"/>
            <a:ext cx="0" cy="410329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D16AB822-E392-330F-9254-C4E8EAA58B39}"/>
              </a:ext>
            </a:extLst>
          </p:cNvPr>
          <p:cNvCxnSpPr>
            <a:cxnSpLocks/>
          </p:cNvCxnSpPr>
          <p:nvPr/>
        </p:nvCxnSpPr>
        <p:spPr>
          <a:xfrm>
            <a:off x="9337375" y="2530800"/>
            <a:ext cx="22061" cy="4119376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D33B9552-7F3C-1F63-A5DB-4DDDAF3925B6}"/>
              </a:ext>
            </a:extLst>
          </p:cNvPr>
          <p:cNvCxnSpPr>
            <a:cxnSpLocks/>
          </p:cNvCxnSpPr>
          <p:nvPr/>
        </p:nvCxnSpPr>
        <p:spPr>
          <a:xfrm>
            <a:off x="9749147" y="7761600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Rechteck 61">
            <a:extLst>
              <a:ext uri="{FF2B5EF4-FFF2-40B4-BE49-F238E27FC236}">
                <a16:creationId xmlns:a16="http://schemas.microsoft.com/office/drawing/2014/main" id="{5BBFC737-EC5D-E137-D528-C2E0F6ABAF35}"/>
              </a:ext>
            </a:extLst>
          </p:cNvPr>
          <p:cNvSpPr/>
          <p:nvPr/>
        </p:nvSpPr>
        <p:spPr>
          <a:xfrm rot="16200000">
            <a:off x="723600" y="7598621"/>
            <a:ext cx="2192400" cy="2412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Encoder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BDF9F918-4FB5-DFDA-DA12-DB74BCE04AEB}"/>
              </a:ext>
            </a:extLst>
          </p:cNvPr>
          <p:cNvCxnSpPr>
            <a:cxnSpLocks/>
          </p:cNvCxnSpPr>
          <p:nvPr/>
        </p:nvCxnSpPr>
        <p:spPr>
          <a:xfrm>
            <a:off x="7300800" y="7761600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chteck 80">
            <a:extLst>
              <a:ext uri="{FF2B5EF4-FFF2-40B4-BE49-F238E27FC236}">
                <a16:creationId xmlns:a16="http://schemas.microsoft.com/office/drawing/2014/main" id="{3933300C-7D53-B9E2-1890-F8126AB14D99}"/>
              </a:ext>
            </a:extLst>
          </p:cNvPr>
          <p:cNvSpPr/>
          <p:nvPr/>
        </p:nvSpPr>
        <p:spPr>
          <a:xfrm rot="16200000">
            <a:off x="9278100" y="7584436"/>
            <a:ext cx="2192400" cy="241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Modulation</a:t>
            </a:r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C19774B6-94D5-E9F8-A2F2-3AE585162BA6}"/>
              </a:ext>
            </a:extLst>
          </p:cNvPr>
          <p:cNvSpPr/>
          <p:nvPr/>
        </p:nvSpPr>
        <p:spPr>
          <a:xfrm rot="16200000">
            <a:off x="10224900" y="7584436"/>
            <a:ext cx="2192400" cy="2412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Linear Layer</a:t>
            </a:r>
          </a:p>
        </p:txBody>
      </p:sp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F0C61483-3F35-3C3E-91C5-435A52F9C99A}"/>
              </a:ext>
            </a:extLst>
          </p:cNvPr>
          <p:cNvCxnSpPr>
            <a:cxnSpLocks/>
          </p:cNvCxnSpPr>
          <p:nvPr/>
        </p:nvCxnSpPr>
        <p:spPr>
          <a:xfrm>
            <a:off x="10667700" y="7761600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04C99EEB-BD26-7E17-882C-0B39E3DE9809}"/>
              </a:ext>
            </a:extLst>
          </p:cNvPr>
          <p:cNvCxnSpPr>
            <a:cxnSpLocks/>
          </p:cNvCxnSpPr>
          <p:nvPr/>
        </p:nvCxnSpPr>
        <p:spPr>
          <a:xfrm>
            <a:off x="11614500" y="7761773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290395B1-3B9B-18CA-031E-ADD42E4360E3}"/>
              </a:ext>
            </a:extLst>
          </p:cNvPr>
          <p:cNvSpPr txBox="1"/>
          <p:nvPr/>
        </p:nvSpPr>
        <p:spPr>
          <a:xfrm>
            <a:off x="12180624" y="7554622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Noise </a:t>
            </a:r>
          </a:p>
          <a:p>
            <a:r>
              <a:rPr lang="en-GB" dirty="0"/>
              <a:t>Prediction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4B66126-C7BF-52CC-A9E5-7F8A47BF77E3}"/>
              </a:ext>
            </a:extLst>
          </p:cNvPr>
          <p:cNvCxnSpPr>
            <a:cxnSpLocks/>
          </p:cNvCxnSpPr>
          <p:nvPr/>
        </p:nvCxnSpPr>
        <p:spPr>
          <a:xfrm>
            <a:off x="2131200" y="2530800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hteck 18">
            <a:extLst>
              <a:ext uri="{FF2B5EF4-FFF2-40B4-BE49-F238E27FC236}">
                <a16:creationId xmlns:a16="http://schemas.microsoft.com/office/drawing/2014/main" id="{B2BDBC28-B006-CA04-F95B-91216ECF4BB8}"/>
              </a:ext>
            </a:extLst>
          </p:cNvPr>
          <p:cNvSpPr/>
          <p:nvPr/>
        </p:nvSpPr>
        <p:spPr>
          <a:xfrm rot="16200000">
            <a:off x="1692645" y="2343123"/>
            <a:ext cx="2192400" cy="241200"/>
          </a:xfrm>
          <a:prstGeom prst="rect">
            <a:avLst/>
          </a:prstGeom>
          <a:solidFill>
            <a:srgbClr val="F2F2A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MLP</a:t>
            </a:r>
          </a:p>
        </p:txBody>
      </p:sp>
    </p:spTree>
    <p:extLst>
      <p:ext uri="{BB962C8B-B14F-4D97-AF65-F5344CB8AC3E}">
        <p14:creationId xmlns:p14="http://schemas.microsoft.com/office/powerpoint/2010/main" val="139105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C6469-28E4-0B1D-129D-BB3802AC2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Abgerundetes Rechteck 26">
            <a:extLst>
              <a:ext uri="{FF2B5EF4-FFF2-40B4-BE49-F238E27FC236}">
                <a16:creationId xmlns:a16="http://schemas.microsoft.com/office/drawing/2014/main" id="{9B4D23C3-E011-BFA6-220E-57EB564F0B94}"/>
              </a:ext>
            </a:extLst>
          </p:cNvPr>
          <p:cNvSpPr/>
          <p:nvPr/>
        </p:nvSpPr>
        <p:spPr>
          <a:xfrm>
            <a:off x="2598057" y="5723656"/>
            <a:ext cx="9622972" cy="172326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Abgerundetes Rechteck 61">
            <a:extLst>
              <a:ext uri="{FF2B5EF4-FFF2-40B4-BE49-F238E27FC236}">
                <a16:creationId xmlns:a16="http://schemas.microsoft.com/office/drawing/2014/main" id="{8E76C2F0-AE7A-A7C2-5A53-13D13B0632F9}"/>
              </a:ext>
            </a:extLst>
          </p:cNvPr>
          <p:cNvSpPr/>
          <p:nvPr/>
        </p:nvSpPr>
        <p:spPr>
          <a:xfrm>
            <a:off x="2598057" y="3313193"/>
            <a:ext cx="9622972" cy="1723264"/>
          </a:xfrm>
          <a:prstGeom prst="roundRect">
            <a:avLst/>
          </a:prstGeom>
          <a:solidFill>
            <a:schemeClr val="bg2">
              <a:lumMod val="90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053CA8BD-C32D-DEE2-47A8-0D34E6D474AA}"/>
              </a:ext>
            </a:extLst>
          </p:cNvPr>
          <p:cNvSpPr txBox="1"/>
          <p:nvPr/>
        </p:nvSpPr>
        <p:spPr>
          <a:xfrm>
            <a:off x="11671415" y="3313193"/>
            <a:ext cx="4786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/>
              <a:t>❄️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C3E6C5B-51C6-E6B1-5638-74F7B5DBC0CF}"/>
              </a:ext>
            </a:extLst>
          </p:cNvPr>
          <p:cNvSpPr/>
          <p:nvPr/>
        </p:nvSpPr>
        <p:spPr>
          <a:xfrm>
            <a:off x="4012148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A4D2B99-F64A-2CD7-E5C5-774976561AC2}"/>
              </a:ext>
            </a:extLst>
          </p:cNvPr>
          <p:cNvSpPr/>
          <p:nvPr/>
        </p:nvSpPr>
        <p:spPr>
          <a:xfrm>
            <a:off x="4324499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A39394E-E108-811F-B956-51E2B41A3167}"/>
              </a:ext>
            </a:extLst>
          </p:cNvPr>
          <p:cNvSpPr/>
          <p:nvPr/>
        </p:nvSpPr>
        <p:spPr>
          <a:xfrm>
            <a:off x="4636850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6F7159-9EC7-282F-AFC9-74001CD25F05}"/>
              </a:ext>
            </a:extLst>
          </p:cNvPr>
          <p:cNvSpPr/>
          <p:nvPr/>
        </p:nvSpPr>
        <p:spPr>
          <a:xfrm>
            <a:off x="4949201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1920C45-7E2F-0D56-1DF0-F6C6B616FEAD}"/>
              </a:ext>
            </a:extLst>
          </p:cNvPr>
          <p:cNvSpPr/>
          <p:nvPr/>
        </p:nvSpPr>
        <p:spPr>
          <a:xfrm>
            <a:off x="5261552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82A050C-B862-D6BA-9708-AA9C5A7DDC11}"/>
              </a:ext>
            </a:extLst>
          </p:cNvPr>
          <p:cNvSpPr/>
          <p:nvPr/>
        </p:nvSpPr>
        <p:spPr>
          <a:xfrm>
            <a:off x="5573903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C40A51A-1334-C249-F69C-2FA551229756}"/>
              </a:ext>
            </a:extLst>
          </p:cNvPr>
          <p:cNvSpPr/>
          <p:nvPr/>
        </p:nvSpPr>
        <p:spPr>
          <a:xfrm>
            <a:off x="5886254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ADDCCEDD-F0A5-4FCB-5988-BC7443EE920F}"/>
              </a:ext>
            </a:extLst>
          </p:cNvPr>
          <p:cNvSpPr/>
          <p:nvPr/>
        </p:nvSpPr>
        <p:spPr>
          <a:xfrm>
            <a:off x="6198605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F395E26D-156E-9D69-5A28-BCBF700D193A}"/>
              </a:ext>
            </a:extLst>
          </p:cNvPr>
          <p:cNvSpPr/>
          <p:nvPr/>
        </p:nvSpPr>
        <p:spPr>
          <a:xfrm>
            <a:off x="6510956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1AFA0812-BC7F-2D02-8570-6ED458FA8B1A}"/>
              </a:ext>
            </a:extLst>
          </p:cNvPr>
          <p:cNvSpPr/>
          <p:nvPr/>
        </p:nvSpPr>
        <p:spPr>
          <a:xfrm>
            <a:off x="6823307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22E0A070-8028-733A-E74C-D48DF223ECFC}"/>
              </a:ext>
            </a:extLst>
          </p:cNvPr>
          <p:cNvSpPr/>
          <p:nvPr/>
        </p:nvSpPr>
        <p:spPr>
          <a:xfrm>
            <a:off x="7135658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AF0C24AB-2CC0-7477-1F9E-AB287AE2DE25}"/>
              </a:ext>
            </a:extLst>
          </p:cNvPr>
          <p:cNvSpPr/>
          <p:nvPr/>
        </p:nvSpPr>
        <p:spPr>
          <a:xfrm>
            <a:off x="7448009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45979E1D-88C0-3554-69BC-18B48EC84B61}"/>
              </a:ext>
            </a:extLst>
          </p:cNvPr>
          <p:cNvSpPr/>
          <p:nvPr/>
        </p:nvSpPr>
        <p:spPr>
          <a:xfrm>
            <a:off x="7760360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006FF779-BA31-3870-E642-07794BB074A0}"/>
              </a:ext>
            </a:extLst>
          </p:cNvPr>
          <p:cNvSpPr/>
          <p:nvPr/>
        </p:nvSpPr>
        <p:spPr>
          <a:xfrm>
            <a:off x="8072711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C41E670D-7ADD-340E-F9CB-6112A97AA5F9}"/>
              </a:ext>
            </a:extLst>
          </p:cNvPr>
          <p:cNvSpPr/>
          <p:nvPr/>
        </p:nvSpPr>
        <p:spPr>
          <a:xfrm>
            <a:off x="8385062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001ED4E-31B2-1435-7CCA-37B0000F75B0}"/>
              </a:ext>
            </a:extLst>
          </p:cNvPr>
          <p:cNvSpPr/>
          <p:nvPr/>
        </p:nvSpPr>
        <p:spPr>
          <a:xfrm>
            <a:off x="8697413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B6CE4359-FB7A-00C8-E0E9-9D1EB3DB0D51}"/>
              </a:ext>
            </a:extLst>
          </p:cNvPr>
          <p:cNvSpPr/>
          <p:nvPr/>
        </p:nvSpPr>
        <p:spPr>
          <a:xfrm>
            <a:off x="9009764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1AAEC78A-A9C2-3C99-2B10-0A8339B10332}"/>
              </a:ext>
            </a:extLst>
          </p:cNvPr>
          <p:cNvSpPr/>
          <p:nvPr/>
        </p:nvSpPr>
        <p:spPr>
          <a:xfrm>
            <a:off x="9322115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4FDC309F-7049-F271-6795-127FB50BFEF4}"/>
              </a:ext>
            </a:extLst>
          </p:cNvPr>
          <p:cNvSpPr/>
          <p:nvPr/>
        </p:nvSpPr>
        <p:spPr>
          <a:xfrm>
            <a:off x="9634466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812631C4-3CBC-1ADF-71C3-C43FA8E2803E}"/>
              </a:ext>
            </a:extLst>
          </p:cNvPr>
          <p:cNvSpPr/>
          <p:nvPr/>
        </p:nvSpPr>
        <p:spPr>
          <a:xfrm>
            <a:off x="9946817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2632238B-DEDF-AF88-D7FC-11098B398DCE}"/>
              </a:ext>
            </a:extLst>
          </p:cNvPr>
          <p:cNvSpPr/>
          <p:nvPr/>
        </p:nvSpPr>
        <p:spPr>
          <a:xfrm>
            <a:off x="10259168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24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B103AACC-31F7-CA8B-E4F9-0A208BB50129}"/>
              </a:ext>
            </a:extLst>
          </p:cNvPr>
          <p:cNvSpPr/>
          <p:nvPr/>
        </p:nvSpPr>
        <p:spPr>
          <a:xfrm>
            <a:off x="10571519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EA9E3B33-4413-46C2-4045-8FA25B78EF37}"/>
              </a:ext>
            </a:extLst>
          </p:cNvPr>
          <p:cNvSpPr/>
          <p:nvPr/>
        </p:nvSpPr>
        <p:spPr>
          <a:xfrm>
            <a:off x="3075095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500D1F31-478F-D0F7-4764-074064765AF4}"/>
              </a:ext>
            </a:extLst>
          </p:cNvPr>
          <p:cNvSpPr/>
          <p:nvPr/>
        </p:nvSpPr>
        <p:spPr>
          <a:xfrm>
            <a:off x="3387446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674CDFB-2246-171D-2468-469C1E978FF4}"/>
              </a:ext>
            </a:extLst>
          </p:cNvPr>
          <p:cNvSpPr/>
          <p:nvPr/>
        </p:nvSpPr>
        <p:spPr>
          <a:xfrm>
            <a:off x="3699797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7DE24A63-4D95-6E95-FC0A-B528CA2B84B3}"/>
              </a:ext>
            </a:extLst>
          </p:cNvPr>
          <p:cNvSpPr/>
          <p:nvPr/>
        </p:nvSpPr>
        <p:spPr>
          <a:xfrm>
            <a:off x="10883870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26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D5D16B5E-6D24-B9A4-626A-9C4D9ADAA89E}"/>
              </a:ext>
            </a:extLst>
          </p:cNvPr>
          <p:cNvSpPr/>
          <p:nvPr/>
        </p:nvSpPr>
        <p:spPr>
          <a:xfrm>
            <a:off x="11196221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27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ED697879-EBAA-65E6-1891-C911E94AC05A}"/>
              </a:ext>
            </a:extLst>
          </p:cNvPr>
          <p:cNvSpPr/>
          <p:nvPr/>
        </p:nvSpPr>
        <p:spPr>
          <a:xfrm>
            <a:off x="11508577" y="3739021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28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C28522E0-9E0F-CD65-1FED-FC1281A0164E}"/>
              </a:ext>
            </a:extLst>
          </p:cNvPr>
          <p:cNvSpPr txBox="1"/>
          <p:nvPr/>
        </p:nvSpPr>
        <p:spPr>
          <a:xfrm>
            <a:off x="1190172" y="2815771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Teacher</a:t>
            </a:r>
          </a:p>
        </p:txBody>
      </p:sp>
      <p:sp>
        <p:nvSpPr>
          <p:cNvPr id="131" name="Textfeld 130">
            <a:extLst>
              <a:ext uri="{FF2B5EF4-FFF2-40B4-BE49-F238E27FC236}">
                <a16:creationId xmlns:a16="http://schemas.microsoft.com/office/drawing/2014/main" id="{5175D633-66DE-3A93-C45E-64CF44D55401}"/>
              </a:ext>
            </a:extLst>
          </p:cNvPr>
          <p:cNvSpPr txBox="1"/>
          <p:nvPr/>
        </p:nvSpPr>
        <p:spPr>
          <a:xfrm>
            <a:off x="1190171" y="5354324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Student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B83FFDFA-A008-E8C1-BE10-6F55ACE492AE}"/>
              </a:ext>
            </a:extLst>
          </p:cNvPr>
          <p:cNvCxnSpPr>
            <a:cxnSpLocks/>
            <a:endCxn id="53" idx="1"/>
          </p:cNvCxnSpPr>
          <p:nvPr/>
        </p:nvCxnSpPr>
        <p:spPr>
          <a:xfrm>
            <a:off x="2179184" y="4227536"/>
            <a:ext cx="8959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CA0E02C6-5AB4-1F54-F504-906D3595DCE0}"/>
              </a:ext>
            </a:extLst>
          </p:cNvPr>
          <p:cNvCxnSpPr>
            <a:endCxn id="55" idx="1"/>
          </p:cNvCxnSpPr>
          <p:nvPr/>
        </p:nvCxnSpPr>
        <p:spPr>
          <a:xfrm>
            <a:off x="3254173" y="4227536"/>
            <a:ext cx="1332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F0DAB4E1-2807-8414-AD1E-FCF990DABA6D}"/>
              </a:ext>
            </a:extLst>
          </p:cNvPr>
          <p:cNvCxnSpPr>
            <a:stCxn id="55" idx="3"/>
            <a:endCxn id="56" idx="1"/>
          </p:cNvCxnSpPr>
          <p:nvPr/>
        </p:nvCxnSpPr>
        <p:spPr>
          <a:xfrm>
            <a:off x="3550284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CE94EA89-7B30-BD2A-3280-633F52653A03}"/>
              </a:ext>
            </a:extLst>
          </p:cNvPr>
          <p:cNvCxnSpPr>
            <a:endCxn id="2" idx="1"/>
          </p:cNvCxnSpPr>
          <p:nvPr/>
        </p:nvCxnSpPr>
        <p:spPr>
          <a:xfrm>
            <a:off x="3862635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AFB73B0B-8C57-6CED-046C-A8E1E708E4E1}"/>
              </a:ext>
            </a:extLst>
          </p:cNvPr>
          <p:cNvCxnSpPr>
            <a:endCxn id="3" idx="1"/>
          </p:cNvCxnSpPr>
          <p:nvPr/>
        </p:nvCxnSpPr>
        <p:spPr>
          <a:xfrm>
            <a:off x="4174986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ECDA358A-C5CE-2C40-26B4-9ED5687B1590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487337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6867D938-3E26-CDF7-1069-92055858126F}"/>
              </a:ext>
            </a:extLst>
          </p:cNvPr>
          <p:cNvCxnSpPr>
            <a:endCxn id="7" idx="1"/>
          </p:cNvCxnSpPr>
          <p:nvPr/>
        </p:nvCxnSpPr>
        <p:spPr>
          <a:xfrm>
            <a:off x="4811574" y="4227536"/>
            <a:ext cx="1376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072A9F79-2A48-B042-4879-842CE435D60D}"/>
              </a:ext>
            </a:extLst>
          </p:cNvPr>
          <p:cNvCxnSpPr>
            <a:stCxn id="7" idx="3"/>
            <a:endCxn id="14" idx="1"/>
          </p:cNvCxnSpPr>
          <p:nvPr/>
        </p:nvCxnSpPr>
        <p:spPr>
          <a:xfrm>
            <a:off x="5112039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6751FB5D-FC4C-B771-2DD7-4F8E5163C68A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5424390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9407EB55-74F9-04A7-99FB-814FD652B055}"/>
              </a:ext>
            </a:extLst>
          </p:cNvPr>
          <p:cNvCxnSpPr>
            <a:stCxn id="16" idx="3"/>
            <a:endCxn id="20" idx="1"/>
          </p:cNvCxnSpPr>
          <p:nvPr/>
        </p:nvCxnSpPr>
        <p:spPr>
          <a:xfrm>
            <a:off x="5736741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9BA1950C-8ED3-70BE-1E16-062B415BDEE5}"/>
              </a:ext>
            </a:extLst>
          </p:cNvPr>
          <p:cNvCxnSpPr>
            <a:stCxn id="20" idx="3"/>
            <a:endCxn id="22" idx="1"/>
          </p:cNvCxnSpPr>
          <p:nvPr/>
        </p:nvCxnSpPr>
        <p:spPr>
          <a:xfrm>
            <a:off x="6049092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91B758E1-AC42-16E9-A376-55EEA4AB4113}"/>
              </a:ext>
            </a:extLst>
          </p:cNvPr>
          <p:cNvCxnSpPr>
            <a:stCxn id="22" idx="3"/>
            <a:endCxn id="30" idx="1"/>
          </p:cNvCxnSpPr>
          <p:nvPr/>
        </p:nvCxnSpPr>
        <p:spPr>
          <a:xfrm>
            <a:off x="6361443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1326AF27-D652-3BE6-AF33-80802FB47EC7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6673794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3082FA4E-30B0-96C0-317F-1A80DC38161C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>
            <a:off x="6986145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7A5C7EDE-B277-7E9C-2B27-A8CE7E9CAC64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>
            <a:off x="7298496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A83AF12D-7DBE-33AC-D211-A4D1AFECE725}"/>
              </a:ext>
            </a:extLst>
          </p:cNvPr>
          <p:cNvCxnSpPr>
            <a:stCxn id="33" idx="3"/>
            <a:endCxn id="34" idx="1"/>
          </p:cNvCxnSpPr>
          <p:nvPr/>
        </p:nvCxnSpPr>
        <p:spPr>
          <a:xfrm>
            <a:off x="7610847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E9D6B4AE-EC37-DB1E-BE47-5D184FD8F210}"/>
              </a:ext>
            </a:extLst>
          </p:cNvPr>
          <p:cNvCxnSpPr>
            <a:stCxn id="34" idx="3"/>
            <a:endCxn id="35" idx="1"/>
          </p:cNvCxnSpPr>
          <p:nvPr/>
        </p:nvCxnSpPr>
        <p:spPr>
          <a:xfrm>
            <a:off x="7923198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BCF1D475-F806-5DF9-3D93-5675E283EE2D}"/>
              </a:ext>
            </a:extLst>
          </p:cNvPr>
          <p:cNvCxnSpPr>
            <a:stCxn id="35" idx="3"/>
            <a:endCxn id="36" idx="1"/>
          </p:cNvCxnSpPr>
          <p:nvPr/>
        </p:nvCxnSpPr>
        <p:spPr>
          <a:xfrm>
            <a:off x="8235549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Gerade Verbindung mit Pfeil 76">
            <a:extLst>
              <a:ext uri="{FF2B5EF4-FFF2-40B4-BE49-F238E27FC236}">
                <a16:creationId xmlns:a16="http://schemas.microsoft.com/office/drawing/2014/main" id="{FF0C59A4-D308-CB9B-504D-13A51ADCFF84}"/>
              </a:ext>
            </a:extLst>
          </p:cNvPr>
          <p:cNvCxnSpPr>
            <a:stCxn id="36" idx="3"/>
            <a:endCxn id="37" idx="1"/>
          </p:cNvCxnSpPr>
          <p:nvPr/>
        </p:nvCxnSpPr>
        <p:spPr>
          <a:xfrm>
            <a:off x="8547900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A8C7E734-48E1-97FA-2A92-9A751B6EF6B7}"/>
              </a:ext>
            </a:extLst>
          </p:cNvPr>
          <p:cNvCxnSpPr>
            <a:stCxn id="37" idx="3"/>
            <a:endCxn id="39" idx="1"/>
          </p:cNvCxnSpPr>
          <p:nvPr/>
        </p:nvCxnSpPr>
        <p:spPr>
          <a:xfrm>
            <a:off x="8860251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76916D17-2779-E8D7-3963-FEE860E13481}"/>
              </a:ext>
            </a:extLst>
          </p:cNvPr>
          <p:cNvCxnSpPr>
            <a:stCxn id="39" idx="3"/>
            <a:endCxn id="41" idx="1"/>
          </p:cNvCxnSpPr>
          <p:nvPr/>
        </p:nvCxnSpPr>
        <p:spPr>
          <a:xfrm>
            <a:off x="9172602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64BAC7A5-0096-7D8A-656D-23E1EA58480A}"/>
              </a:ext>
            </a:extLst>
          </p:cNvPr>
          <p:cNvCxnSpPr>
            <a:stCxn id="41" idx="3"/>
            <a:endCxn id="43" idx="1"/>
          </p:cNvCxnSpPr>
          <p:nvPr/>
        </p:nvCxnSpPr>
        <p:spPr>
          <a:xfrm>
            <a:off x="9484953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D1587A56-780D-516E-FC27-DBABE71F7FBC}"/>
              </a:ext>
            </a:extLst>
          </p:cNvPr>
          <p:cNvCxnSpPr>
            <a:stCxn id="43" idx="3"/>
            <a:endCxn id="44" idx="1"/>
          </p:cNvCxnSpPr>
          <p:nvPr/>
        </p:nvCxnSpPr>
        <p:spPr>
          <a:xfrm>
            <a:off x="9797304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FDABD614-F3E2-5B4C-48AF-41B12C8B8D7A}"/>
              </a:ext>
            </a:extLst>
          </p:cNvPr>
          <p:cNvCxnSpPr>
            <a:stCxn id="44" idx="3"/>
            <a:endCxn id="46" idx="1"/>
          </p:cNvCxnSpPr>
          <p:nvPr/>
        </p:nvCxnSpPr>
        <p:spPr>
          <a:xfrm>
            <a:off x="10109655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D48CB652-A0D4-2E2B-6698-48C5B185BA75}"/>
              </a:ext>
            </a:extLst>
          </p:cNvPr>
          <p:cNvCxnSpPr>
            <a:stCxn id="46" idx="3"/>
            <a:endCxn id="52" idx="1"/>
          </p:cNvCxnSpPr>
          <p:nvPr/>
        </p:nvCxnSpPr>
        <p:spPr>
          <a:xfrm>
            <a:off x="10422006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 Verbindung mit Pfeil 99">
            <a:extLst>
              <a:ext uri="{FF2B5EF4-FFF2-40B4-BE49-F238E27FC236}">
                <a16:creationId xmlns:a16="http://schemas.microsoft.com/office/drawing/2014/main" id="{7262B4C0-000C-B1E6-2940-9C085315ACFD}"/>
              </a:ext>
            </a:extLst>
          </p:cNvPr>
          <p:cNvCxnSpPr>
            <a:stCxn id="52" idx="3"/>
            <a:endCxn id="58" idx="1"/>
          </p:cNvCxnSpPr>
          <p:nvPr/>
        </p:nvCxnSpPr>
        <p:spPr>
          <a:xfrm>
            <a:off x="10734357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1385A43C-5186-545B-324F-57FEF621A53D}"/>
              </a:ext>
            </a:extLst>
          </p:cNvPr>
          <p:cNvCxnSpPr>
            <a:stCxn id="58" idx="3"/>
            <a:endCxn id="59" idx="1"/>
          </p:cNvCxnSpPr>
          <p:nvPr/>
        </p:nvCxnSpPr>
        <p:spPr>
          <a:xfrm>
            <a:off x="11046708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F27A297D-BC26-219B-EE5A-BDC2D8EA247C}"/>
              </a:ext>
            </a:extLst>
          </p:cNvPr>
          <p:cNvCxnSpPr>
            <a:stCxn id="59" idx="3"/>
            <a:endCxn id="67" idx="1"/>
          </p:cNvCxnSpPr>
          <p:nvPr/>
        </p:nvCxnSpPr>
        <p:spPr>
          <a:xfrm>
            <a:off x="11359059" y="4227536"/>
            <a:ext cx="1495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Gerade Verbindung mit Pfeil 124">
            <a:extLst>
              <a:ext uri="{FF2B5EF4-FFF2-40B4-BE49-F238E27FC236}">
                <a16:creationId xmlns:a16="http://schemas.microsoft.com/office/drawing/2014/main" id="{AD56A108-0EB9-0D4C-B322-3911FD4310AF}"/>
              </a:ext>
            </a:extLst>
          </p:cNvPr>
          <p:cNvCxnSpPr>
            <a:stCxn id="67" idx="3"/>
          </p:cNvCxnSpPr>
          <p:nvPr/>
        </p:nvCxnSpPr>
        <p:spPr>
          <a:xfrm>
            <a:off x="11671415" y="4227536"/>
            <a:ext cx="7237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feld 125">
            <a:extLst>
              <a:ext uri="{FF2B5EF4-FFF2-40B4-BE49-F238E27FC236}">
                <a16:creationId xmlns:a16="http://schemas.microsoft.com/office/drawing/2014/main" id="{CCAB49E6-DE72-EE4B-113A-B4B5355A4EA9}"/>
              </a:ext>
            </a:extLst>
          </p:cNvPr>
          <p:cNvSpPr txBox="1"/>
          <p:nvPr/>
        </p:nvSpPr>
        <p:spPr>
          <a:xfrm>
            <a:off x="1453249" y="3990159"/>
            <a:ext cx="795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Noisy </a:t>
            </a:r>
          </a:p>
          <a:p>
            <a:r>
              <a:rPr lang="en-GB" dirty="0"/>
              <a:t>Image</a:t>
            </a:r>
          </a:p>
        </p:txBody>
      </p:sp>
      <p:sp>
        <p:nvSpPr>
          <p:cNvPr id="127" name="Textfeld 126">
            <a:extLst>
              <a:ext uri="{FF2B5EF4-FFF2-40B4-BE49-F238E27FC236}">
                <a16:creationId xmlns:a16="http://schemas.microsoft.com/office/drawing/2014/main" id="{DBB637F1-C1D8-AFBE-4177-937E771DED34}"/>
              </a:ext>
            </a:extLst>
          </p:cNvPr>
          <p:cNvSpPr txBox="1"/>
          <p:nvPr/>
        </p:nvSpPr>
        <p:spPr>
          <a:xfrm>
            <a:off x="12641943" y="4020457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Less Noisy Image</a:t>
            </a:r>
          </a:p>
        </p:txBody>
      </p:sp>
      <p:sp>
        <p:nvSpPr>
          <p:cNvPr id="130" name="Rechteck 129">
            <a:extLst>
              <a:ext uri="{FF2B5EF4-FFF2-40B4-BE49-F238E27FC236}">
                <a16:creationId xmlns:a16="http://schemas.microsoft.com/office/drawing/2014/main" id="{59B4B867-F302-ECBC-4F8E-5FFE57816EE9}"/>
              </a:ext>
            </a:extLst>
          </p:cNvPr>
          <p:cNvSpPr/>
          <p:nvPr/>
        </p:nvSpPr>
        <p:spPr>
          <a:xfrm>
            <a:off x="4012148" y="6056222"/>
            <a:ext cx="162838" cy="97703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2" name="Rechteck 131">
            <a:extLst>
              <a:ext uri="{FF2B5EF4-FFF2-40B4-BE49-F238E27FC236}">
                <a16:creationId xmlns:a16="http://schemas.microsoft.com/office/drawing/2014/main" id="{76E06F95-F571-01D5-7375-CEB2715F4C1F}"/>
              </a:ext>
            </a:extLst>
          </p:cNvPr>
          <p:cNvSpPr/>
          <p:nvPr/>
        </p:nvSpPr>
        <p:spPr>
          <a:xfrm>
            <a:off x="4324499" y="6056222"/>
            <a:ext cx="162838" cy="97703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33" name="Rechteck 132">
            <a:extLst>
              <a:ext uri="{FF2B5EF4-FFF2-40B4-BE49-F238E27FC236}">
                <a16:creationId xmlns:a16="http://schemas.microsoft.com/office/drawing/2014/main" id="{B32CE588-071B-ADCD-C0B9-F3319008742D}"/>
              </a:ext>
            </a:extLst>
          </p:cNvPr>
          <p:cNvSpPr/>
          <p:nvPr/>
        </p:nvSpPr>
        <p:spPr>
          <a:xfrm>
            <a:off x="4636850" y="6056222"/>
            <a:ext cx="162838" cy="97703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5" name="Rechteck 134">
            <a:extLst>
              <a:ext uri="{FF2B5EF4-FFF2-40B4-BE49-F238E27FC236}">
                <a16:creationId xmlns:a16="http://schemas.microsoft.com/office/drawing/2014/main" id="{EBE7792E-6B08-07CA-121A-EAB19D375CC1}"/>
              </a:ext>
            </a:extLst>
          </p:cNvPr>
          <p:cNvSpPr/>
          <p:nvPr/>
        </p:nvSpPr>
        <p:spPr>
          <a:xfrm>
            <a:off x="4949201" y="6056222"/>
            <a:ext cx="162838" cy="97703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6" name="Rechteck 135">
            <a:extLst>
              <a:ext uri="{FF2B5EF4-FFF2-40B4-BE49-F238E27FC236}">
                <a16:creationId xmlns:a16="http://schemas.microsoft.com/office/drawing/2014/main" id="{47BD5CCF-61C7-F769-FC1B-099039DA2D02}"/>
              </a:ext>
            </a:extLst>
          </p:cNvPr>
          <p:cNvSpPr/>
          <p:nvPr/>
        </p:nvSpPr>
        <p:spPr>
          <a:xfrm>
            <a:off x="5261552" y="6056222"/>
            <a:ext cx="162838" cy="977030"/>
          </a:xfrm>
          <a:prstGeom prst="rect">
            <a:avLst/>
          </a:prstGeom>
          <a:solidFill>
            <a:schemeClr val="bg2">
              <a:lumMod val="90000"/>
              <a:alpha val="20000"/>
            </a:schemeClr>
          </a:solidFill>
          <a:ln>
            <a:solidFill>
              <a:schemeClr val="bg2">
                <a:lumMod val="50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alpha val="20000"/>
                  </a:schemeClr>
                </a:solidFill>
              </a:rPr>
              <a:t>8</a:t>
            </a:r>
          </a:p>
        </p:txBody>
      </p:sp>
      <p:sp>
        <p:nvSpPr>
          <p:cNvPr id="137" name="Rechteck 136">
            <a:extLst>
              <a:ext uri="{FF2B5EF4-FFF2-40B4-BE49-F238E27FC236}">
                <a16:creationId xmlns:a16="http://schemas.microsoft.com/office/drawing/2014/main" id="{C996562E-7BCC-56BA-C4C5-7FF92B63D2A4}"/>
              </a:ext>
            </a:extLst>
          </p:cNvPr>
          <p:cNvSpPr/>
          <p:nvPr/>
        </p:nvSpPr>
        <p:spPr>
          <a:xfrm>
            <a:off x="5573903" y="6056222"/>
            <a:ext cx="162838" cy="97703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38" name="Rechteck 137">
            <a:extLst>
              <a:ext uri="{FF2B5EF4-FFF2-40B4-BE49-F238E27FC236}">
                <a16:creationId xmlns:a16="http://schemas.microsoft.com/office/drawing/2014/main" id="{6DC05F77-B926-5564-C1C2-E72C8B9F0A29}"/>
              </a:ext>
            </a:extLst>
          </p:cNvPr>
          <p:cNvSpPr/>
          <p:nvPr/>
        </p:nvSpPr>
        <p:spPr>
          <a:xfrm>
            <a:off x="5886254" y="6056222"/>
            <a:ext cx="162838" cy="97703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39" name="Rechteck 138">
            <a:extLst>
              <a:ext uri="{FF2B5EF4-FFF2-40B4-BE49-F238E27FC236}">
                <a16:creationId xmlns:a16="http://schemas.microsoft.com/office/drawing/2014/main" id="{195DDA4D-EB26-DB0D-A1D6-D1613E36B72D}"/>
              </a:ext>
            </a:extLst>
          </p:cNvPr>
          <p:cNvSpPr/>
          <p:nvPr/>
        </p:nvSpPr>
        <p:spPr>
          <a:xfrm>
            <a:off x="6198605" y="6056222"/>
            <a:ext cx="162838" cy="977030"/>
          </a:xfrm>
          <a:prstGeom prst="rect">
            <a:avLst/>
          </a:prstGeom>
          <a:solidFill>
            <a:schemeClr val="bg2">
              <a:lumMod val="90000"/>
              <a:alpha val="20000"/>
            </a:schemeClr>
          </a:solidFill>
          <a:ln>
            <a:solidFill>
              <a:schemeClr val="bg2">
                <a:lumMod val="50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alpha val="19000"/>
                  </a:schemeClr>
                </a:solidFill>
              </a:rPr>
              <a:t>11</a:t>
            </a:r>
          </a:p>
        </p:txBody>
      </p:sp>
      <p:sp>
        <p:nvSpPr>
          <p:cNvPr id="140" name="Rechteck 139">
            <a:extLst>
              <a:ext uri="{FF2B5EF4-FFF2-40B4-BE49-F238E27FC236}">
                <a16:creationId xmlns:a16="http://schemas.microsoft.com/office/drawing/2014/main" id="{118ED9C8-1062-956C-4E8C-5522330E573F}"/>
              </a:ext>
            </a:extLst>
          </p:cNvPr>
          <p:cNvSpPr/>
          <p:nvPr/>
        </p:nvSpPr>
        <p:spPr>
          <a:xfrm>
            <a:off x="6510956" y="6056222"/>
            <a:ext cx="162838" cy="97703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41" name="Rechteck 140">
            <a:extLst>
              <a:ext uri="{FF2B5EF4-FFF2-40B4-BE49-F238E27FC236}">
                <a16:creationId xmlns:a16="http://schemas.microsoft.com/office/drawing/2014/main" id="{38EC41EB-DE1D-6691-4AC4-5F52057E5388}"/>
              </a:ext>
            </a:extLst>
          </p:cNvPr>
          <p:cNvSpPr/>
          <p:nvPr/>
        </p:nvSpPr>
        <p:spPr>
          <a:xfrm>
            <a:off x="6823307" y="6056222"/>
            <a:ext cx="162838" cy="97703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42" name="Rechteck 141">
            <a:extLst>
              <a:ext uri="{FF2B5EF4-FFF2-40B4-BE49-F238E27FC236}">
                <a16:creationId xmlns:a16="http://schemas.microsoft.com/office/drawing/2014/main" id="{5E03F89C-3EAF-04FA-958E-C3654E1CB7F7}"/>
              </a:ext>
            </a:extLst>
          </p:cNvPr>
          <p:cNvSpPr/>
          <p:nvPr/>
        </p:nvSpPr>
        <p:spPr>
          <a:xfrm>
            <a:off x="7135658" y="6056222"/>
            <a:ext cx="162838" cy="97703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43" name="Rechteck 142">
            <a:extLst>
              <a:ext uri="{FF2B5EF4-FFF2-40B4-BE49-F238E27FC236}">
                <a16:creationId xmlns:a16="http://schemas.microsoft.com/office/drawing/2014/main" id="{4C58D019-2FE3-0D40-E9D1-EA11767CF330}"/>
              </a:ext>
            </a:extLst>
          </p:cNvPr>
          <p:cNvSpPr/>
          <p:nvPr/>
        </p:nvSpPr>
        <p:spPr>
          <a:xfrm>
            <a:off x="7448009" y="6056222"/>
            <a:ext cx="162838" cy="977030"/>
          </a:xfrm>
          <a:prstGeom prst="rect">
            <a:avLst/>
          </a:prstGeom>
          <a:solidFill>
            <a:schemeClr val="bg2">
              <a:lumMod val="90000"/>
              <a:alpha val="20000"/>
            </a:schemeClr>
          </a:solidFill>
          <a:ln>
            <a:solidFill>
              <a:schemeClr val="bg2">
                <a:lumMod val="50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alpha val="20000"/>
                  </a:schemeClr>
                </a:solidFill>
              </a:rPr>
              <a:t>15</a:t>
            </a:r>
          </a:p>
        </p:txBody>
      </p:sp>
      <p:sp>
        <p:nvSpPr>
          <p:cNvPr id="144" name="Rechteck 143">
            <a:extLst>
              <a:ext uri="{FF2B5EF4-FFF2-40B4-BE49-F238E27FC236}">
                <a16:creationId xmlns:a16="http://schemas.microsoft.com/office/drawing/2014/main" id="{6325681A-EAE4-8A36-62DF-CF9F730EF4E5}"/>
              </a:ext>
            </a:extLst>
          </p:cNvPr>
          <p:cNvSpPr/>
          <p:nvPr/>
        </p:nvSpPr>
        <p:spPr>
          <a:xfrm>
            <a:off x="7760360" y="6056222"/>
            <a:ext cx="162838" cy="977030"/>
          </a:xfrm>
          <a:prstGeom prst="rect">
            <a:avLst/>
          </a:prstGeom>
          <a:solidFill>
            <a:schemeClr val="accent3">
              <a:lumMod val="40000"/>
              <a:lumOff val="60000"/>
              <a:alpha val="60000"/>
            </a:schemeClr>
          </a:solidFill>
          <a:ln>
            <a:solidFill>
              <a:schemeClr val="accent3">
                <a:alpha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alpha val="60000"/>
                  </a:schemeClr>
                </a:solidFill>
              </a:rPr>
              <a:t>16</a:t>
            </a:r>
          </a:p>
        </p:txBody>
      </p:sp>
      <p:sp>
        <p:nvSpPr>
          <p:cNvPr id="145" name="Rechteck 144">
            <a:extLst>
              <a:ext uri="{FF2B5EF4-FFF2-40B4-BE49-F238E27FC236}">
                <a16:creationId xmlns:a16="http://schemas.microsoft.com/office/drawing/2014/main" id="{DF967629-4A7F-CE7D-8081-A9FC63499EE5}"/>
              </a:ext>
            </a:extLst>
          </p:cNvPr>
          <p:cNvSpPr/>
          <p:nvPr/>
        </p:nvSpPr>
        <p:spPr>
          <a:xfrm>
            <a:off x="8072711" y="6056222"/>
            <a:ext cx="162838" cy="977030"/>
          </a:xfrm>
          <a:prstGeom prst="rect">
            <a:avLst/>
          </a:prstGeom>
          <a:solidFill>
            <a:schemeClr val="bg2">
              <a:lumMod val="90000"/>
              <a:alpha val="20000"/>
            </a:schemeClr>
          </a:solidFill>
          <a:ln>
            <a:solidFill>
              <a:schemeClr val="bg2">
                <a:lumMod val="50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alpha val="20000"/>
                  </a:schemeClr>
                </a:solidFill>
              </a:rPr>
              <a:t>17</a:t>
            </a:r>
          </a:p>
        </p:txBody>
      </p:sp>
      <p:sp>
        <p:nvSpPr>
          <p:cNvPr id="146" name="Rechteck 145">
            <a:extLst>
              <a:ext uri="{FF2B5EF4-FFF2-40B4-BE49-F238E27FC236}">
                <a16:creationId xmlns:a16="http://schemas.microsoft.com/office/drawing/2014/main" id="{12D2A99C-C992-F57D-8988-44ADD8FE0BBA}"/>
              </a:ext>
            </a:extLst>
          </p:cNvPr>
          <p:cNvSpPr/>
          <p:nvPr/>
        </p:nvSpPr>
        <p:spPr>
          <a:xfrm>
            <a:off x="8385062" y="6056222"/>
            <a:ext cx="162838" cy="97703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147" name="Rechteck 146">
            <a:extLst>
              <a:ext uri="{FF2B5EF4-FFF2-40B4-BE49-F238E27FC236}">
                <a16:creationId xmlns:a16="http://schemas.microsoft.com/office/drawing/2014/main" id="{0099CB58-2A30-F50C-894E-0CE90FFA9D13}"/>
              </a:ext>
            </a:extLst>
          </p:cNvPr>
          <p:cNvSpPr/>
          <p:nvPr/>
        </p:nvSpPr>
        <p:spPr>
          <a:xfrm>
            <a:off x="8697413" y="6056222"/>
            <a:ext cx="162838" cy="97703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148" name="Rechteck 147">
            <a:extLst>
              <a:ext uri="{FF2B5EF4-FFF2-40B4-BE49-F238E27FC236}">
                <a16:creationId xmlns:a16="http://schemas.microsoft.com/office/drawing/2014/main" id="{A3AF182D-5236-FD1F-B569-CF894C863A96}"/>
              </a:ext>
            </a:extLst>
          </p:cNvPr>
          <p:cNvSpPr/>
          <p:nvPr/>
        </p:nvSpPr>
        <p:spPr>
          <a:xfrm>
            <a:off x="9009764" y="6056222"/>
            <a:ext cx="162838" cy="977030"/>
          </a:xfrm>
          <a:prstGeom prst="rect">
            <a:avLst/>
          </a:prstGeom>
          <a:solidFill>
            <a:schemeClr val="bg2">
              <a:lumMod val="90000"/>
              <a:alpha val="20000"/>
            </a:schemeClr>
          </a:solidFill>
          <a:ln>
            <a:solidFill>
              <a:schemeClr val="bg2">
                <a:lumMod val="50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alpha val="20000"/>
                  </a:schemeClr>
                </a:solidFill>
              </a:rPr>
              <a:t>20</a:t>
            </a:r>
          </a:p>
        </p:txBody>
      </p:sp>
      <p:sp>
        <p:nvSpPr>
          <p:cNvPr id="149" name="Rechteck 148">
            <a:extLst>
              <a:ext uri="{FF2B5EF4-FFF2-40B4-BE49-F238E27FC236}">
                <a16:creationId xmlns:a16="http://schemas.microsoft.com/office/drawing/2014/main" id="{5104A068-540B-9628-4B96-F2B392453007}"/>
              </a:ext>
            </a:extLst>
          </p:cNvPr>
          <p:cNvSpPr/>
          <p:nvPr/>
        </p:nvSpPr>
        <p:spPr>
          <a:xfrm>
            <a:off x="9322115" y="6056222"/>
            <a:ext cx="162838" cy="97703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150" name="Rechteck 149">
            <a:extLst>
              <a:ext uri="{FF2B5EF4-FFF2-40B4-BE49-F238E27FC236}">
                <a16:creationId xmlns:a16="http://schemas.microsoft.com/office/drawing/2014/main" id="{484148BB-4DE0-8EEC-A890-09AB9DA160B1}"/>
              </a:ext>
            </a:extLst>
          </p:cNvPr>
          <p:cNvSpPr/>
          <p:nvPr/>
        </p:nvSpPr>
        <p:spPr>
          <a:xfrm>
            <a:off x="9634466" y="6056222"/>
            <a:ext cx="162838" cy="97703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51" name="Rechteck 150">
            <a:extLst>
              <a:ext uri="{FF2B5EF4-FFF2-40B4-BE49-F238E27FC236}">
                <a16:creationId xmlns:a16="http://schemas.microsoft.com/office/drawing/2014/main" id="{960BDEC5-A28C-AC1A-3F22-7E7CFBFF585E}"/>
              </a:ext>
            </a:extLst>
          </p:cNvPr>
          <p:cNvSpPr/>
          <p:nvPr/>
        </p:nvSpPr>
        <p:spPr>
          <a:xfrm>
            <a:off x="9946817" y="6056222"/>
            <a:ext cx="162838" cy="97703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152" name="Rechteck 151">
            <a:extLst>
              <a:ext uri="{FF2B5EF4-FFF2-40B4-BE49-F238E27FC236}">
                <a16:creationId xmlns:a16="http://schemas.microsoft.com/office/drawing/2014/main" id="{ED89B6DD-86F1-D0DE-44D7-F17CDFCC7DA8}"/>
              </a:ext>
            </a:extLst>
          </p:cNvPr>
          <p:cNvSpPr/>
          <p:nvPr/>
        </p:nvSpPr>
        <p:spPr>
          <a:xfrm>
            <a:off x="10259168" y="6056222"/>
            <a:ext cx="162838" cy="97703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24</a:t>
            </a:r>
          </a:p>
        </p:txBody>
      </p:sp>
      <p:sp>
        <p:nvSpPr>
          <p:cNvPr id="153" name="Rechteck 152">
            <a:extLst>
              <a:ext uri="{FF2B5EF4-FFF2-40B4-BE49-F238E27FC236}">
                <a16:creationId xmlns:a16="http://schemas.microsoft.com/office/drawing/2014/main" id="{411994A1-FCFB-438C-E106-458632B6E350}"/>
              </a:ext>
            </a:extLst>
          </p:cNvPr>
          <p:cNvSpPr/>
          <p:nvPr/>
        </p:nvSpPr>
        <p:spPr>
          <a:xfrm>
            <a:off x="10571519" y="6056222"/>
            <a:ext cx="162838" cy="97703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154" name="Rechteck 153">
            <a:extLst>
              <a:ext uri="{FF2B5EF4-FFF2-40B4-BE49-F238E27FC236}">
                <a16:creationId xmlns:a16="http://schemas.microsoft.com/office/drawing/2014/main" id="{D75EBA5D-F3EA-C582-E2FA-7CA569B436B1}"/>
              </a:ext>
            </a:extLst>
          </p:cNvPr>
          <p:cNvSpPr/>
          <p:nvPr/>
        </p:nvSpPr>
        <p:spPr>
          <a:xfrm>
            <a:off x="3075095" y="6056222"/>
            <a:ext cx="162838" cy="97703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5" name="Rechteck 154">
            <a:extLst>
              <a:ext uri="{FF2B5EF4-FFF2-40B4-BE49-F238E27FC236}">
                <a16:creationId xmlns:a16="http://schemas.microsoft.com/office/drawing/2014/main" id="{5A52115C-2B1C-535B-4870-2C94976DB3D4}"/>
              </a:ext>
            </a:extLst>
          </p:cNvPr>
          <p:cNvSpPr/>
          <p:nvPr/>
        </p:nvSpPr>
        <p:spPr>
          <a:xfrm>
            <a:off x="3387446" y="6056222"/>
            <a:ext cx="162838" cy="97703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6" name="Rechteck 155">
            <a:extLst>
              <a:ext uri="{FF2B5EF4-FFF2-40B4-BE49-F238E27FC236}">
                <a16:creationId xmlns:a16="http://schemas.microsoft.com/office/drawing/2014/main" id="{8D666995-5AB1-4ABF-86B3-92FA64EF30A7}"/>
              </a:ext>
            </a:extLst>
          </p:cNvPr>
          <p:cNvSpPr/>
          <p:nvPr/>
        </p:nvSpPr>
        <p:spPr>
          <a:xfrm>
            <a:off x="3699797" y="6056222"/>
            <a:ext cx="162838" cy="97703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7" name="Rechteck 156">
            <a:extLst>
              <a:ext uri="{FF2B5EF4-FFF2-40B4-BE49-F238E27FC236}">
                <a16:creationId xmlns:a16="http://schemas.microsoft.com/office/drawing/2014/main" id="{D91E47E0-A9C1-4F37-9717-D48B30F447BB}"/>
              </a:ext>
            </a:extLst>
          </p:cNvPr>
          <p:cNvSpPr/>
          <p:nvPr/>
        </p:nvSpPr>
        <p:spPr>
          <a:xfrm>
            <a:off x="10883870" y="6056222"/>
            <a:ext cx="162838" cy="97703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26</a:t>
            </a:r>
          </a:p>
        </p:txBody>
      </p:sp>
      <p:sp>
        <p:nvSpPr>
          <p:cNvPr id="158" name="Rechteck 157">
            <a:extLst>
              <a:ext uri="{FF2B5EF4-FFF2-40B4-BE49-F238E27FC236}">
                <a16:creationId xmlns:a16="http://schemas.microsoft.com/office/drawing/2014/main" id="{2100138C-1ED6-A43C-4C45-A13450E1E0B2}"/>
              </a:ext>
            </a:extLst>
          </p:cNvPr>
          <p:cNvSpPr/>
          <p:nvPr/>
        </p:nvSpPr>
        <p:spPr>
          <a:xfrm>
            <a:off x="11196221" y="6056222"/>
            <a:ext cx="162838" cy="97703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27</a:t>
            </a:r>
          </a:p>
        </p:txBody>
      </p:sp>
      <p:sp>
        <p:nvSpPr>
          <p:cNvPr id="159" name="Rechteck 158">
            <a:extLst>
              <a:ext uri="{FF2B5EF4-FFF2-40B4-BE49-F238E27FC236}">
                <a16:creationId xmlns:a16="http://schemas.microsoft.com/office/drawing/2014/main" id="{9456E47E-23B4-AC1D-30F4-E1E82E80F721}"/>
              </a:ext>
            </a:extLst>
          </p:cNvPr>
          <p:cNvSpPr/>
          <p:nvPr/>
        </p:nvSpPr>
        <p:spPr>
          <a:xfrm>
            <a:off x="11508577" y="6056222"/>
            <a:ext cx="162838" cy="97703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28</a:t>
            </a:r>
          </a:p>
        </p:txBody>
      </p:sp>
      <p:cxnSp>
        <p:nvCxnSpPr>
          <p:cNvPr id="160" name="Gerade Verbindung mit Pfeil 159">
            <a:extLst>
              <a:ext uri="{FF2B5EF4-FFF2-40B4-BE49-F238E27FC236}">
                <a16:creationId xmlns:a16="http://schemas.microsoft.com/office/drawing/2014/main" id="{DFF149B8-13E3-4B99-E1F0-BD7AA5A87036}"/>
              </a:ext>
            </a:extLst>
          </p:cNvPr>
          <p:cNvCxnSpPr>
            <a:cxnSpLocks/>
            <a:endCxn id="154" idx="1"/>
          </p:cNvCxnSpPr>
          <p:nvPr/>
        </p:nvCxnSpPr>
        <p:spPr>
          <a:xfrm>
            <a:off x="2179184" y="6544737"/>
            <a:ext cx="8959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Gerade Verbindung mit Pfeil 160">
            <a:extLst>
              <a:ext uri="{FF2B5EF4-FFF2-40B4-BE49-F238E27FC236}">
                <a16:creationId xmlns:a16="http://schemas.microsoft.com/office/drawing/2014/main" id="{A49D49A6-B444-DE04-485C-1991F13F3982}"/>
              </a:ext>
            </a:extLst>
          </p:cNvPr>
          <p:cNvCxnSpPr>
            <a:endCxn id="155" idx="1"/>
          </p:cNvCxnSpPr>
          <p:nvPr/>
        </p:nvCxnSpPr>
        <p:spPr>
          <a:xfrm>
            <a:off x="3254173" y="6544737"/>
            <a:ext cx="1332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Gerade Verbindung mit Pfeil 161">
            <a:extLst>
              <a:ext uri="{FF2B5EF4-FFF2-40B4-BE49-F238E27FC236}">
                <a16:creationId xmlns:a16="http://schemas.microsoft.com/office/drawing/2014/main" id="{25094FC7-3D38-0136-8E84-F64FB3A4F23A}"/>
              </a:ext>
            </a:extLst>
          </p:cNvPr>
          <p:cNvCxnSpPr>
            <a:stCxn id="155" idx="3"/>
            <a:endCxn id="156" idx="1"/>
          </p:cNvCxnSpPr>
          <p:nvPr/>
        </p:nvCxnSpPr>
        <p:spPr>
          <a:xfrm>
            <a:off x="3550284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Gerade Verbindung mit Pfeil 162">
            <a:extLst>
              <a:ext uri="{FF2B5EF4-FFF2-40B4-BE49-F238E27FC236}">
                <a16:creationId xmlns:a16="http://schemas.microsoft.com/office/drawing/2014/main" id="{66DFC82B-8C84-1DD0-9490-A701EF3B1140}"/>
              </a:ext>
            </a:extLst>
          </p:cNvPr>
          <p:cNvCxnSpPr>
            <a:endCxn id="130" idx="1"/>
          </p:cNvCxnSpPr>
          <p:nvPr/>
        </p:nvCxnSpPr>
        <p:spPr>
          <a:xfrm>
            <a:off x="3862635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Gerade Verbindung mit Pfeil 163">
            <a:extLst>
              <a:ext uri="{FF2B5EF4-FFF2-40B4-BE49-F238E27FC236}">
                <a16:creationId xmlns:a16="http://schemas.microsoft.com/office/drawing/2014/main" id="{3604A813-ED97-6921-84E7-7C2D9E0B7213}"/>
              </a:ext>
            </a:extLst>
          </p:cNvPr>
          <p:cNvCxnSpPr>
            <a:endCxn id="132" idx="1"/>
          </p:cNvCxnSpPr>
          <p:nvPr/>
        </p:nvCxnSpPr>
        <p:spPr>
          <a:xfrm>
            <a:off x="4174986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Gerade Verbindung mit Pfeil 164">
            <a:extLst>
              <a:ext uri="{FF2B5EF4-FFF2-40B4-BE49-F238E27FC236}">
                <a16:creationId xmlns:a16="http://schemas.microsoft.com/office/drawing/2014/main" id="{9947C608-9633-3A75-A4A7-EE3CE8C2171E}"/>
              </a:ext>
            </a:extLst>
          </p:cNvPr>
          <p:cNvCxnSpPr>
            <a:stCxn id="132" idx="3"/>
            <a:endCxn id="133" idx="1"/>
          </p:cNvCxnSpPr>
          <p:nvPr/>
        </p:nvCxnSpPr>
        <p:spPr>
          <a:xfrm>
            <a:off x="4487337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Gerade Verbindung mit Pfeil 165">
            <a:extLst>
              <a:ext uri="{FF2B5EF4-FFF2-40B4-BE49-F238E27FC236}">
                <a16:creationId xmlns:a16="http://schemas.microsoft.com/office/drawing/2014/main" id="{0F9FB296-3CA9-F593-33BD-BC7AD7792C71}"/>
              </a:ext>
            </a:extLst>
          </p:cNvPr>
          <p:cNvCxnSpPr>
            <a:cxnSpLocks/>
            <a:endCxn id="135" idx="1"/>
          </p:cNvCxnSpPr>
          <p:nvPr/>
        </p:nvCxnSpPr>
        <p:spPr>
          <a:xfrm>
            <a:off x="4811574" y="6544737"/>
            <a:ext cx="1376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Gerade Verbindung mit Pfeil 166">
            <a:extLst>
              <a:ext uri="{FF2B5EF4-FFF2-40B4-BE49-F238E27FC236}">
                <a16:creationId xmlns:a16="http://schemas.microsoft.com/office/drawing/2014/main" id="{287BD283-A1FC-BC29-A1D0-559E86C3308C}"/>
              </a:ext>
            </a:extLst>
          </p:cNvPr>
          <p:cNvCxnSpPr>
            <a:cxnSpLocks/>
            <a:stCxn id="135" idx="3"/>
            <a:endCxn id="137" idx="1"/>
          </p:cNvCxnSpPr>
          <p:nvPr/>
        </p:nvCxnSpPr>
        <p:spPr>
          <a:xfrm>
            <a:off x="5112039" y="6544737"/>
            <a:ext cx="4618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Gerade Verbindung mit Pfeil 168">
            <a:extLst>
              <a:ext uri="{FF2B5EF4-FFF2-40B4-BE49-F238E27FC236}">
                <a16:creationId xmlns:a16="http://schemas.microsoft.com/office/drawing/2014/main" id="{F6B7EEBE-03ED-F0C4-C11D-0E6E13DC278B}"/>
              </a:ext>
            </a:extLst>
          </p:cNvPr>
          <p:cNvCxnSpPr>
            <a:stCxn id="137" idx="3"/>
            <a:endCxn id="138" idx="1"/>
          </p:cNvCxnSpPr>
          <p:nvPr/>
        </p:nvCxnSpPr>
        <p:spPr>
          <a:xfrm>
            <a:off x="5736741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Gerade Verbindung mit Pfeil 169">
            <a:extLst>
              <a:ext uri="{FF2B5EF4-FFF2-40B4-BE49-F238E27FC236}">
                <a16:creationId xmlns:a16="http://schemas.microsoft.com/office/drawing/2014/main" id="{B984090D-FB21-64E8-3FFF-DD1FA2A91A31}"/>
              </a:ext>
            </a:extLst>
          </p:cNvPr>
          <p:cNvCxnSpPr>
            <a:cxnSpLocks/>
            <a:stCxn id="138" idx="3"/>
            <a:endCxn id="140" idx="1"/>
          </p:cNvCxnSpPr>
          <p:nvPr/>
        </p:nvCxnSpPr>
        <p:spPr>
          <a:xfrm>
            <a:off x="6049092" y="6544737"/>
            <a:ext cx="4618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Gerade Verbindung mit Pfeil 171">
            <a:extLst>
              <a:ext uri="{FF2B5EF4-FFF2-40B4-BE49-F238E27FC236}">
                <a16:creationId xmlns:a16="http://schemas.microsoft.com/office/drawing/2014/main" id="{7FB6DFFA-44CB-7629-FFB4-39417CF8F09C}"/>
              </a:ext>
            </a:extLst>
          </p:cNvPr>
          <p:cNvCxnSpPr>
            <a:stCxn id="140" idx="3"/>
            <a:endCxn id="141" idx="1"/>
          </p:cNvCxnSpPr>
          <p:nvPr/>
        </p:nvCxnSpPr>
        <p:spPr>
          <a:xfrm>
            <a:off x="6673794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Gerade Verbindung mit Pfeil 172">
            <a:extLst>
              <a:ext uri="{FF2B5EF4-FFF2-40B4-BE49-F238E27FC236}">
                <a16:creationId xmlns:a16="http://schemas.microsoft.com/office/drawing/2014/main" id="{EAC28D72-901C-68E2-885F-92DD195173B4}"/>
              </a:ext>
            </a:extLst>
          </p:cNvPr>
          <p:cNvCxnSpPr>
            <a:stCxn id="141" idx="3"/>
            <a:endCxn id="142" idx="1"/>
          </p:cNvCxnSpPr>
          <p:nvPr/>
        </p:nvCxnSpPr>
        <p:spPr>
          <a:xfrm>
            <a:off x="6986145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Gerade Verbindung mit Pfeil 173">
            <a:extLst>
              <a:ext uri="{FF2B5EF4-FFF2-40B4-BE49-F238E27FC236}">
                <a16:creationId xmlns:a16="http://schemas.microsoft.com/office/drawing/2014/main" id="{B53D1C5B-4917-A879-508D-6E8B2A9E8D61}"/>
              </a:ext>
            </a:extLst>
          </p:cNvPr>
          <p:cNvCxnSpPr>
            <a:cxnSpLocks/>
            <a:stCxn id="142" idx="3"/>
            <a:endCxn id="146" idx="1"/>
          </p:cNvCxnSpPr>
          <p:nvPr/>
        </p:nvCxnSpPr>
        <p:spPr>
          <a:xfrm>
            <a:off x="7298496" y="6544737"/>
            <a:ext cx="10865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Gerade Verbindung mit Pfeil 177">
            <a:extLst>
              <a:ext uri="{FF2B5EF4-FFF2-40B4-BE49-F238E27FC236}">
                <a16:creationId xmlns:a16="http://schemas.microsoft.com/office/drawing/2014/main" id="{7631C54B-B908-5C27-5C35-BC9EFB823780}"/>
              </a:ext>
            </a:extLst>
          </p:cNvPr>
          <p:cNvCxnSpPr>
            <a:stCxn id="146" idx="3"/>
            <a:endCxn id="147" idx="1"/>
          </p:cNvCxnSpPr>
          <p:nvPr/>
        </p:nvCxnSpPr>
        <p:spPr>
          <a:xfrm>
            <a:off x="8547900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Gerade Verbindung mit Pfeil 178">
            <a:extLst>
              <a:ext uri="{FF2B5EF4-FFF2-40B4-BE49-F238E27FC236}">
                <a16:creationId xmlns:a16="http://schemas.microsoft.com/office/drawing/2014/main" id="{17006D3D-D658-3C85-25F0-882B216555ED}"/>
              </a:ext>
            </a:extLst>
          </p:cNvPr>
          <p:cNvCxnSpPr>
            <a:cxnSpLocks/>
            <a:stCxn id="147" idx="3"/>
            <a:endCxn id="149" idx="1"/>
          </p:cNvCxnSpPr>
          <p:nvPr/>
        </p:nvCxnSpPr>
        <p:spPr>
          <a:xfrm>
            <a:off x="8860251" y="6544737"/>
            <a:ext cx="4618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Gerade Verbindung mit Pfeil 180">
            <a:extLst>
              <a:ext uri="{FF2B5EF4-FFF2-40B4-BE49-F238E27FC236}">
                <a16:creationId xmlns:a16="http://schemas.microsoft.com/office/drawing/2014/main" id="{E1A9DCAE-B9E1-8581-9B01-9C2E0BCE7113}"/>
              </a:ext>
            </a:extLst>
          </p:cNvPr>
          <p:cNvCxnSpPr>
            <a:stCxn id="149" idx="3"/>
            <a:endCxn id="150" idx="1"/>
          </p:cNvCxnSpPr>
          <p:nvPr/>
        </p:nvCxnSpPr>
        <p:spPr>
          <a:xfrm>
            <a:off x="9484953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Gerade Verbindung mit Pfeil 181">
            <a:extLst>
              <a:ext uri="{FF2B5EF4-FFF2-40B4-BE49-F238E27FC236}">
                <a16:creationId xmlns:a16="http://schemas.microsoft.com/office/drawing/2014/main" id="{8A5E4FC6-8ECB-6BA8-3EFC-07F05B43A802}"/>
              </a:ext>
            </a:extLst>
          </p:cNvPr>
          <p:cNvCxnSpPr>
            <a:stCxn id="150" idx="3"/>
            <a:endCxn id="151" idx="1"/>
          </p:cNvCxnSpPr>
          <p:nvPr/>
        </p:nvCxnSpPr>
        <p:spPr>
          <a:xfrm>
            <a:off x="9797304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Gerade Verbindung mit Pfeil 182">
            <a:extLst>
              <a:ext uri="{FF2B5EF4-FFF2-40B4-BE49-F238E27FC236}">
                <a16:creationId xmlns:a16="http://schemas.microsoft.com/office/drawing/2014/main" id="{4D741582-02F9-7074-B5A9-F3409132B015}"/>
              </a:ext>
            </a:extLst>
          </p:cNvPr>
          <p:cNvCxnSpPr>
            <a:stCxn id="151" idx="3"/>
            <a:endCxn id="152" idx="1"/>
          </p:cNvCxnSpPr>
          <p:nvPr/>
        </p:nvCxnSpPr>
        <p:spPr>
          <a:xfrm>
            <a:off x="10109655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Gerade Verbindung mit Pfeil 183">
            <a:extLst>
              <a:ext uri="{FF2B5EF4-FFF2-40B4-BE49-F238E27FC236}">
                <a16:creationId xmlns:a16="http://schemas.microsoft.com/office/drawing/2014/main" id="{529741AE-6C2A-A61C-B099-032F82151A8F}"/>
              </a:ext>
            </a:extLst>
          </p:cNvPr>
          <p:cNvCxnSpPr>
            <a:stCxn id="152" idx="3"/>
            <a:endCxn id="153" idx="1"/>
          </p:cNvCxnSpPr>
          <p:nvPr/>
        </p:nvCxnSpPr>
        <p:spPr>
          <a:xfrm>
            <a:off x="10422006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Gerade Verbindung mit Pfeil 184">
            <a:extLst>
              <a:ext uri="{FF2B5EF4-FFF2-40B4-BE49-F238E27FC236}">
                <a16:creationId xmlns:a16="http://schemas.microsoft.com/office/drawing/2014/main" id="{CB33382D-0210-408D-BA59-11D20073E45E}"/>
              </a:ext>
            </a:extLst>
          </p:cNvPr>
          <p:cNvCxnSpPr>
            <a:stCxn id="153" idx="3"/>
            <a:endCxn id="157" idx="1"/>
          </p:cNvCxnSpPr>
          <p:nvPr/>
        </p:nvCxnSpPr>
        <p:spPr>
          <a:xfrm>
            <a:off x="10734357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Gerade Verbindung mit Pfeil 185">
            <a:extLst>
              <a:ext uri="{FF2B5EF4-FFF2-40B4-BE49-F238E27FC236}">
                <a16:creationId xmlns:a16="http://schemas.microsoft.com/office/drawing/2014/main" id="{703D68D6-3B90-46B7-171C-82C7C73DFB31}"/>
              </a:ext>
            </a:extLst>
          </p:cNvPr>
          <p:cNvCxnSpPr>
            <a:stCxn id="157" idx="3"/>
            <a:endCxn id="158" idx="1"/>
          </p:cNvCxnSpPr>
          <p:nvPr/>
        </p:nvCxnSpPr>
        <p:spPr>
          <a:xfrm>
            <a:off x="11046708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Gerade Verbindung mit Pfeil 186">
            <a:extLst>
              <a:ext uri="{FF2B5EF4-FFF2-40B4-BE49-F238E27FC236}">
                <a16:creationId xmlns:a16="http://schemas.microsoft.com/office/drawing/2014/main" id="{24C8A06A-4DAE-5563-4E3E-6FB32091A982}"/>
              </a:ext>
            </a:extLst>
          </p:cNvPr>
          <p:cNvCxnSpPr>
            <a:stCxn id="158" idx="3"/>
            <a:endCxn id="159" idx="1"/>
          </p:cNvCxnSpPr>
          <p:nvPr/>
        </p:nvCxnSpPr>
        <p:spPr>
          <a:xfrm>
            <a:off x="11359059" y="6544737"/>
            <a:ext cx="1495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Gerade Verbindung mit Pfeil 187">
            <a:extLst>
              <a:ext uri="{FF2B5EF4-FFF2-40B4-BE49-F238E27FC236}">
                <a16:creationId xmlns:a16="http://schemas.microsoft.com/office/drawing/2014/main" id="{1AA7F245-8592-17E8-8E2A-23A25F0CEC00}"/>
              </a:ext>
            </a:extLst>
          </p:cNvPr>
          <p:cNvCxnSpPr>
            <a:stCxn id="159" idx="3"/>
          </p:cNvCxnSpPr>
          <p:nvPr/>
        </p:nvCxnSpPr>
        <p:spPr>
          <a:xfrm>
            <a:off x="11671415" y="6544737"/>
            <a:ext cx="7237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Rechteck 194">
                <a:extLst>
                  <a:ext uri="{FF2B5EF4-FFF2-40B4-BE49-F238E27FC236}">
                    <a16:creationId xmlns:a16="http://schemas.microsoft.com/office/drawing/2014/main" id="{68C610F9-D6D4-69A7-000C-D1F53788547E}"/>
                  </a:ext>
                </a:extLst>
              </p:cNvPr>
              <p:cNvSpPr/>
              <p:nvPr/>
            </p:nvSpPr>
            <p:spPr>
              <a:xfrm>
                <a:off x="2926771" y="7921308"/>
                <a:ext cx="162838" cy="977030"/>
              </a:xfrm>
              <a:prstGeom prst="rect">
                <a:avLst/>
              </a:prstGeom>
              <a:solidFill>
                <a:schemeClr val="bg2">
                  <a:lumMod val="90000"/>
                  <a:alpha val="20000"/>
                </a:schemeClr>
              </a:solidFill>
              <a:ln>
                <a:solidFill>
                  <a:schemeClr val="bg2">
                    <a:lumMod val="50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tx1">
                              <a:alpha val="20000"/>
                            </a:schemeClr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dirty="0">
                  <a:solidFill>
                    <a:schemeClr val="tx1">
                      <a:alpha val="2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5" name="Rechteck 194">
                <a:extLst>
                  <a:ext uri="{FF2B5EF4-FFF2-40B4-BE49-F238E27FC236}">
                    <a16:creationId xmlns:a16="http://schemas.microsoft.com/office/drawing/2014/main" id="{68C610F9-D6D4-69A7-000C-D1F5378854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771" y="7921308"/>
                <a:ext cx="162838" cy="977030"/>
              </a:xfrm>
              <a:prstGeom prst="rect">
                <a:avLst/>
              </a:prstGeom>
              <a:blipFill>
                <a:blip r:embed="rId3"/>
                <a:stretch>
                  <a:fillRect l="-25000"/>
                </a:stretch>
              </a:blipFill>
              <a:ln>
                <a:solidFill>
                  <a:schemeClr val="bg2">
                    <a:lumMod val="50000"/>
                    <a:alpha val="2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feld 195">
                <a:extLst>
                  <a:ext uri="{FF2B5EF4-FFF2-40B4-BE49-F238E27FC236}">
                    <a16:creationId xmlns:a16="http://schemas.microsoft.com/office/drawing/2014/main" id="{6ABDD955-200D-B288-2FB7-9909BC553DED}"/>
                  </a:ext>
                </a:extLst>
              </p:cNvPr>
              <p:cNvSpPr txBox="1"/>
              <p:nvPr/>
            </p:nvSpPr>
            <p:spPr>
              <a:xfrm>
                <a:off x="3118286" y="8186057"/>
                <a:ext cx="18462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Removed block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96" name="Textfeld 195">
                <a:extLst>
                  <a:ext uri="{FF2B5EF4-FFF2-40B4-BE49-F238E27FC236}">
                    <a16:creationId xmlns:a16="http://schemas.microsoft.com/office/drawing/2014/main" id="{6ABDD955-200D-B288-2FB7-9909BC553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286" y="8186057"/>
                <a:ext cx="1846275" cy="369332"/>
              </a:xfrm>
              <a:prstGeom prst="rect">
                <a:avLst/>
              </a:prstGeom>
              <a:blipFill>
                <a:blip r:embed="rId4"/>
                <a:stretch>
                  <a:fillRect l="-2740" t="-6667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Rechteck 196">
                <a:extLst>
                  <a:ext uri="{FF2B5EF4-FFF2-40B4-BE49-F238E27FC236}">
                    <a16:creationId xmlns:a16="http://schemas.microsoft.com/office/drawing/2014/main" id="{42E0FBA0-A7F5-8E9B-EF32-74FB023808F8}"/>
                  </a:ext>
                </a:extLst>
              </p:cNvPr>
              <p:cNvSpPr/>
              <p:nvPr/>
            </p:nvSpPr>
            <p:spPr>
              <a:xfrm>
                <a:off x="5097868" y="7928565"/>
                <a:ext cx="162838" cy="97703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60000"/>
                </a:schemeClr>
              </a:solidFill>
              <a:ln>
                <a:solidFill>
                  <a:schemeClr val="accent3">
                    <a:alpha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dirty="0">
                  <a:solidFill>
                    <a:schemeClr val="tx1">
                      <a:alpha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7" name="Rechteck 196">
                <a:extLst>
                  <a:ext uri="{FF2B5EF4-FFF2-40B4-BE49-F238E27FC236}">
                    <a16:creationId xmlns:a16="http://schemas.microsoft.com/office/drawing/2014/main" id="{42E0FBA0-A7F5-8E9B-EF32-74FB023808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868" y="7928565"/>
                <a:ext cx="162838" cy="977030"/>
              </a:xfrm>
              <a:prstGeom prst="rect">
                <a:avLst/>
              </a:prstGeom>
              <a:blipFill>
                <a:blip r:embed="rId5"/>
                <a:stretch>
                  <a:fillRect l="-25000"/>
                </a:stretch>
              </a:blipFill>
              <a:ln>
                <a:solidFill>
                  <a:schemeClr val="accent3">
                    <a:alpha val="6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Textfeld 197">
                <a:extLst>
                  <a:ext uri="{FF2B5EF4-FFF2-40B4-BE49-F238E27FC236}">
                    <a16:creationId xmlns:a16="http://schemas.microsoft.com/office/drawing/2014/main" id="{C9DCD118-9481-D315-A9F4-1F35D355E9D5}"/>
                  </a:ext>
                </a:extLst>
              </p:cNvPr>
              <p:cNvSpPr txBox="1"/>
              <p:nvPr/>
            </p:nvSpPr>
            <p:spPr>
              <a:xfrm>
                <a:off x="5289383" y="8193314"/>
                <a:ext cx="22790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New removed block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98" name="Textfeld 197">
                <a:extLst>
                  <a:ext uri="{FF2B5EF4-FFF2-40B4-BE49-F238E27FC236}">
                    <a16:creationId xmlns:a16="http://schemas.microsoft.com/office/drawing/2014/main" id="{C9DCD118-9481-D315-A9F4-1F35D355E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383" y="8193314"/>
                <a:ext cx="2279085" cy="369332"/>
              </a:xfrm>
              <a:prstGeom prst="rect">
                <a:avLst/>
              </a:prstGeom>
              <a:blipFill>
                <a:blip r:embed="rId6"/>
                <a:stretch>
                  <a:fillRect l="-2210" t="-6667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Textfeld 200">
            <a:extLst>
              <a:ext uri="{FF2B5EF4-FFF2-40B4-BE49-F238E27FC236}">
                <a16:creationId xmlns:a16="http://schemas.microsoft.com/office/drawing/2014/main" id="{90A77559-961D-D7F6-986F-46A4533AD552}"/>
              </a:ext>
            </a:extLst>
          </p:cNvPr>
          <p:cNvSpPr txBox="1"/>
          <p:nvPr/>
        </p:nvSpPr>
        <p:spPr>
          <a:xfrm>
            <a:off x="7076200" y="5936400"/>
            <a:ext cx="4889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pple Color Emoji" pitchFamily="2" charset="0"/>
              </a:rPr>
              <a:t>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Rechteck 201">
                <a:extLst>
                  <a:ext uri="{FF2B5EF4-FFF2-40B4-BE49-F238E27FC236}">
                    <a16:creationId xmlns:a16="http://schemas.microsoft.com/office/drawing/2014/main" id="{D256CBE8-0101-1D7E-0C4C-47BA0FE313A0}"/>
                  </a:ext>
                </a:extLst>
              </p:cNvPr>
              <p:cNvSpPr/>
              <p:nvPr/>
            </p:nvSpPr>
            <p:spPr>
              <a:xfrm>
                <a:off x="7715575" y="7921308"/>
                <a:ext cx="162838" cy="977030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 dirty="0">
                  <a:solidFill>
                    <a:schemeClr val="tx1">
                      <a:alpha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2" name="Rechteck 201">
                <a:extLst>
                  <a:ext uri="{FF2B5EF4-FFF2-40B4-BE49-F238E27FC236}">
                    <a16:creationId xmlns:a16="http://schemas.microsoft.com/office/drawing/2014/main" id="{D256CBE8-0101-1D7E-0C4C-47BA0FE313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575" y="7921308"/>
                <a:ext cx="162838" cy="977030"/>
              </a:xfrm>
              <a:prstGeom prst="rect">
                <a:avLst/>
              </a:prstGeom>
              <a:blipFill>
                <a:blip r:embed="rId7"/>
                <a:stretch>
                  <a:fillRect l="-46667" r="-13333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feld 202">
                <a:extLst>
                  <a:ext uri="{FF2B5EF4-FFF2-40B4-BE49-F238E27FC236}">
                    <a16:creationId xmlns:a16="http://schemas.microsoft.com/office/drawing/2014/main" id="{2DDB5F9D-0496-C940-7219-831955296ABD}"/>
                  </a:ext>
                </a:extLst>
              </p:cNvPr>
              <p:cNvSpPr txBox="1"/>
              <p:nvPr/>
            </p:nvSpPr>
            <p:spPr>
              <a:xfrm>
                <a:off x="7907090" y="8186057"/>
                <a:ext cx="17065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Tunable block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03" name="Textfeld 202">
                <a:extLst>
                  <a:ext uri="{FF2B5EF4-FFF2-40B4-BE49-F238E27FC236}">
                    <a16:creationId xmlns:a16="http://schemas.microsoft.com/office/drawing/2014/main" id="{2DDB5F9D-0496-C940-7219-831955296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090" y="8186057"/>
                <a:ext cx="1706557" cy="369332"/>
              </a:xfrm>
              <a:prstGeom prst="rect">
                <a:avLst/>
              </a:prstGeom>
              <a:blipFill>
                <a:blip r:embed="rId8"/>
                <a:stretch>
                  <a:fillRect l="-2963" t="-6667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Textfeld 203">
            <a:extLst>
              <a:ext uri="{FF2B5EF4-FFF2-40B4-BE49-F238E27FC236}">
                <a16:creationId xmlns:a16="http://schemas.microsoft.com/office/drawing/2014/main" id="{6DDB2367-5E7C-1647-010B-876A2AB28D22}"/>
              </a:ext>
            </a:extLst>
          </p:cNvPr>
          <p:cNvSpPr txBox="1"/>
          <p:nvPr/>
        </p:nvSpPr>
        <p:spPr>
          <a:xfrm>
            <a:off x="3014825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pple Color Emoji" pitchFamily="2" charset="0"/>
              </a:rPr>
              <a:t>🔥</a:t>
            </a:r>
          </a:p>
        </p:txBody>
      </p:sp>
      <p:sp>
        <p:nvSpPr>
          <p:cNvPr id="205" name="Textfeld 204">
            <a:extLst>
              <a:ext uri="{FF2B5EF4-FFF2-40B4-BE49-F238E27FC236}">
                <a16:creationId xmlns:a16="http://schemas.microsoft.com/office/drawing/2014/main" id="{246A22F8-3E6A-26BB-7DD4-6095A0DF874D}"/>
              </a:ext>
            </a:extLst>
          </p:cNvPr>
          <p:cNvSpPr txBox="1"/>
          <p:nvPr/>
        </p:nvSpPr>
        <p:spPr>
          <a:xfrm>
            <a:off x="3326881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pple Color Emoji" pitchFamily="2" charset="0"/>
              </a:rPr>
              <a:t>🔥</a:t>
            </a:r>
          </a:p>
        </p:txBody>
      </p:sp>
      <p:sp>
        <p:nvSpPr>
          <p:cNvPr id="206" name="Textfeld 205">
            <a:extLst>
              <a:ext uri="{FF2B5EF4-FFF2-40B4-BE49-F238E27FC236}">
                <a16:creationId xmlns:a16="http://schemas.microsoft.com/office/drawing/2014/main" id="{C86DE0BE-9F1C-595F-C748-59B202DE6FF8}"/>
              </a:ext>
            </a:extLst>
          </p:cNvPr>
          <p:cNvSpPr txBox="1"/>
          <p:nvPr/>
        </p:nvSpPr>
        <p:spPr>
          <a:xfrm>
            <a:off x="3660710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pple Color Emoji" pitchFamily="2" charset="0"/>
              </a:rPr>
              <a:t>🔥</a:t>
            </a:r>
          </a:p>
        </p:txBody>
      </p:sp>
      <p:sp>
        <p:nvSpPr>
          <p:cNvPr id="207" name="Textfeld 206">
            <a:extLst>
              <a:ext uri="{FF2B5EF4-FFF2-40B4-BE49-F238E27FC236}">
                <a16:creationId xmlns:a16="http://schemas.microsoft.com/office/drawing/2014/main" id="{F28811BF-1891-D34C-FCAE-D595ADDF5F8C}"/>
              </a:ext>
            </a:extLst>
          </p:cNvPr>
          <p:cNvSpPr txBox="1"/>
          <p:nvPr/>
        </p:nvSpPr>
        <p:spPr>
          <a:xfrm>
            <a:off x="3972766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pple Color Emoji" pitchFamily="2" charset="0"/>
              </a:rPr>
              <a:t>🔥</a:t>
            </a:r>
          </a:p>
        </p:txBody>
      </p:sp>
      <p:sp>
        <p:nvSpPr>
          <p:cNvPr id="208" name="Textfeld 207">
            <a:extLst>
              <a:ext uri="{FF2B5EF4-FFF2-40B4-BE49-F238E27FC236}">
                <a16:creationId xmlns:a16="http://schemas.microsoft.com/office/drawing/2014/main" id="{11F724CC-3BA8-E0C9-DF8D-B21017BBA83A}"/>
              </a:ext>
            </a:extLst>
          </p:cNvPr>
          <p:cNvSpPr txBox="1"/>
          <p:nvPr/>
        </p:nvSpPr>
        <p:spPr>
          <a:xfrm>
            <a:off x="4277567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pple Color Emoji" pitchFamily="2" charset="0"/>
              </a:rPr>
              <a:t>🔥</a:t>
            </a:r>
          </a:p>
        </p:txBody>
      </p:sp>
      <p:sp>
        <p:nvSpPr>
          <p:cNvPr id="209" name="Textfeld 208">
            <a:extLst>
              <a:ext uri="{FF2B5EF4-FFF2-40B4-BE49-F238E27FC236}">
                <a16:creationId xmlns:a16="http://schemas.microsoft.com/office/drawing/2014/main" id="{05CFF4C3-284B-12E3-AE30-CB696412EB21}"/>
              </a:ext>
            </a:extLst>
          </p:cNvPr>
          <p:cNvSpPr txBox="1"/>
          <p:nvPr/>
        </p:nvSpPr>
        <p:spPr>
          <a:xfrm>
            <a:off x="4596883" y="5936400"/>
            <a:ext cx="478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pple Color Emoji" pitchFamily="2" charset="0"/>
              </a:rPr>
              <a:t>🔥</a:t>
            </a:r>
          </a:p>
          <a:p>
            <a:endParaRPr lang="en-GB" dirty="0"/>
          </a:p>
        </p:txBody>
      </p:sp>
      <p:sp>
        <p:nvSpPr>
          <p:cNvPr id="210" name="Textfeld 209">
            <a:extLst>
              <a:ext uri="{FF2B5EF4-FFF2-40B4-BE49-F238E27FC236}">
                <a16:creationId xmlns:a16="http://schemas.microsoft.com/office/drawing/2014/main" id="{1EF339BD-B51D-CD0E-01E6-C899FD13C93D}"/>
              </a:ext>
            </a:extLst>
          </p:cNvPr>
          <p:cNvSpPr txBox="1"/>
          <p:nvPr/>
        </p:nvSpPr>
        <p:spPr>
          <a:xfrm>
            <a:off x="4901680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pple Color Emoji" pitchFamily="2" charset="0"/>
              </a:rPr>
              <a:t>🔥</a:t>
            </a:r>
          </a:p>
        </p:txBody>
      </p:sp>
      <p:sp>
        <p:nvSpPr>
          <p:cNvPr id="211" name="Textfeld 210">
            <a:extLst>
              <a:ext uri="{FF2B5EF4-FFF2-40B4-BE49-F238E27FC236}">
                <a16:creationId xmlns:a16="http://schemas.microsoft.com/office/drawing/2014/main" id="{2E65E521-F85B-F93B-2E9E-42086F435CED}"/>
              </a:ext>
            </a:extLst>
          </p:cNvPr>
          <p:cNvSpPr txBox="1"/>
          <p:nvPr/>
        </p:nvSpPr>
        <p:spPr>
          <a:xfrm>
            <a:off x="5525792" y="5936400"/>
            <a:ext cx="478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pple Color Emoji" pitchFamily="2" charset="0"/>
              </a:rPr>
              <a:t>🔥</a:t>
            </a:r>
          </a:p>
          <a:p>
            <a:endParaRPr lang="en-GB" dirty="0"/>
          </a:p>
        </p:txBody>
      </p:sp>
      <p:sp>
        <p:nvSpPr>
          <p:cNvPr id="212" name="Textfeld 211">
            <a:extLst>
              <a:ext uri="{FF2B5EF4-FFF2-40B4-BE49-F238E27FC236}">
                <a16:creationId xmlns:a16="http://schemas.microsoft.com/office/drawing/2014/main" id="{B5119C2E-1FE1-D19E-AAD3-18A80F964CB9}"/>
              </a:ext>
            </a:extLst>
          </p:cNvPr>
          <p:cNvSpPr txBox="1"/>
          <p:nvPr/>
        </p:nvSpPr>
        <p:spPr>
          <a:xfrm>
            <a:off x="5859623" y="5936400"/>
            <a:ext cx="478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pple Color Emoji" pitchFamily="2" charset="0"/>
              </a:rPr>
              <a:t>🔥</a:t>
            </a:r>
          </a:p>
          <a:p>
            <a:endParaRPr lang="en-GB" dirty="0"/>
          </a:p>
        </p:txBody>
      </p:sp>
      <p:sp>
        <p:nvSpPr>
          <p:cNvPr id="213" name="Textfeld 212">
            <a:extLst>
              <a:ext uri="{FF2B5EF4-FFF2-40B4-BE49-F238E27FC236}">
                <a16:creationId xmlns:a16="http://schemas.microsoft.com/office/drawing/2014/main" id="{528D97DD-D8F3-D635-FDB2-8B3175A92741}"/>
              </a:ext>
            </a:extLst>
          </p:cNvPr>
          <p:cNvSpPr txBox="1"/>
          <p:nvPr/>
        </p:nvSpPr>
        <p:spPr>
          <a:xfrm>
            <a:off x="6483737" y="5936400"/>
            <a:ext cx="478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pple Color Emoji" pitchFamily="2" charset="0"/>
              </a:rPr>
              <a:t>🔥</a:t>
            </a:r>
          </a:p>
          <a:p>
            <a:endParaRPr lang="en-GB" dirty="0"/>
          </a:p>
        </p:txBody>
      </p:sp>
      <p:sp>
        <p:nvSpPr>
          <p:cNvPr id="214" name="Textfeld 213">
            <a:extLst>
              <a:ext uri="{FF2B5EF4-FFF2-40B4-BE49-F238E27FC236}">
                <a16:creationId xmlns:a16="http://schemas.microsoft.com/office/drawing/2014/main" id="{F00148B9-37F3-EE86-2EA4-FCAFD30A00EC}"/>
              </a:ext>
            </a:extLst>
          </p:cNvPr>
          <p:cNvSpPr txBox="1"/>
          <p:nvPr/>
        </p:nvSpPr>
        <p:spPr>
          <a:xfrm>
            <a:off x="6774025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pple Color Emoji" pitchFamily="2" charset="0"/>
              </a:rPr>
              <a:t>🔥</a:t>
            </a:r>
          </a:p>
        </p:txBody>
      </p:sp>
      <p:sp>
        <p:nvSpPr>
          <p:cNvPr id="215" name="Textfeld 214">
            <a:extLst>
              <a:ext uri="{FF2B5EF4-FFF2-40B4-BE49-F238E27FC236}">
                <a16:creationId xmlns:a16="http://schemas.microsoft.com/office/drawing/2014/main" id="{78281E50-B950-DD29-3521-6B2C19B94A3E}"/>
              </a:ext>
            </a:extLst>
          </p:cNvPr>
          <p:cNvSpPr txBox="1"/>
          <p:nvPr/>
        </p:nvSpPr>
        <p:spPr>
          <a:xfrm>
            <a:off x="8348823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pple Color Emoji" pitchFamily="2" charset="0"/>
              </a:rPr>
              <a:t>🔥</a:t>
            </a:r>
          </a:p>
        </p:txBody>
      </p:sp>
      <p:sp>
        <p:nvSpPr>
          <p:cNvPr id="216" name="Textfeld 215">
            <a:extLst>
              <a:ext uri="{FF2B5EF4-FFF2-40B4-BE49-F238E27FC236}">
                <a16:creationId xmlns:a16="http://schemas.microsoft.com/office/drawing/2014/main" id="{FF7ECB8A-EC69-0D8B-B249-AE95D84C46BC}"/>
              </a:ext>
            </a:extLst>
          </p:cNvPr>
          <p:cNvSpPr txBox="1"/>
          <p:nvPr/>
        </p:nvSpPr>
        <p:spPr>
          <a:xfrm>
            <a:off x="8668139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pple Color Emoji" pitchFamily="2" charset="0"/>
              </a:rPr>
              <a:t>🔥</a:t>
            </a:r>
          </a:p>
        </p:txBody>
      </p:sp>
      <p:sp>
        <p:nvSpPr>
          <p:cNvPr id="217" name="Textfeld 216">
            <a:extLst>
              <a:ext uri="{FF2B5EF4-FFF2-40B4-BE49-F238E27FC236}">
                <a16:creationId xmlns:a16="http://schemas.microsoft.com/office/drawing/2014/main" id="{BE02011C-A67C-696A-ADE1-5C8A4BBD4396}"/>
              </a:ext>
            </a:extLst>
          </p:cNvPr>
          <p:cNvSpPr txBox="1"/>
          <p:nvPr/>
        </p:nvSpPr>
        <p:spPr>
          <a:xfrm>
            <a:off x="9277735" y="5936400"/>
            <a:ext cx="478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pple Color Emoji" pitchFamily="2" charset="0"/>
              </a:rPr>
              <a:t>🔥</a:t>
            </a:r>
          </a:p>
          <a:p>
            <a:endParaRPr lang="en-GB" dirty="0"/>
          </a:p>
        </p:txBody>
      </p:sp>
      <p:sp>
        <p:nvSpPr>
          <p:cNvPr id="218" name="Textfeld 217">
            <a:extLst>
              <a:ext uri="{FF2B5EF4-FFF2-40B4-BE49-F238E27FC236}">
                <a16:creationId xmlns:a16="http://schemas.microsoft.com/office/drawing/2014/main" id="{91010672-DC85-678C-ACBC-31503D02B2C9}"/>
              </a:ext>
            </a:extLst>
          </p:cNvPr>
          <p:cNvSpPr txBox="1"/>
          <p:nvPr/>
        </p:nvSpPr>
        <p:spPr>
          <a:xfrm>
            <a:off x="9589791" y="5936400"/>
            <a:ext cx="478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pple Color Emoji" pitchFamily="2" charset="0"/>
              </a:rPr>
              <a:t>🔥</a:t>
            </a:r>
          </a:p>
          <a:p>
            <a:endParaRPr lang="en-GB" dirty="0"/>
          </a:p>
        </p:txBody>
      </p:sp>
      <p:sp>
        <p:nvSpPr>
          <p:cNvPr id="219" name="Textfeld 218">
            <a:extLst>
              <a:ext uri="{FF2B5EF4-FFF2-40B4-BE49-F238E27FC236}">
                <a16:creationId xmlns:a16="http://schemas.microsoft.com/office/drawing/2014/main" id="{69F863D3-A544-AE3B-9AEB-9D444C21E8AE}"/>
              </a:ext>
            </a:extLst>
          </p:cNvPr>
          <p:cNvSpPr txBox="1"/>
          <p:nvPr/>
        </p:nvSpPr>
        <p:spPr>
          <a:xfrm>
            <a:off x="9923622" y="5936400"/>
            <a:ext cx="478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pple Color Emoji" pitchFamily="2" charset="0"/>
              </a:rPr>
              <a:t>🔥</a:t>
            </a:r>
          </a:p>
          <a:p>
            <a:endParaRPr lang="en-GB" dirty="0"/>
          </a:p>
        </p:txBody>
      </p:sp>
      <p:sp>
        <p:nvSpPr>
          <p:cNvPr id="220" name="Textfeld 219">
            <a:extLst>
              <a:ext uri="{FF2B5EF4-FFF2-40B4-BE49-F238E27FC236}">
                <a16:creationId xmlns:a16="http://schemas.microsoft.com/office/drawing/2014/main" id="{189C04EC-A156-53F9-A1A4-33F0FB62920A}"/>
              </a:ext>
            </a:extLst>
          </p:cNvPr>
          <p:cNvSpPr txBox="1"/>
          <p:nvPr/>
        </p:nvSpPr>
        <p:spPr>
          <a:xfrm>
            <a:off x="10242937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pple Color Emoji" pitchFamily="2" charset="0"/>
              </a:rPr>
              <a:t>🔥</a:t>
            </a:r>
          </a:p>
        </p:txBody>
      </p:sp>
      <p:sp>
        <p:nvSpPr>
          <p:cNvPr id="221" name="Textfeld 220">
            <a:extLst>
              <a:ext uri="{FF2B5EF4-FFF2-40B4-BE49-F238E27FC236}">
                <a16:creationId xmlns:a16="http://schemas.microsoft.com/office/drawing/2014/main" id="{E776D984-8003-82E1-DF9E-3B52DE84569F}"/>
              </a:ext>
            </a:extLst>
          </p:cNvPr>
          <p:cNvSpPr txBox="1"/>
          <p:nvPr/>
        </p:nvSpPr>
        <p:spPr>
          <a:xfrm>
            <a:off x="10518704" y="5936400"/>
            <a:ext cx="478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pple Color Emoji" pitchFamily="2" charset="0"/>
              </a:rPr>
              <a:t>🔥</a:t>
            </a:r>
          </a:p>
          <a:p>
            <a:endParaRPr lang="en-GB" dirty="0"/>
          </a:p>
        </p:txBody>
      </p:sp>
      <p:sp>
        <p:nvSpPr>
          <p:cNvPr id="222" name="Textfeld 221">
            <a:extLst>
              <a:ext uri="{FF2B5EF4-FFF2-40B4-BE49-F238E27FC236}">
                <a16:creationId xmlns:a16="http://schemas.microsoft.com/office/drawing/2014/main" id="{8F8609B9-3857-2AE2-847F-3E3E79A2DD36}"/>
              </a:ext>
            </a:extLst>
          </p:cNvPr>
          <p:cNvSpPr txBox="1"/>
          <p:nvPr/>
        </p:nvSpPr>
        <p:spPr>
          <a:xfrm>
            <a:off x="10838021" y="5936400"/>
            <a:ext cx="478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pple Color Emoji" pitchFamily="2" charset="0"/>
              </a:rPr>
              <a:t>🔥</a:t>
            </a:r>
          </a:p>
          <a:p>
            <a:endParaRPr lang="en-GB" dirty="0"/>
          </a:p>
        </p:txBody>
      </p:sp>
      <p:sp>
        <p:nvSpPr>
          <p:cNvPr id="223" name="Textfeld 222">
            <a:extLst>
              <a:ext uri="{FF2B5EF4-FFF2-40B4-BE49-F238E27FC236}">
                <a16:creationId xmlns:a16="http://schemas.microsoft.com/office/drawing/2014/main" id="{B2D4B7B0-0F83-0FF9-BBFB-8DE3A5E7B77E}"/>
              </a:ext>
            </a:extLst>
          </p:cNvPr>
          <p:cNvSpPr txBox="1"/>
          <p:nvPr/>
        </p:nvSpPr>
        <p:spPr>
          <a:xfrm>
            <a:off x="11142819" y="5936400"/>
            <a:ext cx="478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pple Color Emoji" pitchFamily="2" charset="0"/>
              </a:rPr>
              <a:t>🔥</a:t>
            </a:r>
          </a:p>
          <a:p>
            <a:endParaRPr lang="en-GB" dirty="0"/>
          </a:p>
        </p:txBody>
      </p:sp>
      <p:sp>
        <p:nvSpPr>
          <p:cNvPr id="224" name="Textfeld 223">
            <a:extLst>
              <a:ext uri="{FF2B5EF4-FFF2-40B4-BE49-F238E27FC236}">
                <a16:creationId xmlns:a16="http://schemas.microsoft.com/office/drawing/2014/main" id="{DB7312BA-9196-FDB2-29F2-0F4A640B7C2D}"/>
              </a:ext>
            </a:extLst>
          </p:cNvPr>
          <p:cNvSpPr txBox="1"/>
          <p:nvPr/>
        </p:nvSpPr>
        <p:spPr>
          <a:xfrm>
            <a:off x="11462135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pple Color Emoji" pitchFamily="2" charset="0"/>
              </a:rPr>
              <a:t>🔥</a:t>
            </a:r>
          </a:p>
        </p:txBody>
      </p:sp>
      <p:cxnSp>
        <p:nvCxnSpPr>
          <p:cNvPr id="226" name="Gerade Verbindung mit Pfeil 225">
            <a:extLst>
              <a:ext uri="{FF2B5EF4-FFF2-40B4-BE49-F238E27FC236}">
                <a16:creationId xmlns:a16="http://schemas.microsoft.com/office/drawing/2014/main" id="{E9B2B074-071E-F954-7571-C3DC3A3FCE15}"/>
              </a:ext>
            </a:extLst>
          </p:cNvPr>
          <p:cNvCxnSpPr>
            <a:cxnSpLocks/>
          </p:cNvCxnSpPr>
          <p:nvPr/>
        </p:nvCxnSpPr>
        <p:spPr>
          <a:xfrm>
            <a:off x="8310305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Gerade Verbindung mit Pfeil 231">
            <a:extLst>
              <a:ext uri="{FF2B5EF4-FFF2-40B4-BE49-F238E27FC236}">
                <a16:creationId xmlns:a16="http://schemas.microsoft.com/office/drawing/2014/main" id="{C7B9F412-2905-3629-AA8F-0312CE6F1F87}"/>
              </a:ext>
            </a:extLst>
          </p:cNvPr>
          <p:cNvCxnSpPr>
            <a:cxnSpLocks/>
          </p:cNvCxnSpPr>
          <p:nvPr/>
        </p:nvCxnSpPr>
        <p:spPr>
          <a:xfrm>
            <a:off x="8622656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Gerade Verbindung mit Pfeil 232">
            <a:extLst>
              <a:ext uri="{FF2B5EF4-FFF2-40B4-BE49-F238E27FC236}">
                <a16:creationId xmlns:a16="http://schemas.microsoft.com/office/drawing/2014/main" id="{A9C30018-58E2-AF44-3F07-A5342ED74BD3}"/>
              </a:ext>
            </a:extLst>
          </p:cNvPr>
          <p:cNvCxnSpPr>
            <a:cxnSpLocks/>
          </p:cNvCxnSpPr>
          <p:nvPr/>
        </p:nvCxnSpPr>
        <p:spPr>
          <a:xfrm>
            <a:off x="9247358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Gerade Verbindung mit Pfeil 233">
            <a:extLst>
              <a:ext uri="{FF2B5EF4-FFF2-40B4-BE49-F238E27FC236}">
                <a16:creationId xmlns:a16="http://schemas.microsoft.com/office/drawing/2014/main" id="{E9984E2D-926B-06B9-7DD3-9529F213B27D}"/>
              </a:ext>
            </a:extLst>
          </p:cNvPr>
          <p:cNvCxnSpPr>
            <a:cxnSpLocks/>
          </p:cNvCxnSpPr>
          <p:nvPr/>
        </p:nvCxnSpPr>
        <p:spPr>
          <a:xfrm>
            <a:off x="9563155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Gerade Verbindung mit Pfeil 234">
            <a:extLst>
              <a:ext uri="{FF2B5EF4-FFF2-40B4-BE49-F238E27FC236}">
                <a16:creationId xmlns:a16="http://schemas.microsoft.com/office/drawing/2014/main" id="{2EB496B0-3C69-1016-0097-775ADC260F30}"/>
              </a:ext>
            </a:extLst>
          </p:cNvPr>
          <p:cNvCxnSpPr>
            <a:cxnSpLocks/>
          </p:cNvCxnSpPr>
          <p:nvPr/>
        </p:nvCxnSpPr>
        <p:spPr>
          <a:xfrm>
            <a:off x="9878952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Gerade Verbindung mit Pfeil 236">
            <a:extLst>
              <a:ext uri="{FF2B5EF4-FFF2-40B4-BE49-F238E27FC236}">
                <a16:creationId xmlns:a16="http://schemas.microsoft.com/office/drawing/2014/main" id="{DA7B9034-0294-1BED-44B5-307C54E3CA86}"/>
              </a:ext>
            </a:extLst>
          </p:cNvPr>
          <p:cNvCxnSpPr>
            <a:cxnSpLocks/>
          </p:cNvCxnSpPr>
          <p:nvPr/>
        </p:nvCxnSpPr>
        <p:spPr>
          <a:xfrm>
            <a:off x="10194749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Gerade Verbindung mit Pfeil 237">
            <a:extLst>
              <a:ext uri="{FF2B5EF4-FFF2-40B4-BE49-F238E27FC236}">
                <a16:creationId xmlns:a16="http://schemas.microsoft.com/office/drawing/2014/main" id="{E187AD0D-4451-A1D7-39BE-830B73A91C25}"/>
              </a:ext>
            </a:extLst>
          </p:cNvPr>
          <p:cNvCxnSpPr>
            <a:cxnSpLocks/>
          </p:cNvCxnSpPr>
          <p:nvPr/>
        </p:nvCxnSpPr>
        <p:spPr>
          <a:xfrm>
            <a:off x="10510546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Gerade Verbindung mit Pfeil 238">
            <a:extLst>
              <a:ext uri="{FF2B5EF4-FFF2-40B4-BE49-F238E27FC236}">
                <a16:creationId xmlns:a16="http://schemas.microsoft.com/office/drawing/2014/main" id="{703B0942-D99D-E5BE-916D-4F4D32ECC25B}"/>
              </a:ext>
            </a:extLst>
          </p:cNvPr>
          <p:cNvCxnSpPr>
            <a:cxnSpLocks/>
          </p:cNvCxnSpPr>
          <p:nvPr/>
        </p:nvCxnSpPr>
        <p:spPr>
          <a:xfrm>
            <a:off x="10826343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Gerade Verbindung mit Pfeil 239">
            <a:extLst>
              <a:ext uri="{FF2B5EF4-FFF2-40B4-BE49-F238E27FC236}">
                <a16:creationId xmlns:a16="http://schemas.microsoft.com/office/drawing/2014/main" id="{2B74866B-D006-E6CA-0F6E-4F1D4CF19A55}"/>
              </a:ext>
            </a:extLst>
          </p:cNvPr>
          <p:cNvCxnSpPr>
            <a:cxnSpLocks/>
          </p:cNvCxnSpPr>
          <p:nvPr/>
        </p:nvCxnSpPr>
        <p:spPr>
          <a:xfrm>
            <a:off x="11142140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Gerade Verbindung mit Pfeil 240">
            <a:extLst>
              <a:ext uri="{FF2B5EF4-FFF2-40B4-BE49-F238E27FC236}">
                <a16:creationId xmlns:a16="http://schemas.microsoft.com/office/drawing/2014/main" id="{D2EA571B-C77A-CA6B-6D00-B9EBBE54E0C5}"/>
              </a:ext>
            </a:extLst>
          </p:cNvPr>
          <p:cNvCxnSpPr>
            <a:cxnSpLocks/>
          </p:cNvCxnSpPr>
          <p:nvPr/>
        </p:nvCxnSpPr>
        <p:spPr>
          <a:xfrm>
            <a:off x="11457935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Textfeld 241">
            <a:extLst>
              <a:ext uri="{FF2B5EF4-FFF2-40B4-BE49-F238E27FC236}">
                <a16:creationId xmlns:a16="http://schemas.microsoft.com/office/drawing/2014/main" id="{DD814199-B030-82DE-D6D6-0A19B90A6E70}"/>
              </a:ext>
            </a:extLst>
          </p:cNvPr>
          <p:cNvSpPr txBox="1"/>
          <p:nvPr/>
        </p:nvSpPr>
        <p:spPr>
          <a:xfrm>
            <a:off x="11805015" y="5354324"/>
            <a:ext cx="1673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Learning signal</a:t>
            </a:r>
          </a:p>
        </p:txBody>
      </p:sp>
      <p:cxnSp>
        <p:nvCxnSpPr>
          <p:cNvPr id="243" name="Gerade Verbindung mit Pfeil 242">
            <a:extLst>
              <a:ext uri="{FF2B5EF4-FFF2-40B4-BE49-F238E27FC236}">
                <a16:creationId xmlns:a16="http://schemas.microsoft.com/office/drawing/2014/main" id="{E039E3E3-17E7-CD31-5615-82E6CEE7FB61}"/>
              </a:ext>
            </a:extLst>
          </p:cNvPr>
          <p:cNvCxnSpPr>
            <a:cxnSpLocks/>
          </p:cNvCxnSpPr>
          <p:nvPr/>
        </p:nvCxnSpPr>
        <p:spPr>
          <a:xfrm>
            <a:off x="11784507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A4EB657D-E391-C68B-3B8B-AA022CF5F1CE}"/>
              </a:ext>
            </a:extLst>
          </p:cNvPr>
          <p:cNvCxnSpPr>
            <a:cxnSpLocks/>
          </p:cNvCxnSpPr>
          <p:nvPr/>
        </p:nvCxnSpPr>
        <p:spPr>
          <a:xfrm>
            <a:off x="7044201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CE829241-2BFE-4741-AA46-E14EDA50081A}"/>
              </a:ext>
            </a:extLst>
          </p:cNvPr>
          <p:cNvCxnSpPr>
            <a:cxnSpLocks/>
          </p:cNvCxnSpPr>
          <p:nvPr/>
        </p:nvCxnSpPr>
        <p:spPr>
          <a:xfrm>
            <a:off x="6731850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0EE3970C-A8E4-9311-7A97-C0A666B6C794}"/>
              </a:ext>
            </a:extLst>
          </p:cNvPr>
          <p:cNvCxnSpPr>
            <a:cxnSpLocks/>
          </p:cNvCxnSpPr>
          <p:nvPr/>
        </p:nvCxnSpPr>
        <p:spPr>
          <a:xfrm>
            <a:off x="5809311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0112FFE7-9FC0-768F-F53F-95D8803D82C2}"/>
              </a:ext>
            </a:extLst>
          </p:cNvPr>
          <p:cNvCxnSpPr>
            <a:cxnSpLocks/>
          </p:cNvCxnSpPr>
          <p:nvPr/>
        </p:nvCxnSpPr>
        <p:spPr>
          <a:xfrm>
            <a:off x="4869630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0C06FDAD-0CE9-7D2D-250C-35FD94AB17A8}"/>
              </a:ext>
            </a:extLst>
          </p:cNvPr>
          <p:cNvCxnSpPr>
            <a:cxnSpLocks/>
          </p:cNvCxnSpPr>
          <p:nvPr/>
        </p:nvCxnSpPr>
        <p:spPr>
          <a:xfrm>
            <a:off x="4558168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4A2DBAB8-A50B-D4FA-2820-B49C7314FBD3}"/>
              </a:ext>
            </a:extLst>
          </p:cNvPr>
          <p:cNvCxnSpPr>
            <a:cxnSpLocks/>
          </p:cNvCxnSpPr>
          <p:nvPr/>
        </p:nvCxnSpPr>
        <p:spPr>
          <a:xfrm>
            <a:off x="4246705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06084C23-C17B-2E20-2B0D-FB70D0F382EA}"/>
              </a:ext>
            </a:extLst>
          </p:cNvPr>
          <p:cNvCxnSpPr>
            <a:cxnSpLocks/>
          </p:cNvCxnSpPr>
          <p:nvPr/>
        </p:nvCxnSpPr>
        <p:spPr>
          <a:xfrm>
            <a:off x="3935242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A9CB6585-3FBA-3CAE-D90F-2C7A06BAB02F}"/>
              </a:ext>
            </a:extLst>
          </p:cNvPr>
          <p:cNvCxnSpPr>
            <a:cxnSpLocks/>
          </p:cNvCxnSpPr>
          <p:nvPr/>
        </p:nvCxnSpPr>
        <p:spPr>
          <a:xfrm>
            <a:off x="3623779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0B200681-C592-2C78-2134-37745C8529A5}"/>
              </a:ext>
            </a:extLst>
          </p:cNvPr>
          <p:cNvCxnSpPr>
            <a:cxnSpLocks/>
          </p:cNvCxnSpPr>
          <p:nvPr/>
        </p:nvCxnSpPr>
        <p:spPr>
          <a:xfrm>
            <a:off x="3312316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698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7CE95B-28D8-F23A-AF4B-78D718826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FFFEB6-A6A9-38D4-AD47-EE5D8C8C5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3399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54ACB-F00E-9131-8485-13CCCC64E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Abgerundetes Rechteck 61">
            <a:extLst>
              <a:ext uri="{FF2B5EF4-FFF2-40B4-BE49-F238E27FC236}">
                <a16:creationId xmlns:a16="http://schemas.microsoft.com/office/drawing/2014/main" id="{BF24B187-CAB6-04A2-073F-2D255B2FDCA6}"/>
              </a:ext>
            </a:extLst>
          </p:cNvPr>
          <p:cNvSpPr/>
          <p:nvPr/>
        </p:nvSpPr>
        <p:spPr>
          <a:xfrm>
            <a:off x="2598057" y="3313193"/>
            <a:ext cx="7649029" cy="172326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BE442670-DD60-C441-4492-C9CDBA87C842}"/>
              </a:ext>
            </a:extLst>
          </p:cNvPr>
          <p:cNvSpPr txBox="1"/>
          <p:nvPr/>
        </p:nvSpPr>
        <p:spPr>
          <a:xfrm>
            <a:off x="9725346" y="3418615"/>
            <a:ext cx="4786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/>
              <a:t>❄️</a:t>
            </a:r>
          </a:p>
        </p:txBody>
      </p: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4C73F524-9A8B-30D5-017C-15036BC1BF72}"/>
              </a:ext>
            </a:extLst>
          </p:cNvPr>
          <p:cNvGrpSpPr/>
          <p:nvPr/>
        </p:nvGrpSpPr>
        <p:grpSpPr>
          <a:xfrm>
            <a:off x="3075095" y="3739021"/>
            <a:ext cx="6694953" cy="977030"/>
            <a:chOff x="3023993" y="3739021"/>
            <a:chExt cx="6694953" cy="977030"/>
          </a:xfrm>
        </p:grpSpPr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1CB67AEB-FF4E-86C2-EB88-931A14EEF92B}"/>
                </a:ext>
              </a:extLst>
            </p:cNvPr>
            <p:cNvSpPr/>
            <p:nvPr/>
          </p:nvSpPr>
          <p:spPr>
            <a:xfrm>
              <a:off x="3745282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8FFD8844-FC79-7932-6C66-D21621BCC6AE}"/>
                </a:ext>
              </a:extLst>
            </p:cNvPr>
            <p:cNvSpPr/>
            <p:nvPr/>
          </p:nvSpPr>
          <p:spPr>
            <a:xfrm>
              <a:off x="3982233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898DC15C-74B5-501A-4F3B-DA64DB246937}"/>
                </a:ext>
              </a:extLst>
            </p:cNvPr>
            <p:cNvSpPr/>
            <p:nvPr/>
          </p:nvSpPr>
          <p:spPr>
            <a:xfrm>
              <a:off x="4230666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BE1D165C-A1A0-06BF-17D2-5FA6A8500B8E}"/>
                </a:ext>
              </a:extLst>
            </p:cNvPr>
            <p:cNvSpPr/>
            <p:nvPr/>
          </p:nvSpPr>
          <p:spPr>
            <a:xfrm>
              <a:off x="4467617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4E3464B0-4A5C-7F3F-7D71-224F3AB4398B}"/>
                </a:ext>
              </a:extLst>
            </p:cNvPr>
            <p:cNvSpPr/>
            <p:nvPr/>
          </p:nvSpPr>
          <p:spPr>
            <a:xfrm>
              <a:off x="4736926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A24F7207-B292-F92C-7062-5AB336C17397}"/>
                </a:ext>
              </a:extLst>
            </p:cNvPr>
            <p:cNvSpPr/>
            <p:nvPr/>
          </p:nvSpPr>
          <p:spPr>
            <a:xfrm>
              <a:off x="4973877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9</a:t>
              </a: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FD630443-AC74-9E50-75DA-8E129BA23358}"/>
                </a:ext>
              </a:extLst>
            </p:cNvPr>
            <p:cNvSpPr/>
            <p:nvPr/>
          </p:nvSpPr>
          <p:spPr>
            <a:xfrm>
              <a:off x="5222310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10</a:t>
              </a: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434ED1C7-9B39-62FB-9F8D-AF7CAC496644}"/>
                </a:ext>
              </a:extLst>
            </p:cNvPr>
            <p:cNvSpPr/>
            <p:nvPr/>
          </p:nvSpPr>
          <p:spPr>
            <a:xfrm>
              <a:off x="5459261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11</a:t>
              </a:r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9B1E58E3-B1AD-8E8A-9029-ACB412D8997B}"/>
                </a:ext>
              </a:extLst>
            </p:cNvPr>
            <p:cNvSpPr/>
            <p:nvPr/>
          </p:nvSpPr>
          <p:spPr>
            <a:xfrm>
              <a:off x="5692037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12</a:t>
              </a:r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4361C573-9703-3536-E549-CB6F18DDD8B9}"/>
                </a:ext>
              </a:extLst>
            </p:cNvPr>
            <p:cNvSpPr/>
            <p:nvPr/>
          </p:nvSpPr>
          <p:spPr>
            <a:xfrm>
              <a:off x="5928988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13</a:t>
              </a:r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B1DF5F12-763E-7462-BD59-EBC63465A6BC}"/>
                </a:ext>
              </a:extLst>
            </p:cNvPr>
            <p:cNvSpPr/>
            <p:nvPr/>
          </p:nvSpPr>
          <p:spPr>
            <a:xfrm>
              <a:off x="6177421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14</a:t>
              </a:r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9936E9EB-AAA7-7A12-EE5F-F770682291CB}"/>
                </a:ext>
              </a:extLst>
            </p:cNvPr>
            <p:cNvSpPr/>
            <p:nvPr/>
          </p:nvSpPr>
          <p:spPr>
            <a:xfrm>
              <a:off x="6414372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15</a:t>
              </a:r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06B661C1-D975-625B-9676-0517F26A6EF9}"/>
                </a:ext>
              </a:extLst>
            </p:cNvPr>
            <p:cNvSpPr/>
            <p:nvPr/>
          </p:nvSpPr>
          <p:spPr>
            <a:xfrm>
              <a:off x="6653411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16</a:t>
              </a:r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9D9868EB-31ED-212E-4F11-7033903BEB84}"/>
                </a:ext>
              </a:extLst>
            </p:cNvPr>
            <p:cNvSpPr/>
            <p:nvPr/>
          </p:nvSpPr>
          <p:spPr>
            <a:xfrm>
              <a:off x="6890362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17</a:t>
              </a:r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5F9060B8-940F-44B7-8462-176D5B740A03}"/>
                </a:ext>
              </a:extLst>
            </p:cNvPr>
            <p:cNvSpPr/>
            <p:nvPr/>
          </p:nvSpPr>
          <p:spPr>
            <a:xfrm>
              <a:off x="7138795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18</a:t>
              </a:r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55542712-87DC-085E-615E-37E3C351D9B0}"/>
                </a:ext>
              </a:extLst>
            </p:cNvPr>
            <p:cNvSpPr/>
            <p:nvPr/>
          </p:nvSpPr>
          <p:spPr>
            <a:xfrm>
              <a:off x="7375746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19</a:t>
              </a:r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03ACFC1A-3325-B271-2A69-CD7F6E4A6392}"/>
                </a:ext>
              </a:extLst>
            </p:cNvPr>
            <p:cNvSpPr/>
            <p:nvPr/>
          </p:nvSpPr>
          <p:spPr>
            <a:xfrm>
              <a:off x="7644535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20</a:t>
              </a:r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7A9DFF00-8D4D-4393-F3BF-337D69ECDB7A}"/>
                </a:ext>
              </a:extLst>
            </p:cNvPr>
            <p:cNvSpPr/>
            <p:nvPr/>
          </p:nvSpPr>
          <p:spPr>
            <a:xfrm>
              <a:off x="7881486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21</a:t>
              </a:r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AD0CBD17-593D-CC8E-E85C-F673BFE1A9AE}"/>
                </a:ext>
              </a:extLst>
            </p:cNvPr>
            <p:cNvSpPr/>
            <p:nvPr/>
          </p:nvSpPr>
          <p:spPr>
            <a:xfrm>
              <a:off x="8129919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22</a:t>
              </a:r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A8BC7264-30E5-2603-49A9-2C24797C7D67}"/>
                </a:ext>
              </a:extLst>
            </p:cNvPr>
            <p:cNvSpPr/>
            <p:nvPr/>
          </p:nvSpPr>
          <p:spPr>
            <a:xfrm>
              <a:off x="8366870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23</a:t>
              </a:r>
            </a:p>
          </p:txBody>
        </p:sp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B8FDCABA-3D02-AEB8-E249-277A945562E2}"/>
                </a:ext>
              </a:extLst>
            </p:cNvPr>
            <p:cNvSpPr/>
            <p:nvPr/>
          </p:nvSpPr>
          <p:spPr>
            <a:xfrm>
              <a:off x="8603821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24</a:t>
              </a:r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8C26D4C9-651F-0742-5B14-8A859DF6A201}"/>
                </a:ext>
              </a:extLst>
            </p:cNvPr>
            <p:cNvSpPr/>
            <p:nvPr/>
          </p:nvSpPr>
          <p:spPr>
            <a:xfrm>
              <a:off x="8840772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25</a:t>
              </a:r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77D67170-3D3C-F8C5-D3BA-2A46D6258F4F}"/>
                </a:ext>
              </a:extLst>
            </p:cNvPr>
            <p:cNvSpPr/>
            <p:nvPr/>
          </p:nvSpPr>
          <p:spPr>
            <a:xfrm>
              <a:off x="3023993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17865E7D-4D19-3D58-7C7F-F1E90B30BD07}"/>
                </a:ext>
              </a:extLst>
            </p:cNvPr>
            <p:cNvSpPr/>
            <p:nvPr/>
          </p:nvSpPr>
          <p:spPr>
            <a:xfrm>
              <a:off x="3260944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0C672069-7A8D-0218-565F-A69F89741A00}"/>
                </a:ext>
              </a:extLst>
            </p:cNvPr>
            <p:cNvSpPr/>
            <p:nvPr/>
          </p:nvSpPr>
          <p:spPr>
            <a:xfrm>
              <a:off x="3509377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92E7094B-62F5-93EE-B58D-4587F9F0F79B}"/>
                </a:ext>
              </a:extLst>
            </p:cNvPr>
            <p:cNvSpPr/>
            <p:nvPr/>
          </p:nvSpPr>
          <p:spPr>
            <a:xfrm>
              <a:off x="9079810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26</a:t>
              </a: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029636D0-6A3F-492A-81B3-C016138E0CC0}"/>
                </a:ext>
              </a:extLst>
            </p:cNvPr>
            <p:cNvSpPr/>
            <p:nvPr/>
          </p:nvSpPr>
          <p:spPr>
            <a:xfrm>
              <a:off x="9316761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27</a:t>
              </a:r>
            </a:p>
          </p:txBody>
        </p:sp>
        <p:sp>
          <p:nvSpPr>
            <p:cNvPr id="67" name="Rechteck 66">
              <a:extLst>
                <a:ext uri="{FF2B5EF4-FFF2-40B4-BE49-F238E27FC236}">
                  <a16:creationId xmlns:a16="http://schemas.microsoft.com/office/drawing/2014/main" id="{13DC18FC-CBE5-1881-2DAE-A02F78823602}"/>
                </a:ext>
              </a:extLst>
            </p:cNvPr>
            <p:cNvSpPr/>
            <p:nvPr/>
          </p:nvSpPr>
          <p:spPr>
            <a:xfrm>
              <a:off x="9556108" y="3739021"/>
              <a:ext cx="162838" cy="9770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1"/>
                  </a:solidFill>
                </a:rPr>
                <a:t>28</a:t>
              </a:r>
            </a:p>
          </p:txBody>
        </p:sp>
      </p:grpSp>
      <p:sp>
        <p:nvSpPr>
          <p:cNvPr id="72" name="Textfeld 71">
            <a:extLst>
              <a:ext uri="{FF2B5EF4-FFF2-40B4-BE49-F238E27FC236}">
                <a16:creationId xmlns:a16="http://schemas.microsoft.com/office/drawing/2014/main" id="{4D0E1359-F194-4606-53AF-923545112B8F}"/>
              </a:ext>
            </a:extLst>
          </p:cNvPr>
          <p:cNvSpPr txBox="1"/>
          <p:nvPr/>
        </p:nvSpPr>
        <p:spPr>
          <a:xfrm>
            <a:off x="1190172" y="2815771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Teacher</a:t>
            </a:r>
          </a:p>
        </p:txBody>
      </p:sp>
      <p:sp>
        <p:nvSpPr>
          <p:cNvPr id="73" name="Abgerundetes Rechteck 72">
            <a:extLst>
              <a:ext uri="{FF2B5EF4-FFF2-40B4-BE49-F238E27FC236}">
                <a16:creationId xmlns:a16="http://schemas.microsoft.com/office/drawing/2014/main" id="{6BD75E38-39CB-C1C5-6BCD-373669399BF7}"/>
              </a:ext>
            </a:extLst>
          </p:cNvPr>
          <p:cNvSpPr/>
          <p:nvPr/>
        </p:nvSpPr>
        <p:spPr>
          <a:xfrm>
            <a:off x="2540184" y="5723656"/>
            <a:ext cx="7649029" cy="172326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9" name="Rechteck 78">
            <a:extLst>
              <a:ext uri="{FF2B5EF4-FFF2-40B4-BE49-F238E27FC236}">
                <a16:creationId xmlns:a16="http://schemas.microsoft.com/office/drawing/2014/main" id="{03617FDD-47E4-44DC-A2BE-42BEFB9F8C82}"/>
              </a:ext>
            </a:extLst>
          </p:cNvPr>
          <p:cNvSpPr/>
          <p:nvPr/>
        </p:nvSpPr>
        <p:spPr>
          <a:xfrm>
            <a:off x="3738511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1" name="Rechteck 80">
            <a:extLst>
              <a:ext uri="{FF2B5EF4-FFF2-40B4-BE49-F238E27FC236}">
                <a16:creationId xmlns:a16="http://schemas.microsoft.com/office/drawing/2014/main" id="{B02544CF-2036-2D60-A6AF-1E9C849C4AFF}"/>
              </a:ext>
            </a:extLst>
          </p:cNvPr>
          <p:cNvSpPr/>
          <p:nvPr/>
        </p:nvSpPr>
        <p:spPr>
          <a:xfrm>
            <a:off x="3975462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E272B807-4EC9-4202-5BAF-27EE235482BD}"/>
              </a:ext>
            </a:extLst>
          </p:cNvPr>
          <p:cNvSpPr/>
          <p:nvPr/>
        </p:nvSpPr>
        <p:spPr>
          <a:xfrm>
            <a:off x="4223895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7AB959A7-55F9-6A33-418F-122A10CB5AD8}"/>
              </a:ext>
            </a:extLst>
          </p:cNvPr>
          <p:cNvSpPr/>
          <p:nvPr/>
        </p:nvSpPr>
        <p:spPr>
          <a:xfrm>
            <a:off x="4460846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F13AEA90-DD84-27E0-B79A-7FA227CFC0B9}"/>
              </a:ext>
            </a:extLst>
          </p:cNvPr>
          <p:cNvSpPr/>
          <p:nvPr/>
        </p:nvSpPr>
        <p:spPr>
          <a:xfrm>
            <a:off x="4730155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91" name="Rechteck 90">
            <a:extLst>
              <a:ext uri="{FF2B5EF4-FFF2-40B4-BE49-F238E27FC236}">
                <a16:creationId xmlns:a16="http://schemas.microsoft.com/office/drawing/2014/main" id="{51B2F03F-91D9-35AE-6E1D-513504A2F9A0}"/>
              </a:ext>
            </a:extLst>
          </p:cNvPr>
          <p:cNvSpPr/>
          <p:nvPr/>
        </p:nvSpPr>
        <p:spPr>
          <a:xfrm>
            <a:off x="4967106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E20BAE37-5413-D1D7-7024-FE7E5F7D7EC5}"/>
              </a:ext>
            </a:extLst>
          </p:cNvPr>
          <p:cNvSpPr/>
          <p:nvPr/>
        </p:nvSpPr>
        <p:spPr>
          <a:xfrm>
            <a:off x="5215539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97" name="Rechteck 96">
            <a:extLst>
              <a:ext uri="{FF2B5EF4-FFF2-40B4-BE49-F238E27FC236}">
                <a16:creationId xmlns:a16="http://schemas.microsoft.com/office/drawing/2014/main" id="{35DF8A55-E94E-C73E-6841-3BDC7CC16443}"/>
              </a:ext>
            </a:extLst>
          </p:cNvPr>
          <p:cNvSpPr/>
          <p:nvPr/>
        </p:nvSpPr>
        <p:spPr>
          <a:xfrm>
            <a:off x="5452490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99" name="Rechteck 98">
            <a:extLst>
              <a:ext uri="{FF2B5EF4-FFF2-40B4-BE49-F238E27FC236}">
                <a16:creationId xmlns:a16="http://schemas.microsoft.com/office/drawing/2014/main" id="{E8DF41D6-0777-3A10-E6E7-AF58A28A6561}"/>
              </a:ext>
            </a:extLst>
          </p:cNvPr>
          <p:cNvSpPr/>
          <p:nvPr/>
        </p:nvSpPr>
        <p:spPr>
          <a:xfrm>
            <a:off x="5685266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01" name="Rechteck 100">
            <a:extLst>
              <a:ext uri="{FF2B5EF4-FFF2-40B4-BE49-F238E27FC236}">
                <a16:creationId xmlns:a16="http://schemas.microsoft.com/office/drawing/2014/main" id="{D6DA3148-48BF-7F80-0DE3-A51E2CA3B173}"/>
              </a:ext>
            </a:extLst>
          </p:cNvPr>
          <p:cNvSpPr/>
          <p:nvPr/>
        </p:nvSpPr>
        <p:spPr>
          <a:xfrm>
            <a:off x="5922217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02" name="Rechteck 101">
            <a:extLst>
              <a:ext uri="{FF2B5EF4-FFF2-40B4-BE49-F238E27FC236}">
                <a16:creationId xmlns:a16="http://schemas.microsoft.com/office/drawing/2014/main" id="{6D8AD0FD-7BAD-E5DC-5343-ADBCFAAB668C}"/>
              </a:ext>
            </a:extLst>
          </p:cNvPr>
          <p:cNvSpPr/>
          <p:nvPr/>
        </p:nvSpPr>
        <p:spPr>
          <a:xfrm>
            <a:off x="6170650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04" name="Rechteck 103">
            <a:extLst>
              <a:ext uri="{FF2B5EF4-FFF2-40B4-BE49-F238E27FC236}">
                <a16:creationId xmlns:a16="http://schemas.microsoft.com/office/drawing/2014/main" id="{10705B9A-CF83-5C8E-F8B3-9313967E0C72}"/>
              </a:ext>
            </a:extLst>
          </p:cNvPr>
          <p:cNvSpPr/>
          <p:nvPr/>
        </p:nvSpPr>
        <p:spPr>
          <a:xfrm>
            <a:off x="6407601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05" name="Rechteck 104">
            <a:extLst>
              <a:ext uri="{FF2B5EF4-FFF2-40B4-BE49-F238E27FC236}">
                <a16:creationId xmlns:a16="http://schemas.microsoft.com/office/drawing/2014/main" id="{0E50F6D6-0557-23F0-22B9-7BEAC42680B9}"/>
              </a:ext>
            </a:extLst>
          </p:cNvPr>
          <p:cNvSpPr/>
          <p:nvPr/>
        </p:nvSpPr>
        <p:spPr>
          <a:xfrm>
            <a:off x="6646640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106" name="Rechteck 105">
            <a:extLst>
              <a:ext uri="{FF2B5EF4-FFF2-40B4-BE49-F238E27FC236}">
                <a16:creationId xmlns:a16="http://schemas.microsoft.com/office/drawing/2014/main" id="{9706C5C9-A654-B861-C504-1DAA79CE04C0}"/>
              </a:ext>
            </a:extLst>
          </p:cNvPr>
          <p:cNvSpPr/>
          <p:nvPr/>
        </p:nvSpPr>
        <p:spPr>
          <a:xfrm>
            <a:off x="6883591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107" name="Rechteck 106">
            <a:extLst>
              <a:ext uri="{FF2B5EF4-FFF2-40B4-BE49-F238E27FC236}">
                <a16:creationId xmlns:a16="http://schemas.microsoft.com/office/drawing/2014/main" id="{B1714264-EEDB-72D3-7CCE-8EE3AC1A4F88}"/>
              </a:ext>
            </a:extLst>
          </p:cNvPr>
          <p:cNvSpPr/>
          <p:nvPr/>
        </p:nvSpPr>
        <p:spPr>
          <a:xfrm>
            <a:off x="7132024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108" name="Rechteck 107">
            <a:extLst>
              <a:ext uri="{FF2B5EF4-FFF2-40B4-BE49-F238E27FC236}">
                <a16:creationId xmlns:a16="http://schemas.microsoft.com/office/drawing/2014/main" id="{FFE81917-D8E3-E7C8-4028-D0776A16EEFE}"/>
              </a:ext>
            </a:extLst>
          </p:cNvPr>
          <p:cNvSpPr/>
          <p:nvPr/>
        </p:nvSpPr>
        <p:spPr>
          <a:xfrm>
            <a:off x="7368975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109" name="Rechteck 108">
            <a:extLst>
              <a:ext uri="{FF2B5EF4-FFF2-40B4-BE49-F238E27FC236}">
                <a16:creationId xmlns:a16="http://schemas.microsoft.com/office/drawing/2014/main" id="{8210826B-5F2F-7C69-7660-D2B0380626AE}"/>
              </a:ext>
            </a:extLst>
          </p:cNvPr>
          <p:cNvSpPr/>
          <p:nvPr/>
        </p:nvSpPr>
        <p:spPr>
          <a:xfrm>
            <a:off x="7637764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110" name="Rechteck 109">
            <a:extLst>
              <a:ext uri="{FF2B5EF4-FFF2-40B4-BE49-F238E27FC236}">
                <a16:creationId xmlns:a16="http://schemas.microsoft.com/office/drawing/2014/main" id="{707F7709-4024-88EC-167F-65ABB4A82406}"/>
              </a:ext>
            </a:extLst>
          </p:cNvPr>
          <p:cNvSpPr/>
          <p:nvPr/>
        </p:nvSpPr>
        <p:spPr>
          <a:xfrm>
            <a:off x="7874715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111" name="Rechteck 110">
            <a:extLst>
              <a:ext uri="{FF2B5EF4-FFF2-40B4-BE49-F238E27FC236}">
                <a16:creationId xmlns:a16="http://schemas.microsoft.com/office/drawing/2014/main" id="{48EB34AD-39CA-22C0-0A62-18F65CE34550}"/>
              </a:ext>
            </a:extLst>
          </p:cNvPr>
          <p:cNvSpPr/>
          <p:nvPr/>
        </p:nvSpPr>
        <p:spPr>
          <a:xfrm>
            <a:off x="8123148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12" name="Rechteck 111">
            <a:extLst>
              <a:ext uri="{FF2B5EF4-FFF2-40B4-BE49-F238E27FC236}">
                <a16:creationId xmlns:a16="http://schemas.microsoft.com/office/drawing/2014/main" id="{7597A728-2EB9-6B65-3BD7-958F35D94746}"/>
              </a:ext>
            </a:extLst>
          </p:cNvPr>
          <p:cNvSpPr/>
          <p:nvPr/>
        </p:nvSpPr>
        <p:spPr>
          <a:xfrm>
            <a:off x="8360099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114" name="Rechteck 113">
            <a:extLst>
              <a:ext uri="{FF2B5EF4-FFF2-40B4-BE49-F238E27FC236}">
                <a16:creationId xmlns:a16="http://schemas.microsoft.com/office/drawing/2014/main" id="{2D24D2D8-8FD9-8AA7-3153-05CC306D61E3}"/>
              </a:ext>
            </a:extLst>
          </p:cNvPr>
          <p:cNvSpPr/>
          <p:nvPr/>
        </p:nvSpPr>
        <p:spPr>
          <a:xfrm>
            <a:off x="8597050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24</a:t>
            </a:r>
          </a:p>
        </p:txBody>
      </p:sp>
      <p:sp>
        <p:nvSpPr>
          <p:cNvPr id="116" name="Rechteck 115">
            <a:extLst>
              <a:ext uri="{FF2B5EF4-FFF2-40B4-BE49-F238E27FC236}">
                <a16:creationId xmlns:a16="http://schemas.microsoft.com/office/drawing/2014/main" id="{1114F183-1B6C-CF56-A189-2A7E61A83289}"/>
              </a:ext>
            </a:extLst>
          </p:cNvPr>
          <p:cNvSpPr/>
          <p:nvPr/>
        </p:nvSpPr>
        <p:spPr>
          <a:xfrm>
            <a:off x="8834001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118" name="Rechteck 117">
            <a:extLst>
              <a:ext uri="{FF2B5EF4-FFF2-40B4-BE49-F238E27FC236}">
                <a16:creationId xmlns:a16="http://schemas.microsoft.com/office/drawing/2014/main" id="{C6B2EDB9-0589-C602-9109-519B8A2A2ADE}"/>
              </a:ext>
            </a:extLst>
          </p:cNvPr>
          <p:cNvSpPr/>
          <p:nvPr/>
        </p:nvSpPr>
        <p:spPr>
          <a:xfrm>
            <a:off x="3017222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9" name="Rechteck 118">
            <a:extLst>
              <a:ext uri="{FF2B5EF4-FFF2-40B4-BE49-F238E27FC236}">
                <a16:creationId xmlns:a16="http://schemas.microsoft.com/office/drawing/2014/main" id="{DC607DB9-7C21-CDCA-EA76-7B26CE14E103}"/>
              </a:ext>
            </a:extLst>
          </p:cNvPr>
          <p:cNvSpPr/>
          <p:nvPr/>
        </p:nvSpPr>
        <p:spPr>
          <a:xfrm>
            <a:off x="3254173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0" name="Rechteck 119">
            <a:extLst>
              <a:ext uri="{FF2B5EF4-FFF2-40B4-BE49-F238E27FC236}">
                <a16:creationId xmlns:a16="http://schemas.microsoft.com/office/drawing/2014/main" id="{C06DA7B1-5A4A-CC27-3928-9E632E1818BD}"/>
              </a:ext>
            </a:extLst>
          </p:cNvPr>
          <p:cNvSpPr/>
          <p:nvPr/>
        </p:nvSpPr>
        <p:spPr>
          <a:xfrm>
            <a:off x="3502606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1" name="Rechteck 120">
            <a:extLst>
              <a:ext uri="{FF2B5EF4-FFF2-40B4-BE49-F238E27FC236}">
                <a16:creationId xmlns:a16="http://schemas.microsoft.com/office/drawing/2014/main" id="{49A5C073-525E-40D5-F7D8-F61E7735F6C9}"/>
              </a:ext>
            </a:extLst>
          </p:cNvPr>
          <p:cNvSpPr/>
          <p:nvPr/>
        </p:nvSpPr>
        <p:spPr>
          <a:xfrm>
            <a:off x="9073039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26</a:t>
            </a:r>
          </a:p>
        </p:txBody>
      </p:sp>
      <p:sp>
        <p:nvSpPr>
          <p:cNvPr id="122" name="Rechteck 121">
            <a:extLst>
              <a:ext uri="{FF2B5EF4-FFF2-40B4-BE49-F238E27FC236}">
                <a16:creationId xmlns:a16="http://schemas.microsoft.com/office/drawing/2014/main" id="{629B6C7C-65D2-4A61-E92C-31D44089F8D7}"/>
              </a:ext>
            </a:extLst>
          </p:cNvPr>
          <p:cNvSpPr/>
          <p:nvPr/>
        </p:nvSpPr>
        <p:spPr>
          <a:xfrm>
            <a:off x="9309990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27</a:t>
            </a:r>
          </a:p>
        </p:txBody>
      </p:sp>
      <p:sp>
        <p:nvSpPr>
          <p:cNvPr id="124" name="Rechteck 123">
            <a:extLst>
              <a:ext uri="{FF2B5EF4-FFF2-40B4-BE49-F238E27FC236}">
                <a16:creationId xmlns:a16="http://schemas.microsoft.com/office/drawing/2014/main" id="{2FBCA05F-3752-1CCC-994D-F19ECE95E454}"/>
              </a:ext>
            </a:extLst>
          </p:cNvPr>
          <p:cNvSpPr/>
          <p:nvPr/>
        </p:nvSpPr>
        <p:spPr>
          <a:xfrm>
            <a:off x="9549337" y="6149484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28</a:t>
            </a:r>
          </a:p>
        </p:txBody>
      </p:sp>
      <p:sp>
        <p:nvSpPr>
          <p:cNvPr id="131" name="Textfeld 130">
            <a:extLst>
              <a:ext uri="{FF2B5EF4-FFF2-40B4-BE49-F238E27FC236}">
                <a16:creationId xmlns:a16="http://schemas.microsoft.com/office/drawing/2014/main" id="{DE75AC1A-FEC0-06AB-3C1D-09B8BC7141CA}"/>
              </a:ext>
            </a:extLst>
          </p:cNvPr>
          <p:cNvSpPr txBox="1"/>
          <p:nvPr/>
        </p:nvSpPr>
        <p:spPr>
          <a:xfrm>
            <a:off x="1190171" y="5354324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Student</a:t>
            </a:r>
          </a:p>
        </p:txBody>
      </p:sp>
      <p:sp>
        <p:nvSpPr>
          <p:cNvPr id="134" name="Textfeld 133">
            <a:extLst>
              <a:ext uri="{FF2B5EF4-FFF2-40B4-BE49-F238E27FC236}">
                <a16:creationId xmlns:a16="http://schemas.microsoft.com/office/drawing/2014/main" id="{5650D238-E2FB-6A47-75DC-72C144317811}"/>
              </a:ext>
            </a:extLst>
          </p:cNvPr>
          <p:cNvSpPr txBox="1"/>
          <p:nvPr/>
        </p:nvSpPr>
        <p:spPr>
          <a:xfrm>
            <a:off x="9660577" y="5582627"/>
            <a:ext cx="5929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4000" dirty="0">
                <a:effectLst/>
                <a:latin typeface="Apple Color Emoji" pitchFamily="2" charset="0"/>
              </a:rPr>
              <a:t>🔥</a:t>
            </a:r>
          </a:p>
        </p:txBody>
      </p:sp>
    </p:spTree>
    <p:extLst>
      <p:ext uri="{BB962C8B-B14F-4D97-AF65-F5344CB8AC3E}">
        <p14:creationId xmlns:p14="http://schemas.microsoft.com/office/powerpoint/2010/main" val="2580032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6FD84-B67A-1B02-C5C3-B86A3134B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Abgerundetes Rechteck 243">
            <a:extLst>
              <a:ext uri="{FF2B5EF4-FFF2-40B4-BE49-F238E27FC236}">
                <a16:creationId xmlns:a16="http://schemas.microsoft.com/office/drawing/2014/main" id="{A0A3AD76-D172-EC7B-B053-1E197A7A1D6C}"/>
              </a:ext>
            </a:extLst>
          </p:cNvPr>
          <p:cNvSpPr/>
          <p:nvPr/>
        </p:nvSpPr>
        <p:spPr>
          <a:xfrm>
            <a:off x="2598057" y="5723656"/>
            <a:ext cx="9622972" cy="172326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Abgerundetes Rechteck 61">
            <a:extLst>
              <a:ext uri="{FF2B5EF4-FFF2-40B4-BE49-F238E27FC236}">
                <a16:creationId xmlns:a16="http://schemas.microsoft.com/office/drawing/2014/main" id="{DF3A35E9-D304-0F66-4208-60C5611CB7C0}"/>
              </a:ext>
            </a:extLst>
          </p:cNvPr>
          <p:cNvSpPr/>
          <p:nvPr/>
        </p:nvSpPr>
        <p:spPr>
          <a:xfrm>
            <a:off x="2598057" y="3313193"/>
            <a:ext cx="9622972" cy="172326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568D647A-ACB5-4B08-0823-3E0B34CF2B68}"/>
              </a:ext>
            </a:extLst>
          </p:cNvPr>
          <p:cNvSpPr txBox="1"/>
          <p:nvPr/>
        </p:nvSpPr>
        <p:spPr>
          <a:xfrm>
            <a:off x="11671415" y="3313193"/>
            <a:ext cx="4786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/>
              <a:t>❄️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26C97F2-A954-7C8E-187A-B9CFFC952F88}"/>
              </a:ext>
            </a:extLst>
          </p:cNvPr>
          <p:cNvSpPr/>
          <p:nvPr/>
        </p:nvSpPr>
        <p:spPr>
          <a:xfrm>
            <a:off x="4012148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6B89FC1-0612-94DD-B841-D85C2BB5BD9A}"/>
              </a:ext>
            </a:extLst>
          </p:cNvPr>
          <p:cNvSpPr/>
          <p:nvPr/>
        </p:nvSpPr>
        <p:spPr>
          <a:xfrm>
            <a:off x="4324499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E79ED6C-8A47-8A93-7FEA-A0A5DC3CC06D}"/>
              </a:ext>
            </a:extLst>
          </p:cNvPr>
          <p:cNvSpPr/>
          <p:nvPr/>
        </p:nvSpPr>
        <p:spPr>
          <a:xfrm>
            <a:off x="4636850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5D43DBA-B176-07A3-D285-39D654A62F1C}"/>
              </a:ext>
            </a:extLst>
          </p:cNvPr>
          <p:cNvSpPr/>
          <p:nvPr/>
        </p:nvSpPr>
        <p:spPr>
          <a:xfrm>
            <a:off x="4949201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A517606-50F7-5469-D562-B6C61529B745}"/>
              </a:ext>
            </a:extLst>
          </p:cNvPr>
          <p:cNvSpPr/>
          <p:nvPr/>
        </p:nvSpPr>
        <p:spPr>
          <a:xfrm>
            <a:off x="5261552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F8C088A-44B4-4EF6-AA72-8B1F82359A34}"/>
              </a:ext>
            </a:extLst>
          </p:cNvPr>
          <p:cNvSpPr/>
          <p:nvPr/>
        </p:nvSpPr>
        <p:spPr>
          <a:xfrm>
            <a:off x="5573903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1218D31-8ABA-EF49-D7C8-B9F01A06BD9F}"/>
              </a:ext>
            </a:extLst>
          </p:cNvPr>
          <p:cNvSpPr/>
          <p:nvPr/>
        </p:nvSpPr>
        <p:spPr>
          <a:xfrm>
            <a:off x="5886254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605682C-4926-6931-6234-B7B1E446941C}"/>
              </a:ext>
            </a:extLst>
          </p:cNvPr>
          <p:cNvSpPr/>
          <p:nvPr/>
        </p:nvSpPr>
        <p:spPr>
          <a:xfrm>
            <a:off x="6198605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4F5B206-0FA0-7BF4-75F4-75F5F85EBDFF}"/>
              </a:ext>
            </a:extLst>
          </p:cNvPr>
          <p:cNvSpPr/>
          <p:nvPr/>
        </p:nvSpPr>
        <p:spPr>
          <a:xfrm>
            <a:off x="6510956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43DE66AB-49DC-CB61-A374-B247FF174DF3}"/>
              </a:ext>
            </a:extLst>
          </p:cNvPr>
          <p:cNvSpPr/>
          <p:nvPr/>
        </p:nvSpPr>
        <p:spPr>
          <a:xfrm>
            <a:off x="6823307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3258B6F7-9532-A9CF-09A3-1977AEEA3C52}"/>
              </a:ext>
            </a:extLst>
          </p:cNvPr>
          <p:cNvSpPr/>
          <p:nvPr/>
        </p:nvSpPr>
        <p:spPr>
          <a:xfrm>
            <a:off x="7135658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9710D1E1-75A4-F9E3-4859-C68B4F483CCE}"/>
              </a:ext>
            </a:extLst>
          </p:cNvPr>
          <p:cNvSpPr/>
          <p:nvPr/>
        </p:nvSpPr>
        <p:spPr>
          <a:xfrm>
            <a:off x="7448009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0C9A304B-80A9-BF34-5CA3-F85BC85444BD}"/>
              </a:ext>
            </a:extLst>
          </p:cNvPr>
          <p:cNvSpPr/>
          <p:nvPr/>
        </p:nvSpPr>
        <p:spPr>
          <a:xfrm>
            <a:off x="7760360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D2B86C0D-2EFD-FD28-1E71-1BFCE29D48A4}"/>
              </a:ext>
            </a:extLst>
          </p:cNvPr>
          <p:cNvSpPr/>
          <p:nvPr/>
        </p:nvSpPr>
        <p:spPr>
          <a:xfrm>
            <a:off x="8072711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DFE395D9-FC6B-E693-37E6-69B9A30F7EAF}"/>
              </a:ext>
            </a:extLst>
          </p:cNvPr>
          <p:cNvSpPr/>
          <p:nvPr/>
        </p:nvSpPr>
        <p:spPr>
          <a:xfrm>
            <a:off x="8385062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2CD93CC6-C7C6-376D-0006-90BD53376276}"/>
              </a:ext>
            </a:extLst>
          </p:cNvPr>
          <p:cNvSpPr/>
          <p:nvPr/>
        </p:nvSpPr>
        <p:spPr>
          <a:xfrm>
            <a:off x="8697413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19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95B22B6B-AF24-3A91-0F1D-DD570E996764}"/>
              </a:ext>
            </a:extLst>
          </p:cNvPr>
          <p:cNvSpPr/>
          <p:nvPr/>
        </p:nvSpPr>
        <p:spPr>
          <a:xfrm>
            <a:off x="9009764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7F101528-E719-B832-CA9E-14257E6D87DC}"/>
              </a:ext>
            </a:extLst>
          </p:cNvPr>
          <p:cNvSpPr/>
          <p:nvPr/>
        </p:nvSpPr>
        <p:spPr>
          <a:xfrm>
            <a:off x="9322115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21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A6B3CF6F-8AE0-C22A-9B46-C309A121CA6D}"/>
              </a:ext>
            </a:extLst>
          </p:cNvPr>
          <p:cNvSpPr/>
          <p:nvPr/>
        </p:nvSpPr>
        <p:spPr>
          <a:xfrm>
            <a:off x="9634466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A770D689-ED2C-C2DB-5D20-6490A52CED6F}"/>
              </a:ext>
            </a:extLst>
          </p:cNvPr>
          <p:cNvSpPr/>
          <p:nvPr/>
        </p:nvSpPr>
        <p:spPr>
          <a:xfrm>
            <a:off x="9946817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E00F4AEF-1410-EF28-3281-49340B63A1F5}"/>
              </a:ext>
            </a:extLst>
          </p:cNvPr>
          <p:cNvSpPr/>
          <p:nvPr/>
        </p:nvSpPr>
        <p:spPr>
          <a:xfrm>
            <a:off x="10259168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24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F8C77697-BB4A-1A71-10BF-5F382B96F23E}"/>
              </a:ext>
            </a:extLst>
          </p:cNvPr>
          <p:cNvSpPr/>
          <p:nvPr/>
        </p:nvSpPr>
        <p:spPr>
          <a:xfrm>
            <a:off x="10571519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25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4F5E5CA5-8720-BCD4-FAA0-B902DE7696C1}"/>
              </a:ext>
            </a:extLst>
          </p:cNvPr>
          <p:cNvSpPr/>
          <p:nvPr/>
        </p:nvSpPr>
        <p:spPr>
          <a:xfrm>
            <a:off x="3075095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D60027EB-0EBC-D925-D5EB-84E180A77F23}"/>
              </a:ext>
            </a:extLst>
          </p:cNvPr>
          <p:cNvSpPr/>
          <p:nvPr/>
        </p:nvSpPr>
        <p:spPr>
          <a:xfrm>
            <a:off x="3387446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293ABB94-A557-6471-E6E8-950DCECC4A51}"/>
              </a:ext>
            </a:extLst>
          </p:cNvPr>
          <p:cNvSpPr/>
          <p:nvPr/>
        </p:nvSpPr>
        <p:spPr>
          <a:xfrm>
            <a:off x="3699797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D47B686E-9BC9-4CA7-6902-1EF801F0EEF6}"/>
              </a:ext>
            </a:extLst>
          </p:cNvPr>
          <p:cNvSpPr/>
          <p:nvPr/>
        </p:nvSpPr>
        <p:spPr>
          <a:xfrm>
            <a:off x="10883870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26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39C0F58-0957-AA7B-7A68-62059765ECAD}"/>
              </a:ext>
            </a:extLst>
          </p:cNvPr>
          <p:cNvSpPr/>
          <p:nvPr/>
        </p:nvSpPr>
        <p:spPr>
          <a:xfrm>
            <a:off x="11196221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27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627C7F63-CABF-4E9B-7BD0-2AC2D134F344}"/>
              </a:ext>
            </a:extLst>
          </p:cNvPr>
          <p:cNvSpPr/>
          <p:nvPr/>
        </p:nvSpPr>
        <p:spPr>
          <a:xfrm>
            <a:off x="11508577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28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5772C087-6A51-2899-9936-35F00EDE1234}"/>
              </a:ext>
            </a:extLst>
          </p:cNvPr>
          <p:cNvSpPr txBox="1"/>
          <p:nvPr/>
        </p:nvSpPr>
        <p:spPr>
          <a:xfrm>
            <a:off x="1190172" y="2815771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Teacher</a:t>
            </a:r>
          </a:p>
        </p:txBody>
      </p:sp>
      <p:sp>
        <p:nvSpPr>
          <p:cNvPr id="131" name="Textfeld 130">
            <a:extLst>
              <a:ext uri="{FF2B5EF4-FFF2-40B4-BE49-F238E27FC236}">
                <a16:creationId xmlns:a16="http://schemas.microsoft.com/office/drawing/2014/main" id="{CD9463C3-D6D6-A490-CC7C-991A4C6B6365}"/>
              </a:ext>
            </a:extLst>
          </p:cNvPr>
          <p:cNvSpPr txBox="1"/>
          <p:nvPr/>
        </p:nvSpPr>
        <p:spPr>
          <a:xfrm>
            <a:off x="1190171" y="5354324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Student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BF7ABA58-8E4B-393B-AD0D-6A174DC8B0A1}"/>
              </a:ext>
            </a:extLst>
          </p:cNvPr>
          <p:cNvCxnSpPr>
            <a:cxnSpLocks/>
            <a:endCxn id="53" idx="1"/>
          </p:cNvCxnSpPr>
          <p:nvPr/>
        </p:nvCxnSpPr>
        <p:spPr>
          <a:xfrm>
            <a:off x="2179184" y="4227536"/>
            <a:ext cx="8959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6673269E-56E4-84B0-4BE8-66E99227C988}"/>
              </a:ext>
            </a:extLst>
          </p:cNvPr>
          <p:cNvCxnSpPr>
            <a:endCxn id="55" idx="1"/>
          </p:cNvCxnSpPr>
          <p:nvPr/>
        </p:nvCxnSpPr>
        <p:spPr>
          <a:xfrm>
            <a:off x="3254173" y="4227536"/>
            <a:ext cx="1332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EB4F9F21-2C72-8AAD-0896-8153150787EB}"/>
              </a:ext>
            </a:extLst>
          </p:cNvPr>
          <p:cNvCxnSpPr>
            <a:stCxn id="55" idx="3"/>
            <a:endCxn id="56" idx="1"/>
          </p:cNvCxnSpPr>
          <p:nvPr/>
        </p:nvCxnSpPr>
        <p:spPr>
          <a:xfrm>
            <a:off x="3550284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CC439320-03AD-9F2C-D44A-72AF5AE71AD5}"/>
              </a:ext>
            </a:extLst>
          </p:cNvPr>
          <p:cNvCxnSpPr>
            <a:endCxn id="2" idx="1"/>
          </p:cNvCxnSpPr>
          <p:nvPr/>
        </p:nvCxnSpPr>
        <p:spPr>
          <a:xfrm>
            <a:off x="3862635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2E3DF03A-EC1E-C5E9-1ACC-A014711C2DB8}"/>
              </a:ext>
            </a:extLst>
          </p:cNvPr>
          <p:cNvCxnSpPr>
            <a:endCxn id="3" idx="1"/>
          </p:cNvCxnSpPr>
          <p:nvPr/>
        </p:nvCxnSpPr>
        <p:spPr>
          <a:xfrm>
            <a:off x="4174986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FF5D7BF7-85AC-C868-1FAF-33985F1E7E56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487337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E7F86DCC-3AAB-F010-DD40-087353B6EB2F}"/>
              </a:ext>
            </a:extLst>
          </p:cNvPr>
          <p:cNvCxnSpPr>
            <a:endCxn id="7" idx="1"/>
          </p:cNvCxnSpPr>
          <p:nvPr/>
        </p:nvCxnSpPr>
        <p:spPr>
          <a:xfrm>
            <a:off x="4811574" y="4227536"/>
            <a:ext cx="1376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9CD25687-ACF2-8F20-CE41-B0E88606F5EA}"/>
              </a:ext>
            </a:extLst>
          </p:cNvPr>
          <p:cNvCxnSpPr>
            <a:stCxn id="7" idx="3"/>
            <a:endCxn id="14" idx="1"/>
          </p:cNvCxnSpPr>
          <p:nvPr/>
        </p:nvCxnSpPr>
        <p:spPr>
          <a:xfrm>
            <a:off x="5112039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94DFCAB7-5505-7084-988C-D2F71017138A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5424390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A115CB69-734D-AFED-FE6E-374D1E4A15E7}"/>
              </a:ext>
            </a:extLst>
          </p:cNvPr>
          <p:cNvCxnSpPr>
            <a:stCxn id="16" idx="3"/>
            <a:endCxn id="20" idx="1"/>
          </p:cNvCxnSpPr>
          <p:nvPr/>
        </p:nvCxnSpPr>
        <p:spPr>
          <a:xfrm>
            <a:off x="5736741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D055F4BF-47D1-A231-DB59-347661E435E0}"/>
              </a:ext>
            </a:extLst>
          </p:cNvPr>
          <p:cNvCxnSpPr>
            <a:stCxn id="20" idx="3"/>
            <a:endCxn id="22" idx="1"/>
          </p:cNvCxnSpPr>
          <p:nvPr/>
        </p:nvCxnSpPr>
        <p:spPr>
          <a:xfrm>
            <a:off x="6049092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F65EC204-A8C8-38E8-F80D-2C8AEF5A7CF5}"/>
              </a:ext>
            </a:extLst>
          </p:cNvPr>
          <p:cNvCxnSpPr>
            <a:stCxn id="22" idx="3"/>
            <a:endCxn id="30" idx="1"/>
          </p:cNvCxnSpPr>
          <p:nvPr/>
        </p:nvCxnSpPr>
        <p:spPr>
          <a:xfrm>
            <a:off x="6361443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C4072E62-62B5-C2CC-CA67-9CE755202B5D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6673794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B9666201-9AC5-7316-8B58-9974F3E0F2A2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>
            <a:off x="6986145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94ACB5BA-1876-896B-EA78-626B17E2BD0F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>
            <a:off x="7298496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44AE4493-AE3D-76F8-BAC3-88C99BA545E6}"/>
              </a:ext>
            </a:extLst>
          </p:cNvPr>
          <p:cNvCxnSpPr>
            <a:stCxn id="33" idx="3"/>
            <a:endCxn id="34" idx="1"/>
          </p:cNvCxnSpPr>
          <p:nvPr/>
        </p:nvCxnSpPr>
        <p:spPr>
          <a:xfrm>
            <a:off x="7610847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F4620368-8E34-3B3B-9532-9BDF06034388}"/>
              </a:ext>
            </a:extLst>
          </p:cNvPr>
          <p:cNvCxnSpPr>
            <a:stCxn id="34" idx="3"/>
            <a:endCxn id="35" idx="1"/>
          </p:cNvCxnSpPr>
          <p:nvPr/>
        </p:nvCxnSpPr>
        <p:spPr>
          <a:xfrm>
            <a:off x="7923198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2D041FED-8796-F77B-0FDA-BE61B66DB8C9}"/>
              </a:ext>
            </a:extLst>
          </p:cNvPr>
          <p:cNvCxnSpPr>
            <a:stCxn id="35" idx="3"/>
            <a:endCxn id="36" idx="1"/>
          </p:cNvCxnSpPr>
          <p:nvPr/>
        </p:nvCxnSpPr>
        <p:spPr>
          <a:xfrm>
            <a:off x="8235549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Gerade Verbindung mit Pfeil 76">
            <a:extLst>
              <a:ext uri="{FF2B5EF4-FFF2-40B4-BE49-F238E27FC236}">
                <a16:creationId xmlns:a16="http://schemas.microsoft.com/office/drawing/2014/main" id="{CC42D71C-6E65-1F87-A68A-399734321BA0}"/>
              </a:ext>
            </a:extLst>
          </p:cNvPr>
          <p:cNvCxnSpPr>
            <a:stCxn id="36" idx="3"/>
            <a:endCxn id="37" idx="1"/>
          </p:cNvCxnSpPr>
          <p:nvPr/>
        </p:nvCxnSpPr>
        <p:spPr>
          <a:xfrm>
            <a:off x="8547900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AF15FF15-83ED-BF62-ABE9-CFDD59A40820}"/>
              </a:ext>
            </a:extLst>
          </p:cNvPr>
          <p:cNvCxnSpPr>
            <a:stCxn id="37" idx="3"/>
            <a:endCxn id="39" idx="1"/>
          </p:cNvCxnSpPr>
          <p:nvPr/>
        </p:nvCxnSpPr>
        <p:spPr>
          <a:xfrm>
            <a:off x="8860251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7E0CB352-2E04-8EDF-F6DC-DB5936710D8A}"/>
              </a:ext>
            </a:extLst>
          </p:cNvPr>
          <p:cNvCxnSpPr>
            <a:stCxn id="39" idx="3"/>
            <a:endCxn id="41" idx="1"/>
          </p:cNvCxnSpPr>
          <p:nvPr/>
        </p:nvCxnSpPr>
        <p:spPr>
          <a:xfrm>
            <a:off x="9172602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1A69E937-F4F3-6C70-43F2-AAC4AE122C77}"/>
              </a:ext>
            </a:extLst>
          </p:cNvPr>
          <p:cNvCxnSpPr>
            <a:stCxn id="41" idx="3"/>
            <a:endCxn id="43" idx="1"/>
          </p:cNvCxnSpPr>
          <p:nvPr/>
        </p:nvCxnSpPr>
        <p:spPr>
          <a:xfrm>
            <a:off x="9484953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731F8BFC-82DC-BA8F-DBB6-7E78A2581C1D}"/>
              </a:ext>
            </a:extLst>
          </p:cNvPr>
          <p:cNvCxnSpPr>
            <a:stCxn id="43" idx="3"/>
            <a:endCxn id="44" idx="1"/>
          </p:cNvCxnSpPr>
          <p:nvPr/>
        </p:nvCxnSpPr>
        <p:spPr>
          <a:xfrm>
            <a:off x="9797304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0E26D495-E610-D63B-4460-211387E64E72}"/>
              </a:ext>
            </a:extLst>
          </p:cNvPr>
          <p:cNvCxnSpPr>
            <a:stCxn id="44" idx="3"/>
            <a:endCxn id="46" idx="1"/>
          </p:cNvCxnSpPr>
          <p:nvPr/>
        </p:nvCxnSpPr>
        <p:spPr>
          <a:xfrm>
            <a:off x="10109655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1B65D150-205A-616C-2A5A-3A800F5EA038}"/>
              </a:ext>
            </a:extLst>
          </p:cNvPr>
          <p:cNvCxnSpPr>
            <a:stCxn id="46" idx="3"/>
            <a:endCxn id="52" idx="1"/>
          </p:cNvCxnSpPr>
          <p:nvPr/>
        </p:nvCxnSpPr>
        <p:spPr>
          <a:xfrm>
            <a:off x="10422006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 Verbindung mit Pfeil 99">
            <a:extLst>
              <a:ext uri="{FF2B5EF4-FFF2-40B4-BE49-F238E27FC236}">
                <a16:creationId xmlns:a16="http://schemas.microsoft.com/office/drawing/2014/main" id="{44E847DA-6937-A5A3-803E-6D87212622FF}"/>
              </a:ext>
            </a:extLst>
          </p:cNvPr>
          <p:cNvCxnSpPr>
            <a:stCxn id="52" idx="3"/>
            <a:endCxn id="58" idx="1"/>
          </p:cNvCxnSpPr>
          <p:nvPr/>
        </p:nvCxnSpPr>
        <p:spPr>
          <a:xfrm>
            <a:off x="10734357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3282C9CD-7124-1874-37CB-5914C2C4C8B7}"/>
              </a:ext>
            </a:extLst>
          </p:cNvPr>
          <p:cNvCxnSpPr>
            <a:stCxn id="58" idx="3"/>
            <a:endCxn id="59" idx="1"/>
          </p:cNvCxnSpPr>
          <p:nvPr/>
        </p:nvCxnSpPr>
        <p:spPr>
          <a:xfrm>
            <a:off x="11046708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71A7003C-90DF-7102-E6A1-5210CFBFBE1F}"/>
              </a:ext>
            </a:extLst>
          </p:cNvPr>
          <p:cNvCxnSpPr>
            <a:stCxn id="59" idx="3"/>
            <a:endCxn id="67" idx="1"/>
          </p:cNvCxnSpPr>
          <p:nvPr/>
        </p:nvCxnSpPr>
        <p:spPr>
          <a:xfrm>
            <a:off x="11359059" y="4227536"/>
            <a:ext cx="1495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Gerade Verbindung mit Pfeil 124">
            <a:extLst>
              <a:ext uri="{FF2B5EF4-FFF2-40B4-BE49-F238E27FC236}">
                <a16:creationId xmlns:a16="http://schemas.microsoft.com/office/drawing/2014/main" id="{C7078FAA-9B80-46C1-6FB8-14373CCBC01B}"/>
              </a:ext>
            </a:extLst>
          </p:cNvPr>
          <p:cNvCxnSpPr>
            <a:stCxn id="67" idx="3"/>
          </p:cNvCxnSpPr>
          <p:nvPr/>
        </p:nvCxnSpPr>
        <p:spPr>
          <a:xfrm>
            <a:off x="11671415" y="4227536"/>
            <a:ext cx="7237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feld 125">
            <a:extLst>
              <a:ext uri="{FF2B5EF4-FFF2-40B4-BE49-F238E27FC236}">
                <a16:creationId xmlns:a16="http://schemas.microsoft.com/office/drawing/2014/main" id="{2644016C-2C12-328F-7730-E3B3F3F5F2AF}"/>
              </a:ext>
            </a:extLst>
          </p:cNvPr>
          <p:cNvSpPr txBox="1"/>
          <p:nvPr/>
        </p:nvSpPr>
        <p:spPr>
          <a:xfrm>
            <a:off x="1453249" y="3990159"/>
            <a:ext cx="795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Noisy </a:t>
            </a:r>
          </a:p>
          <a:p>
            <a:r>
              <a:rPr lang="en-GB" dirty="0" err="1"/>
              <a:t>Iamge</a:t>
            </a:r>
            <a:endParaRPr lang="en-GB" dirty="0"/>
          </a:p>
        </p:txBody>
      </p:sp>
      <p:sp>
        <p:nvSpPr>
          <p:cNvPr id="127" name="Textfeld 126">
            <a:extLst>
              <a:ext uri="{FF2B5EF4-FFF2-40B4-BE49-F238E27FC236}">
                <a16:creationId xmlns:a16="http://schemas.microsoft.com/office/drawing/2014/main" id="{277A7864-A008-560E-A3C1-1E5A6E4918E9}"/>
              </a:ext>
            </a:extLst>
          </p:cNvPr>
          <p:cNvSpPr txBox="1"/>
          <p:nvPr/>
        </p:nvSpPr>
        <p:spPr>
          <a:xfrm>
            <a:off x="12641943" y="4020457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Less Noisy Image</a:t>
            </a:r>
          </a:p>
        </p:txBody>
      </p:sp>
      <p:sp>
        <p:nvSpPr>
          <p:cNvPr id="130" name="Rechteck 129">
            <a:extLst>
              <a:ext uri="{FF2B5EF4-FFF2-40B4-BE49-F238E27FC236}">
                <a16:creationId xmlns:a16="http://schemas.microsoft.com/office/drawing/2014/main" id="{46B2BF8E-553D-797E-B184-49E9495AD893}"/>
              </a:ext>
            </a:extLst>
          </p:cNvPr>
          <p:cNvSpPr/>
          <p:nvPr/>
        </p:nvSpPr>
        <p:spPr>
          <a:xfrm>
            <a:off x="4012148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2" name="Rechteck 131">
            <a:extLst>
              <a:ext uri="{FF2B5EF4-FFF2-40B4-BE49-F238E27FC236}">
                <a16:creationId xmlns:a16="http://schemas.microsoft.com/office/drawing/2014/main" id="{DF6FD5C2-B8A4-AA55-677E-F42679F7FE48}"/>
              </a:ext>
            </a:extLst>
          </p:cNvPr>
          <p:cNvSpPr/>
          <p:nvPr/>
        </p:nvSpPr>
        <p:spPr>
          <a:xfrm>
            <a:off x="4324499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33" name="Rechteck 132">
            <a:extLst>
              <a:ext uri="{FF2B5EF4-FFF2-40B4-BE49-F238E27FC236}">
                <a16:creationId xmlns:a16="http://schemas.microsoft.com/office/drawing/2014/main" id="{F12275D3-6817-C60B-3CF3-E1DD5E6899F1}"/>
              </a:ext>
            </a:extLst>
          </p:cNvPr>
          <p:cNvSpPr/>
          <p:nvPr/>
        </p:nvSpPr>
        <p:spPr>
          <a:xfrm>
            <a:off x="4636850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5" name="Rechteck 134">
            <a:extLst>
              <a:ext uri="{FF2B5EF4-FFF2-40B4-BE49-F238E27FC236}">
                <a16:creationId xmlns:a16="http://schemas.microsoft.com/office/drawing/2014/main" id="{802132E9-5B67-F6DB-3F4C-06AC1D10DA0C}"/>
              </a:ext>
            </a:extLst>
          </p:cNvPr>
          <p:cNvSpPr/>
          <p:nvPr/>
        </p:nvSpPr>
        <p:spPr>
          <a:xfrm>
            <a:off x="4949201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6" name="Rechteck 135">
            <a:extLst>
              <a:ext uri="{FF2B5EF4-FFF2-40B4-BE49-F238E27FC236}">
                <a16:creationId xmlns:a16="http://schemas.microsoft.com/office/drawing/2014/main" id="{0D9A810A-A947-308B-E7FB-EDF96ACFF634}"/>
              </a:ext>
            </a:extLst>
          </p:cNvPr>
          <p:cNvSpPr/>
          <p:nvPr/>
        </p:nvSpPr>
        <p:spPr>
          <a:xfrm>
            <a:off x="5261552" y="6056222"/>
            <a:ext cx="162838" cy="977030"/>
          </a:xfrm>
          <a:prstGeom prst="rect">
            <a:avLst/>
          </a:prstGeom>
          <a:solidFill>
            <a:schemeClr val="bg2">
              <a:lumMod val="90000"/>
              <a:alpha val="20000"/>
            </a:schemeClr>
          </a:solidFill>
          <a:ln>
            <a:solidFill>
              <a:schemeClr val="bg2">
                <a:lumMod val="50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alpha val="20000"/>
                  </a:schemeClr>
                </a:solidFill>
              </a:rPr>
              <a:t>8</a:t>
            </a:r>
          </a:p>
        </p:txBody>
      </p:sp>
      <p:sp>
        <p:nvSpPr>
          <p:cNvPr id="137" name="Rechteck 136">
            <a:extLst>
              <a:ext uri="{FF2B5EF4-FFF2-40B4-BE49-F238E27FC236}">
                <a16:creationId xmlns:a16="http://schemas.microsoft.com/office/drawing/2014/main" id="{B53F2741-6786-20F8-45FA-6CADD1D05318}"/>
              </a:ext>
            </a:extLst>
          </p:cNvPr>
          <p:cNvSpPr/>
          <p:nvPr/>
        </p:nvSpPr>
        <p:spPr>
          <a:xfrm>
            <a:off x="5573903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38" name="Rechteck 137">
            <a:extLst>
              <a:ext uri="{FF2B5EF4-FFF2-40B4-BE49-F238E27FC236}">
                <a16:creationId xmlns:a16="http://schemas.microsoft.com/office/drawing/2014/main" id="{F684BD02-E477-7CF4-F792-F536775DF39D}"/>
              </a:ext>
            </a:extLst>
          </p:cNvPr>
          <p:cNvSpPr/>
          <p:nvPr/>
        </p:nvSpPr>
        <p:spPr>
          <a:xfrm>
            <a:off x="5886254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39" name="Rechteck 138">
            <a:extLst>
              <a:ext uri="{FF2B5EF4-FFF2-40B4-BE49-F238E27FC236}">
                <a16:creationId xmlns:a16="http://schemas.microsoft.com/office/drawing/2014/main" id="{B6D76A54-2B10-5707-4385-93103518EFDF}"/>
              </a:ext>
            </a:extLst>
          </p:cNvPr>
          <p:cNvSpPr/>
          <p:nvPr/>
        </p:nvSpPr>
        <p:spPr>
          <a:xfrm>
            <a:off x="6198605" y="6056222"/>
            <a:ext cx="162838" cy="977030"/>
          </a:xfrm>
          <a:prstGeom prst="rect">
            <a:avLst/>
          </a:prstGeom>
          <a:solidFill>
            <a:schemeClr val="bg2">
              <a:lumMod val="90000"/>
              <a:alpha val="20000"/>
            </a:schemeClr>
          </a:solidFill>
          <a:ln>
            <a:solidFill>
              <a:schemeClr val="bg2">
                <a:lumMod val="50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alpha val="19000"/>
                  </a:schemeClr>
                </a:solidFill>
              </a:rPr>
              <a:t>11</a:t>
            </a:r>
          </a:p>
        </p:txBody>
      </p:sp>
      <p:sp>
        <p:nvSpPr>
          <p:cNvPr id="140" name="Rechteck 139">
            <a:extLst>
              <a:ext uri="{FF2B5EF4-FFF2-40B4-BE49-F238E27FC236}">
                <a16:creationId xmlns:a16="http://schemas.microsoft.com/office/drawing/2014/main" id="{F45A2EB9-7FF4-C5CA-962B-29D21B10C575}"/>
              </a:ext>
            </a:extLst>
          </p:cNvPr>
          <p:cNvSpPr/>
          <p:nvPr/>
        </p:nvSpPr>
        <p:spPr>
          <a:xfrm>
            <a:off x="6510956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41" name="Rechteck 140">
            <a:extLst>
              <a:ext uri="{FF2B5EF4-FFF2-40B4-BE49-F238E27FC236}">
                <a16:creationId xmlns:a16="http://schemas.microsoft.com/office/drawing/2014/main" id="{76E451AC-A3E0-A59A-C29B-9277F67B478D}"/>
              </a:ext>
            </a:extLst>
          </p:cNvPr>
          <p:cNvSpPr/>
          <p:nvPr/>
        </p:nvSpPr>
        <p:spPr>
          <a:xfrm>
            <a:off x="6823307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42" name="Rechteck 141">
            <a:extLst>
              <a:ext uri="{FF2B5EF4-FFF2-40B4-BE49-F238E27FC236}">
                <a16:creationId xmlns:a16="http://schemas.microsoft.com/office/drawing/2014/main" id="{63146925-CAF7-86CC-CA09-CE7AD5EAA7BE}"/>
              </a:ext>
            </a:extLst>
          </p:cNvPr>
          <p:cNvSpPr/>
          <p:nvPr/>
        </p:nvSpPr>
        <p:spPr>
          <a:xfrm>
            <a:off x="7135658" y="6056222"/>
            <a:ext cx="162838" cy="9770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43" name="Rechteck 142">
            <a:extLst>
              <a:ext uri="{FF2B5EF4-FFF2-40B4-BE49-F238E27FC236}">
                <a16:creationId xmlns:a16="http://schemas.microsoft.com/office/drawing/2014/main" id="{7D66424E-C27D-4914-C550-12BD663BE69B}"/>
              </a:ext>
            </a:extLst>
          </p:cNvPr>
          <p:cNvSpPr/>
          <p:nvPr/>
        </p:nvSpPr>
        <p:spPr>
          <a:xfrm>
            <a:off x="7448009" y="6056222"/>
            <a:ext cx="162838" cy="977030"/>
          </a:xfrm>
          <a:prstGeom prst="rect">
            <a:avLst/>
          </a:prstGeom>
          <a:solidFill>
            <a:schemeClr val="bg2">
              <a:lumMod val="90000"/>
              <a:alpha val="20000"/>
            </a:schemeClr>
          </a:solidFill>
          <a:ln>
            <a:solidFill>
              <a:schemeClr val="bg2">
                <a:lumMod val="50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alpha val="20000"/>
                  </a:schemeClr>
                </a:solidFill>
              </a:rPr>
              <a:t>15</a:t>
            </a:r>
          </a:p>
        </p:txBody>
      </p:sp>
      <p:sp>
        <p:nvSpPr>
          <p:cNvPr id="144" name="Rechteck 143">
            <a:extLst>
              <a:ext uri="{FF2B5EF4-FFF2-40B4-BE49-F238E27FC236}">
                <a16:creationId xmlns:a16="http://schemas.microsoft.com/office/drawing/2014/main" id="{6F6B2547-29ED-3BF7-B1A1-4A0E7ED3C08F}"/>
              </a:ext>
            </a:extLst>
          </p:cNvPr>
          <p:cNvSpPr/>
          <p:nvPr/>
        </p:nvSpPr>
        <p:spPr>
          <a:xfrm>
            <a:off x="7760360" y="6056222"/>
            <a:ext cx="162838" cy="977030"/>
          </a:xfrm>
          <a:prstGeom prst="rect">
            <a:avLst/>
          </a:prstGeom>
          <a:solidFill>
            <a:schemeClr val="accent3">
              <a:lumMod val="40000"/>
              <a:lumOff val="60000"/>
              <a:alpha val="60000"/>
            </a:schemeClr>
          </a:solidFill>
          <a:ln>
            <a:solidFill>
              <a:schemeClr val="accent3">
                <a:alpha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alpha val="60000"/>
                  </a:schemeClr>
                </a:solidFill>
              </a:rPr>
              <a:t>16</a:t>
            </a:r>
          </a:p>
        </p:txBody>
      </p:sp>
      <p:sp>
        <p:nvSpPr>
          <p:cNvPr id="145" name="Rechteck 144">
            <a:extLst>
              <a:ext uri="{FF2B5EF4-FFF2-40B4-BE49-F238E27FC236}">
                <a16:creationId xmlns:a16="http://schemas.microsoft.com/office/drawing/2014/main" id="{7E02EFE3-964E-298C-0C77-DDEC97CC3DCD}"/>
              </a:ext>
            </a:extLst>
          </p:cNvPr>
          <p:cNvSpPr/>
          <p:nvPr/>
        </p:nvSpPr>
        <p:spPr>
          <a:xfrm>
            <a:off x="8072711" y="6056222"/>
            <a:ext cx="162838" cy="977030"/>
          </a:xfrm>
          <a:prstGeom prst="rect">
            <a:avLst/>
          </a:prstGeom>
          <a:solidFill>
            <a:schemeClr val="bg2">
              <a:lumMod val="90000"/>
              <a:alpha val="20000"/>
            </a:schemeClr>
          </a:solidFill>
          <a:ln>
            <a:solidFill>
              <a:schemeClr val="bg2">
                <a:lumMod val="50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alpha val="20000"/>
                  </a:schemeClr>
                </a:solidFill>
              </a:rPr>
              <a:t>17</a:t>
            </a:r>
          </a:p>
        </p:txBody>
      </p:sp>
      <p:sp>
        <p:nvSpPr>
          <p:cNvPr id="146" name="Rechteck 145">
            <a:extLst>
              <a:ext uri="{FF2B5EF4-FFF2-40B4-BE49-F238E27FC236}">
                <a16:creationId xmlns:a16="http://schemas.microsoft.com/office/drawing/2014/main" id="{ACF7C3FF-1DA5-720E-FD9D-6B8ECDF6CE3E}"/>
              </a:ext>
            </a:extLst>
          </p:cNvPr>
          <p:cNvSpPr/>
          <p:nvPr/>
        </p:nvSpPr>
        <p:spPr>
          <a:xfrm>
            <a:off x="8385062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147" name="Rechteck 146">
            <a:extLst>
              <a:ext uri="{FF2B5EF4-FFF2-40B4-BE49-F238E27FC236}">
                <a16:creationId xmlns:a16="http://schemas.microsoft.com/office/drawing/2014/main" id="{777B9F94-6592-3F9F-123D-CD8E3F0594C5}"/>
              </a:ext>
            </a:extLst>
          </p:cNvPr>
          <p:cNvSpPr/>
          <p:nvPr/>
        </p:nvSpPr>
        <p:spPr>
          <a:xfrm>
            <a:off x="8697413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148" name="Rechteck 147">
            <a:extLst>
              <a:ext uri="{FF2B5EF4-FFF2-40B4-BE49-F238E27FC236}">
                <a16:creationId xmlns:a16="http://schemas.microsoft.com/office/drawing/2014/main" id="{0F18C573-3B91-918C-4668-52633A60DFD4}"/>
              </a:ext>
            </a:extLst>
          </p:cNvPr>
          <p:cNvSpPr/>
          <p:nvPr/>
        </p:nvSpPr>
        <p:spPr>
          <a:xfrm>
            <a:off x="9009764" y="6056222"/>
            <a:ext cx="162838" cy="977030"/>
          </a:xfrm>
          <a:prstGeom prst="rect">
            <a:avLst/>
          </a:prstGeom>
          <a:solidFill>
            <a:schemeClr val="bg2">
              <a:lumMod val="90000"/>
              <a:alpha val="20000"/>
            </a:schemeClr>
          </a:solidFill>
          <a:ln>
            <a:solidFill>
              <a:schemeClr val="bg2">
                <a:lumMod val="50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alpha val="20000"/>
                  </a:schemeClr>
                </a:solidFill>
              </a:rPr>
              <a:t>20</a:t>
            </a:r>
          </a:p>
        </p:txBody>
      </p:sp>
      <p:sp>
        <p:nvSpPr>
          <p:cNvPr id="149" name="Rechteck 148">
            <a:extLst>
              <a:ext uri="{FF2B5EF4-FFF2-40B4-BE49-F238E27FC236}">
                <a16:creationId xmlns:a16="http://schemas.microsoft.com/office/drawing/2014/main" id="{B95EC1D9-5490-54C4-81DA-D1BB9EF71E20}"/>
              </a:ext>
            </a:extLst>
          </p:cNvPr>
          <p:cNvSpPr/>
          <p:nvPr/>
        </p:nvSpPr>
        <p:spPr>
          <a:xfrm>
            <a:off x="9322115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150" name="Rechteck 149">
            <a:extLst>
              <a:ext uri="{FF2B5EF4-FFF2-40B4-BE49-F238E27FC236}">
                <a16:creationId xmlns:a16="http://schemas.microsoft.com/office/drawing/2014/main" id="{08807CEE-8D63-8CE0-1197-EF944729D8FD}"/>
              </a:ext>
            </a:extLst>
          </p:cNvPr>
          <p:cNvSpPr/>
          <p:nvPr/>
        </p:nvSpPr>
        <p:spPr>
          <a:xfrm>
            <a:off x="9634466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51" name="Rechteck 150">
            <a:extLst>
              <a:ext uri="{FF2B5EF4-FFF2-40B4-BE49-F238E27FC236}">
                <a16:creationId xmlns:a16="http://schemas.microsoft.com/office/drawing/2014/main" id="{6543A2CD-26F6-0898-7E64-5BBE1CEE64D0}"/>
              </a:ext>
            </a:extLst>
          </p:cNvPr>
          <p:cNvSpPr/>
          <p:nvPr/>
        </p:nvSpPr>
        <p:spPr>
          <a:xfrm>
            <a:off x="9946817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152" name="Rechteck 151">
            <a:extLst>
              <a:ext uri="{FF2B5EF4-FFF2-40B4-BE49-F238E27FC236}">
                <a16:creationId xmlns:a16="http://schemas.microsoft.com/office/drawing/2014/main" id="{B420D447-3964-946B-3E4A-3D1D5B120641}"/>
              </a:ext>
            </a:extLst>
          </p:cNvPr>
          <p:cNvSpPr/>
          <p:nvPr/>
        </p:nvSpPr>
        <p:spPr>
          <a:xfrm>
            <a:off x="10259168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24</a:t>
            </a:r>
          </a:p>
        </p:txBody>
      </p:sp>
      <p:sp>
        <p:nvSpPr>
          <p:cNvPr id="153" name="Rechteck 152">
            <a:extLst>
              <a:ext uri="{FF2B5EF4-FFF2-40B4-BE49-F238E27FC236}">
                <a16:creationId xmlns:a16="http://schemas.microsoft.com/office/drawing/2014/main" id="{6E1E89E5-F3CF-B4A6-41EA-8D9A492587FD}"/>
              </a:ext>
            </a:extLst>
          </p:cNvPr>
          <p:cNvSpPr/>
          <p:nvPr/>
        </p:nvSpPr>
        <p:spPr>
          <a:xfrm>
            <a:off x="10571519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154" name="Rechteck 153">
            <a:extLst>
              <a:ext uri="{FF2B5EF4-FFF2-40B4-BE49-F238E27FC236}">
                <a16:creationId xmlns:a16="http://schemas.microsoft.com/office/drawing/2014/main" id="{A1A0FB10-EB6A-7D7D-C25B-2633F3117631}"/>
              </a:ext>
            </a:extLst>
          </p:cNvPr>
          <p:cNvSpPr/>
          <p:nvPr/>
        </p:nvSpPr>
        <p:spPr>
          <a:xfrm>
            <a:off x="3075095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5" name="Rechteck 154">
            <a:extLst>
              <a:ext uri="{FF2B5EF4-FFF2-40B4-BE49-F238E27FC236}">
                <a16:creationId xmlns:a16="http://schemas.microsoft.com/office/drawing/2014/main" id="{1F5BD2B1-A3F8-6A4E-9342-EE3561E9EFAB}"/>
              </a:ext>
            </a:extLst>
          </p:cNvPr>
          <p:cNvSpPr/>
          <p:nvPr/>
        </p:nvSpPr>
        <p:spPr>
          <a:xfrm>
            <a:off x="3387446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6" name="Rechteck 155">
            <a:extLst>
              <a:ext uri="{FF2B5EF4-FFF2-40B4-BE49-F238E27FC236}">
                <a16:creationId xmlns:a16="http://schemas.microsoft.com/office/drawing/2014/main" id="{C0A8559E-B8EB-686D-0FBD-2C0681059EFB}"/>
              </a:ext>
            </a:extLst>
          </p:cNvPr>
          <p:cNvSpPr/>
          <p:nvPr/>
        </p:nvSpPr>
        <p:spPr>
          <a:xfrm>
            <a:off x="3699797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7" name="Rechteck 156">
            <a:extLst>
              <a:ext uri="{FF2B5EF4-FFF2-40B4-BE49-F238E27FC236}">
                <a16:creationId xmlns:a16="http://schemas.microsoft.com/office/drawing/2014/main" id="{C226C6B4-2548-5104-EBC7-F2D104DCF8D2}"/>
              </a:ext>
            </a:extLst>
          </p:cNvPr>
          <p:cNvSpPr/>
          <p:nvPr/>
        </p:nvSpPr>
        <p:spPr>
          <a:xfrm>
            <a:off x="10883870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26</a:t>
            </a:r>
          </a:p>
        </p:txBody>
      </p:sp>
      <p:sp>
        <p:nvSpPr>
          <p:cNvPr id="158" name="Rechteck 157">
            <a:extLst>
              <a:ext uri="{FF2B5EF4-FFF2-40B4-BE49-F238E27FC236}">
                <a16:creationId xmlns:a16="http://schemas.microsoft.com/office/drawing/2014/main" id="{28B55228-D730-E155-82EB-A4E3FC2960A8}"/>
              </a:ext>
            </a:extLst>
          </p:cNvPr>
          <p:cNvSpPr/>
          <p:nvPr/>
        </p:nvSpPr>
        <p:spPr>
          <a:xfrm>
            <a:off x="11196221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27</a:t>
            </a:r>
          </a:p>
        </p:txBody>
      </p:sp>
      <p:sp>
        <p:nvSpPr>
          <p:cNvPr id="159" name="Rechteck 158">
            <a:extLst>
              <a:ext uri="{FF2B5EF4-FFF2-40B4-BE49-F238E27FC236}">
                <a16:creationId xmlns:a16="http://schemas.microsoft.com/office/drawing/2014/main" id="{6795784B-99F1-1994-9C60-5A300EFDC6E0}"/>
              </a:ext>
            </a:extLst>
          </p:cNvPr>
          <p:cNvSpPr/>
          <p:nvPr/>
        </p:nvSpPr>
        <p:spPr>
          <a:xfrm>
            <a:off x="11508577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28</a:t>
            </a:r>
          </a:p>
        </p:txBody>
      </p:sp>
      <p:cxnSp>
        <p:nvCxnSpPr>
          <p:cNvPr id="160" name="Gerade Verbindung mit Pfeil 159">
            <a:extLst>
              <a:ext uri="{FF2B5EF4-FFF2-40B4-BE49-F238E27FC236}">
                <a16:creationId xmlns:a16="http://schemas.microsoft.com/office/drawing/2014/main" id="{A43FF0EC-39CA-D0D4-E233-D6C97B362ECC}"/>
              </a:ext>
            </a:extLst>
          </p:cNvPr>
          <p:cNvCxnSpPr>
            <a:cxnSpLocks/>
            <a:endCxn id="154" idx="1"/>
          </p:cNvCxnSpPr>
          <p:nvPr/>
        </p:nvCxnSpPr>
        <p:spPr>
          <a:xfrm>
            <a:off x="2179184" y="6544737"/>
            <a:ext cx="8959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Gerade Verbindung mit Pfeil 160">
            <a:extLst>
              <a:ext uri="{FF2B5EF4-FFF2-40B4-BE49-F238E27FC236}">
                <a16:creationId xmlns:a16="http://schemas.microsoft.com/office/drawing/2014/main" id="{C515C3DE-8E3C-1D4E-8D14-46CD74D79CF1}"/>
              </a:ext>
            </a:extLst>
          </p:cNvPr>
          <p:cNvCxnSpPr>
            <a:endCxn id="155" idx="1"/>
          </p:cNvCxnSpPr>
          <p:nvPr/>
        </p:nvCxnSpPr>
        <p:spPr>
          <a:xfrm>
            <a:off x="3254173" y="6544737"/>
            <a:ext cx="1332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Gerade Verbindung mit Pfeil 161">
            <a:extLst>
              <a:ext uri="{FF2B5EF4-FFF2-40B4-BE49-F238E27FC236}">
                <a16:creationId xmlns:a16="http://schemas.microsoft.com/office/drawing/2014/main" id="{0AD963BB-7639-4383-2852-0966F9E96C47}"/>
              </a:ext>
            </a:extLst>
          </p:cNvPr>
          <p:cNvCxnSpPr>
            <a:stCxn id="155" idx="3"/>
            <a:endCxn id="156" idx="1"/>
          </p:cNvCxnSpPr>
          <p:nvPr/>
        </p:nvCxnSpPr>
        <p:spPr>
          <a:xfrm>
            <a:off x="3550284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Gerade Verbindung mit Pfeil 162">
            <a:extLst>
              <a:ext uri="{FF2B5EF4-FFF2-40B4-BE49-F238E27FC236}">
                <a16:creationId xmlns:a16="http://schemas.microsoft.com/office/drawing/2014/main" id="{B7B1D67F-B53D-D248-5A12-5A85A6116894}"/>
              </a:ext>
            </a:extLst>
          </p:cNvPr>
          <p:cNvCxnSpPr>
            <a:endCxn id="130" idx="1"/>
          </p:cNvCxnSpPr>
          <p:nvPr/>
        </p:nvCxnSpPr>
        <p:spPr>
          <a:xfrm>
            <a:off x="3862635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Gerade Verbindung mit Pfeil 163">
            <a:extLst>
              <a:ext uri="{FF2B5EF4-FFF2-40B4-BE49-F238E27FC236}">
                <a16:creationId xmlns:a16="http://schemas.microsoft.com/office/drawing/2014/main" id="{78BFF922-1462-CC42-AC71-6546643E5B7C}"/>
              </a:ext>
            </a:extLst>
          </p:cNvPr>
          <p:cNvCxnSpPr>
            <a:endCxn id="132" idx="1"/>
          </p:cNvCxnSpPr>
          <p:nvPr/>
        </p:nvCxnSpPr>
        <p:spPr>
          <a:xfrm>
            <a:off x="4174986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Gerade Verbindung mit Pfeil 164">
            <a:extLst>
              <a:ext uri="{FF2B5EF4-FFF2-40B4-BE49-F238E27FC236}">
                <a16:creationId xmlns:a16="http://schemas.microsoft.com/office/drawing/2014/main" id="{81B8F902-294C-6976-D291-371353AB82A5}"/>
              </a:ext>
            </a:extLst>
          </p:cNvPr>
          <p:cNvCxnSpPr>
            <a:stCxn id="132" idx="3"/>
            <a:endCxn id="133" idx="1"/>
          </p:cNvCxnSpPr>
          <p:nvPr/>
        </p:nvCxnSpPr>
        <p:spPr>
          <a:xfrm>
            <a:off x="4487337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Gerade Verbindung mit Pfeil 165">
            <a:extLst>
              <a:ext uri="{FF2B5EF4-FFF2-40B4-BE49-F238E27FC236}">
                <a16:creationId xmlns:a16="http://schemas.microsoft.com/office/drawing/2014/main" id="{ED8103C9-6C39-19D4-9DA7-5B8454CABC17}"/>
              </a:ext>
            </a:extLst>
          </p:cNvPr>
          <p:cNvCxnSpPr>
            <a:cxnSpLocks/>
            <a:endCxn id="135" idx="1"/>
          </p:cNvCxnSpPr>
          <p:nvPr/>
        </p:nvCxnSpPr>
        <p:spPr>
          <a:xfrm>
            <a:off x="4811574" y="6544737"/>
            <a:ext cx="1376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Gerade Verbindung mit Pfeil 166">
            <a:extLst>
              <a:ext uri="{FF2B5EF4-FFF2-40B4-BE49-F238E27FC236}">
                <a16:creationId xmlns:a16="http://schemas.microsoft.com/office/drawing/2014/main" id="{1FA2C3EF-9A7C-BAEC-522A-165D8DE84F3E}"/>
              </a:ext>
            </a:extLst>
          </p:cNvPr>
          <p:cNvCxnSpPr>
            <a:cxnSpLocks/>
            <a:stCxn id="135" idx="3"/>
            <a:endCxn id="137" idx="1"/>
          </p:cNvCxnSpPr>
          <p:nvPr/>
        </p:nvCxnSpPr>
        <p:spPr>
          <a:xfrm>
            <a:off x="5112039" y="6544737"/>
            <a:ext cx="4618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Gerade Verbindung mit Pfeil 168">
            <a:extLst>
              <a:ext uri="{FF2B5EF4-FFF2-40B4-BE49-F238E27FC236}">
                <a16:creationId xmlns:a16="http://schemas.microsoft.com/office/drawing/2014/main" id="{50C1B442-CEA5-B39A-D85B-D6014381D3EB}"/>
              </a:ext>
            </a:extLst>
          </p:cNvPr>
          <p:cNvCxnSpPr>
            <a:stCxn id="137" idx="3"/>
            <a:endCxn id="138" idx="1"/>
          </p:cNvCxnSpPr>
          <p:nvPr/>
        </p:nvCxnSpPr>
        <p:spPr>
          <a:xfrm>
            <a:off x="5736741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Gerade Verbindung mit Pfeil 169">
            <a:extLst>
              <a:ext uri="{FF2B5EF4-FFF2-40B4-BE49-F238E27FC236}">
                <a16:creationId xmlns:a16="http://schemas.microsoft.com/office/drawing/2014/main" id="{8689429F-A0D5-58AE-53C4-5809AAABC2DB}"/>
              </a:ext>
            </a:extLst>
          </p:cNvPr>
          <p:cNvCxnSpPr>
            <a:cxnSpLocks/>
            <a:stCxn id="138" idx="3"/>
            <a:endCxn id="140" idx="1"/>
          </p:cNvCxnSpPr>
          <p:nvPr/>
        </p:nvCxnSpPr>
        <p:spPr>
          <a:xfrm>
            <a:off x="6049092" y="6544737"/>
            <a:ext cx="4618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Gerade Verbindung mit Pfeil 171">
            <a:extLst>
              <a:ext uri="{FF2B5EF4-FFF2-40B4-BE49-F238E27FC236}">
                <a16:creationId xmlns:a16="http://schemas.microsoft.com/office/drawing/2014/main" id="{A9B65AC7-8D75-C589-9A09-09EF7BF8DF71}"/>
              </a:ext>
            </a:extLst>
          </p:cNvPr>
          <p:cNvCxnSpPr>
            <a:stCxn id="140" idx="3"/>
            <a:endCxn id="141" idx="1"/>
          </p:cNvCxnSpPr>
          <p:nvPr/>
        </p:nvCxnSpPr>
        <p:spPr>
          <a:xfrm>
            <a:off x="6673794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Gerade Verbindung mit Pfeil 172">
            <a:extLst>
              <a:ext uri="{FF2B5EF4-FFF2-40B4-BE49-F238E27FC236}">
                <a16:creationId xmlns:a16="http://schemas.microsoft.com/office/drawing/2014/main" id="{A10FE47A-B25E-933F-93CA-BADCA18325EC}"/>
              </a:ext>
            </a:extLst>
          </p:cNvPr>
          <p:cNvCxnSpPr>
            <a:stCxn id="141" idx="3"/>
            <a:endCxn id="142" idx="1"/>
          </p:cNvCxnSpPr>
          <p:nvPr/>
        </p:nvCxnSpPr>
        <p:spPr>
          <a:xfrm>
            <a:off x="6986145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Gerade Verbindung mit Pfeil 173">
            <a:extLst>
              <a:ext uri="{FF2B5EF4-FFF2-40B4-BE49-F238E27FC236}">
                <a16:creationId xmlns:a16="http://schemas.microsoft.com/office/drawing/2014/main" id="{98B990C7-081F-A5B7-3C27-95A3F57A681A}"/>
              </a:ext>
            </a:extLst>
          </p:cNvPr>
          <p:cNvCxnSpPr>
            <a:cxnSpLocks/>
            <a:stCxn id="142" idx="3"/>
            <a:endCxn id="146" idx="1"/>
          </p:cNvCxnSpPr>
          <p:nvPr/>
        </p:nvCxnSpPr>
        <p:spPr>
          <a:xfrm>
            <a:off x="7298496" y="6544737"/>
            <a:ext cx="10865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Gerade Verbindung mit Pfeil 177">
            <a:extLst>
              <a:ext uri="{FF2B5EF4-FFF2-40B4-BE49-F238E27FC236}">
                <a16:creationId xmlns:a16="http://schemas.microsoft.com/office/drawing/2014/main" id="{36051B9D-420E-5380-08E1-E2E6ECE02BD1}"/>
              </a:ext>
            </a:extLst>
          </p:cNvPr>
          <p:cNvCxnSpPr>
            <a:stCxn id="146" idx="3"/>
            <a:endCxn id="147" idx="1"/>
          </p:cNvCxnSpPr>
          <p:nvPr/>
        </p:nvCxnSpPr>
        <p:spPr>
          <a:xfrm>
            <a:off x="8547900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Gerade Verbindung mit Pfeil 178">
            <a:extLst>
              <a:ext uri="{FF2B5EF4-FFF2-40B4-BE49-F238E27FC236}">
                <a16:creationId xmlns:a16="http://schemas.microsoft.com/office/drawing/2014/main" id="{CBBD51DC-CA92-4710-3DCA-2E5EDB4C04E9}"/>
              </a:ext>
            </a:extLst>
          </p:cNvPr>
          <p:cNvCxnSpPr>
            <a:cxnSpLocks/>
            <a:stCxn id="147" idx="3"/>
            <a:endCxn id="149" idx="1"/>
          </p:cNvCxnSpPr>
          <p:nvPr/>
        </p:nvCxnSpPr>
        <p:spPr>
          <a:xfrm>
            <a:off x="8860251" y="6544737"/>
            <a:ext cx="4618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Gerade Verbindung mit Pfeil 180">
            <a:extLst>
              <a:ext uri="{FF2B5EF4-FFF2-40B4-BE49-F238E27FC236}">
                <a16:creationId xmlns:a16="http://schemas.microsoft.com/office/drawing/2014/main" id="{77B114D3-C886-32D7-E52E-3D8951FAD43D}"/>
              </a:ext>
            </a:extLst>
          </p:cNvPr>
          <p:cNvCxnSpPr>
            <a:stCxn id="149" idx="3"/>
            <a:endCxn id="150" idx="1"/>
          </p:cNvCxnSpPr>
          <p:nvPr/>
        </p:nvCxnSpPr>
        <p:spPr>
          <a:xfrm>
            <a:off x="9484953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Gerade Verbindung mit Pfeil 181">
            <a:extLst>
              <a:ext uri="{FF2B5EF4-FFF2-40B4-BE49-F238E27FC236}">
                <a16:creationId xmlns:a16="http://schemas.microsoft.com/office/drawing/2014/main" id="{53CFDE98-94D3-EF8B-305B-1CED0A7E0847}"/>
              </a:ext>
            </a:extLst>
          </p:cNvPr>
          <p:cNvCxnSpPr>
            <a:stCxn id="150" idx="3"/>
            <a:endCxn id="151" idx="1"/>
          </p:cNvCxnSpPr>
          <p:nvPr/>
        </p:nvCxnSpPr>
        <p:spPr>
          <a:xfrm>
            <a:off x="9797304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Gerade Verbindung mit Pfeil 182">
            <a:extLst>
              <a:ext uri="{FF2B5EF4-FFF2-40B4-BE49-F238E27FC236}">
                <a16:creationId xmlns:a16="http://schemas.microsoft.com/office/drawing/2014/main" id="{37B89728-CE34-1826-82A0-2C0B62B642B4}"/>
              </a:ext>
            </a:extLst>
          </p:cNvPr>
          <p:cNvCxnSpPr>
            <a:stCxn id="151" idx="3"/>
            <a:endCxn id="152" idx="1"/>
          </p:cNvCxnSpPr>
          <p:nvPr/>
        </p:nvCxnSpPr>
        <p:spPr>
          <a:xfrm>
            <a:off x="10109655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Gerade Verbindung mit Pfeil 183">
            <a:extLst>
              <a:ext uri="{FF2B5EF4-FFF2-40B4-BE49-F238E27FC236}">
                <a16:creationId xmlns:a16="http://schemas.microsoft.com/office/drawing/2014/main" id="{11FA57E1-B53B-98C1-9FE5-C700B798E298}"/>
              </a:ext>
            </a:extLst>
          </p:cNvPr>
          <p:cNvCxnSpPr>
            <a:stCxn id="152" idx="3"/>
            <a:endCxn id="153" idx="1"/>
          </p:cNvCxnSpPr>
          <p:nvPr/>
        </p:nvCxnSpPr>
        <p:spPr>
          <a:xfrm>
            <a:off x="10422006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Gerade Verbindung mit Pfeil 184">
            <a:extLst>
              <a:ext uri="{FF2B5EF4-FFF2-40B4-BE49-F238E27FC236}">
                <a16:creationId xmlns:a16="http://schemas.microsoft.com/office/drawing/2014/main" id="{8D131067-0D9E-FDB9-50FA-CC7B6310820D}"/>
              </a:ext>
            </a:extLst>
          </p:cNvPr>
          <p:cNvCxnSpPr>
            <a:stCxn id="153" idx="3"/>
            <a:endCxn id="157" idx="1"/>
          </p:cNvCxnSpPr>
          <p:nvPr/>
        </p:nvCxnSpPr>
        <p:spPr>
          <a:xfrm>
            <a:off x="10734357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Gerade Verbindung mit Pfeil 185">
            <a:extLst>
              <a:ext uri="{FF2B5EF4-FFF2-40B4-BE49-F238E27FC236}">
                <a16:creationId xmlns:a16="http://schemas.microsoft.com/office/drawing/2014/main" id="{5C369EE7-E838-9B20-AC0B-D928A1061059}"/>
              </a:ext>
            </a:extLst>
          </p:cNvPr>
          <p:cNvCxnSpPr>
            <a:stCxn id="157" idx="3"/>
            <a:endCxn id="158" idx="1"/>
          </p:cNvCxnSpPr>
          <p:nvPr/>
        </p:nvCxnSpPr>
        <p:spPr>
          <a:xfrm>
            <a:off x="11046708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Gerade Verbindung mit Pfeil 186">
            <a:extLst>
              <a:ext uri="{FF2B5EF4-FFF2-40B4-BE49-F238E27FC236}">
                <a16:creationId xmlns:a16="http://schemas.microsoft.com/office/drawing/2014/main" id="{C0FE76BE-1482-1438-17F1-4042E13C1CF5}"/>
              </a:ext>
            </a:extLst>
          </p:cNvPr>
          <p:cNvCxnSpPr>
            <a:stCxn id="158" idx="3"/>
            <a:endCxn id="159" idx="1"/>
          </p:cNvCxnSpPr>
          <p:nvPr/>
        </p:nvCxnSpPr>
        <p:spPr>
          <a:xfrm>
            <a:off x="11359059" y="6544737"/>
            <a:ext cx="1495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Gerade Verbindung mit Pfeil 187">
            <a:extLst>
              <a:ext uri="{FF2B5EF4-FFF2-40B4-BE49-F238E27FC236}">
                <a16:creationId xmlns:a16="http://schemas.microsoft.com/office/drawing/2014/main" id="{896561BC-2CCC-203C-E6E9-BBA47D1E9F9D}"/>
              </a:ext>
            </a:extLst>
          </p:cNvPr>
          <p:cNvCxnSpPr>
            <a:stCxn id="159" idx="3"/>
          </p:cNvCxnSpPr>
          <p:nvPr/>
        </p:nvCxnSpPr>
        <p:spPr>
          <a:xfrm>
            <a:off x="11671415" y="6544737"/>
            <a:ext cx="7237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Rechteck 194">
                <a:extLst>
                  <a:ext uri="{FF2B5EF4-FFF2-40B4-BE49-F238E27FC236}">
                    <a16:creationId xmlns:a16="http://schemas.microsoft.com/office/drawing/2014/main" id="{A8DECC06-117D-75D9-D457-0F2507615D14}"/>
                  </a:ext>
                </a:extLst>
              </p:cNvPr>
              <p:cNvSpPr/>
              <p:nvPr/>
            </p:nvSpPr>
            <p:spPr>
              <a:xfrm>
                <a:off x="2926771" y="7921308"/>
                <a:ext cx="162838" cy="977030"/>
              </a:xfrm>
              <a:prstGeom prst="rect">
                <a:avLst/>
              </a:prstGeom>
              <a:solidFill>
                <a:schemeClr val="bg2">
                  <a:lumMod val="90000"/>
                  <a:alpha val="20000"/>
                </a:schemeClr>
              </a:solidFill>
              <a:ln>
                <a:solidFill>
                  <a:schemeClr val="bg2">
                    <a:lumMod val="50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tx1">
                              <a:alpha val="20000"/>
                            </a:schemeClr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dirty="0">
                  <a:solidFill>
                    <a:schemeClr val="tx1">
                      <a:alpha val="2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5" name="Rechteck 194">
                <a:extLst>
                  <a:ext uri="{FF2B5EF4-FFF2-40B4-BE49-F238E27FC236}">
                    <a16:creationId xmlns:a16="http://schemas.microsoft.com/office/drawing/2014/main" id="{A8DECC06-117D-75D9-D457-0F2507615D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771" y="7921308"/>
                <a:ext cx="162838" cy="977030"/>
              </a:xfrm>
              <a:prstGeom prst="rect">
                <a:avLst/>
              </a:prstGeom>
              <a:blipFill>
                <a:blip r:embed="rId3"/>
                <a:stretch>
                  <a:fillRect l="-25000"/>
                </a:stretch>
              </a:blipFill>
              <a:ln>
                <a:solidFill>
                  <a:schemeClr val="bg2">
                    <a:lumMod val="50000"/>
                    <a:alpha val="2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feld 195">
                <a:extLst>
                  <a:ext uri="{FF2B5EF4-FFF2-40B4-BE49-F238E27FC236}">
                    <a16:creationId xmlns:a16="http://schemas.microsoft.com/office/drawing/2014/main" id="{213291BE-2C15-CA5C-53D8-7682806348A1}"/>
                  </a:ext>
                </a:extLst>
              </p:cNvPr>
              <p:cNvSpPr txBox="1"/>
              <p:nvPr/>
            </p:nvSpPr>
            <p:spPr>
              <a:xfrm>
                <a:off x="3118286" y="8186057"/>
                <a:ext cx="18462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Removed block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96" name="Textfeld 195">
                <a:extLst>
                  <a:ext uri="{FF2B5EF4-FFF2-40B4-BE49-F238E27FC236}">
                    <a16:creationId xmlns:a16="http://schemas.microsoft.com/office/drawing/2014/main" id="{213291BE-2C15-CA5C-53D8-768280634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286" y="8186057"/>
                <a:ext cx="1846275" cy="369332"/>
              </a:xfrm>
              <a:prstGeom prst="rect">
                <a:avLst/>
              </a:prstGeom>
              <a:blipFill>
                <a:blip r:embed="rId4"/>
                <a:stretch>
                  <a:fillRect l="-2740" t="-6667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Rechteck 196">
                <a:extLst>
                  <a:ext uri="{FF2B5EF4-FFF2-40B4-BE49-F238E27FC236}">
                    <a16:creationId xmlns:a16="http://schemas.microsoft.com/office/drawing/2014/main" id="{0A031FAF-4D54-6D26-9252-C0528A1815D8}"/>
                  </a:ext>
                </a:extLst>
              </p:cNvPr>
              <p:cNvSpPr/>
              <p:nvPr/>
            </p:nvSpPr>
            <p:spPr>
              <a:xfrm>
                <a:off x="5097868" y="7928565"/>
                <a:ext cx="162838" cy="97703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60000"/>
                </a:schemeClr>
              </a:solidFill>
              <a:ln>
                <a:solidFill>
                  <a:schemeClr val="accent3">
                    <a:alpha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dirty="0">
                  <a:solidFill>
                    <a:schemeClr val="tx1">
                      <a:alpha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7" name="Rechteck 196">
                <a:extLst>
                  <a:ext uri="{FF2B5EF4-FFF2-40B4-BE49-F238E27FC236}">
                    <a16:creationId xmlns:a16="http://schemas.microsoft.com/office/drawing/2014/main" id="{0A031FAF-4D54-6D26-9252-C0528A1815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868" y="7928565"/>
                <a:ext cx="162838" cy="977030"/>
              </a:xfrm>
              <a:prstGeom prst="rect">
                <a:avLst/>
              </a:prstGeom>
              <a:blipFill>
                <a:blip r:embed="rId5"/>
                <a:stretch>
                  <a:fillRect l="-25000"/>
                </a:stretch>
              </a:blipFill>
              <a:ln>
                <a:solidFill>
                  <a:schemeClr val="accent3">
                    <a:alpha val="6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Textfeld 197">
                <a:extLst>
                  <a:ext uri="{FF2B5EF4-FFF2-40B4-BE49-F238E27FC236}">
                    <a16:creationId xmlns:a16="http://schemas.microsoft.com/office/drawing/2014/main" id="{E9BCB4F0-D28B-2A8B-B9A1-515B88FFC97B}"/>
                  </a:ext>
                </a:extLst>
              </p:cNvPr>
              <p:cNvSpPr txBox="1"/>
              <p:nvPr/>
            </p:nvSpPr>
            <p:spPr>
              <a:xfrm>
                <a:off x="5289383" y="8193314"/>
                <a:ext cx="22790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New removed block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98" name="Textfeld 197">
                <a:extLst>
                  <a:ext uri="{FF2B5EF4-FFF2-40B4-BE49-F238E27FC236}">
                    <a16:creationId xmlns:a16="http://schemas.microsoft.com/office/drawing/2014/main" id="{E9BCB4F0-D28B-2A8B-B9A1-515B88FFC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383" y="8193314"/>
                <a:ext cx="2279085" cy="369332"/>
              </a:xfrm>
              <a:prstGeom prst="rect">
                <a:avLst/>
              </a:prstGeom>
              <a:blipFill>
                <a:blip r:embed="rId6"/>
                <a:stretch>
                  <a:fillRect l="-2210" t="-6667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Textfeld 200">
            <a:extLst>
              <a:ext uri="{FF2B5EF4-FFF2-40B4-BE49-F238E27FC236}">
                <a16:creationId xmlns:a16="http://schemas.microsoft.com/office/drawing/2014/main" id="{85496C3B-F9B1-D9A7-E04E-157C525607EB}"/>
              </a:ext>
            </a:extLst>
          </p:cNvPr>
          <p:cNvSpPr txBox="1"/>
          <p:nvPr/>
        </p:nvSpPr>
        <p:spPr>
          <a:xfrm>
            <a:off x="7076200" y="5936400"/>
            <a:ext cx="4889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pple Color Emoji" pitchFamily="2" charset="0"/>
              </a:rPr>
              <a:t>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Rechteck 201">
                <a:extLst>
                  <a:ext uri="{FF2B5EF4-FFF2-40B4-BE49-F238E27FC236}">
                    <a16:creationId xmlns:a16="http://schemas.microsoft.com/office/drawing/2014/main" id="{7372A591-FAE0-0139-5CC5-2F5239B32363}"/>
                  </a:ext>
                </a:extLst>
              </p:cNvPr>
              <p:cNvSpPr/>
              <p:nvPr/>
            </p:nvSpPr>
            <p:spPr>
              <a:xfrm>
                <a:off x="7715575" y="7921308"/>
                <a:ext cx="162838" cy="97703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 dirty="0">
                  <a:solidFill>
                    <a:schemeClr val="tx1">
                      <a:alpha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2" name="Rechteck 201">
                <a:extLst>
                  <a:ext uri="{FF2B5EF4-FFF2-40B4-BE49-F238E27FC236}">
                    <a16:creationId xmlns:a16="http://schemas.microsoft.com/office/drawing/2014/main" id="{7372A591-FAE0-0139-5CC5-2F5239B323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575" y="7921308"/>
                <a:ext cx="162838" cy="977030"/>
              </a:xfrm>
              <a:prstGeom prst="rect">
                <a:avLst/>
              </a:prstGeom>
              <a:blipFill>
                <a:blip r:embed="rId7"/>
                <a:stretch>
                  <a:fillRect l="-46667" r="-13333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feld 202">
                <a:extLst>
                  <a:ext uri="{FF2B5EF4-FFF2-40B4-BE49-F238E27FC236}">
                    <a16:creationId xmlns:a16="http://schemas.microsoft.com/office/drawing/2014/main" id="{BC49FA70-7ADF-A358-38B9-95410C9275F0}"/>
                  </a:ext>
                </a:extLst>
              </p:cNvPr>
              <p:cNvSpPr txBox="1"/>
              <p:nvPr/>
            </p:nvSpPr>
            <p:spPr>
              <a:xfrm>
                <a:off x="7907090" y="8186057"/>
                <a:ext cx="17065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Tunable block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03" name="Textfeld 202">
                <a:extLst>
                  <a:ext uri="{FF2B5EF4-FFF2-40B4-BE49-F238E27FC236}">
                    <a16:creationId xmlns:a16="http://schemas.microsoft.com/office/drawing/2014/main" id="{BC49FA70-7ADF-A358-38B9-95410C927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090" y="8186057"/>
                <a:ext cx="1706557" cy="369332"/>
              </a:xfrm>
              <a:prstGeom prst="rect">
                <a:avLst/>
              </a:prstGeom>
              <a:blipFill>
                <a:blip r:embed="rId8"/>
                <a:stretch>
                  <a:fillRect l="-2963" t="-6667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Textfeld 203">
            <a:extLst>
              <a:ext uri="{FF2B5EF4-FFF2-40B4-BE49-F238E27FC236}">
                <a16:creationId xmlns:a16="http://schemas.microsoft.com/office/drawing/2014/main" id="{78C50B98-F918-814A-5EB3-9168388E78E3}"/>
              </a:ext>
            </a:extLst>
          </p:cNvPr>
          <p:cNvSpPr txBox="1"/>
          <p:nvPr/>
        </p:nvSpPr>
        <p:spPr>
          <a:xfrm>
            <a:off x="3014825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❄️</a:t>
            </a:r>
          </a:p>
        </p:txBody>
      </p:sp>
      <p:sp>
        <p:nvSpPr>
          <p:cNvPr id="205" name="Textfeld 204">
            <a:extLst>
              <a:ext uri="{FF2B5EF4-FFF2-40B4-BE49-F238E27FC236}">
                <a16:creationId xmlns:a16="http://schemas.microsoft.com/office/drawing/2014/main" id="{EDF3E040-9331-462F-19D8-9B6E79D2265B}"/>
              </a:ext>
            </a:extLst>
          </p:cNvPr>
          <p:cNvSpPr txBox="1"/>
          <p:nvPr/>
        </p:nvSpPr>
        <p:spPr>
          <a:xfrm>
            <a:off x="3326881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❄️</a:t>
            </a:r>
          </a:p>
        </p:txBody>
      </p:sp>
      <p:sp>
        <p:nvSpPr>
          <p:cNvPr id="206" name="Textfeld 205">
            <a:extLst>
              <a:ext uri="{FF2B5EF4-FFF2-40B4-BE49-F238E27FC236}">
                <a16:creationId xmlns:a16="http://schemas.microsoft.com/office/drawing/2014/main" id="{43658888-BA3B-C326-2F03-43BBA04A5202}"/>
              </a:ext>
            </a:extLst>
          </p:cNvPr>
          <p:cNvSpPr txBox="1"/>
          <p:nvPr/>
        </p:nvSpPr>
        <p:spPr>
          <a:xfrm>
            <a:off x="3660710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❄️</a:t>
            </a:r>
          </a:p>
        </p:txBody>
      </p:sp>
      <p:sp>
        <p:nvSpPr>
          <p:cNvPr id="207" name="Textfeld 206">
            <a:extLst>
              <a:ext uri="{FF2B5EF4-FFF2-40B4-BE49-F238E27FC236}">
                <a16:creationId xmlns:a16="http://schemas.microsoft.com/office/drawing/2014/main" id="{316EC85E-C9B8-DA11-252A-D3D424E295EB}"/>
              </a:ext>
            </a:extLst>
          </p:cNvPr>
          <p:cNvSpPr txBox="1"/>
          <p:nvPr/>
        </p:nvSpPr>
        <p:spPr>
          <a:xfrm>
            <a:off x="3972766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❄️</a:t>
            </a:r>
          </a:p>
        </p:txBody>
      </p:sp>
      <p:sp>
        <p:nvSpPr>
          <p:cNvPr id="208" name="Textfeld 207">
            <a:extLst>
              <a:ext uri="{FF2B5EF4-FFF2-40B4-BE49-F238E27FC236}">
                <a16:creationId xmlns:a16="http://schemas.microsoft.com/office/drawing/2014/main" id="{9E5ADF82-F21B-7F3C-5D39-E14AFEA368F7}"/>
              </a:ext>
            </a:extLst>
          </p:cNvPr>
          <p:cNvSpPr txBox="1"/>
          <p:nvPr/>
        </p:nvSpPr>
        <p:spPr>
          <a:xfrm>
            <a:off x="4277567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❄️</a:t>
            </a:r>
          </a:p>
        </p:txBody>
      </p:sp>
      <p:sp>
        <p:nvSpPr>
          <p:cNvPr id="209" name="Textfeld 208">
            <a:extLst>
              <a:ext uri="{FF2B5EF4-FFF2-40B4-BE49-F238E27FC236}">
                <a16:creationId xmlns:a16="http://schemas.microsoft.com/office/drawing/2014/main" id="{26919321-FFED-ACE5-9FA5-42119B04951C}"/>
              </a:ext>
            </a:extLst>
          </p:cNvPr>
          <p:cNvSpPr txBox="1"/>
          <p:nvPr/>
        </p:nvSpPr>
        <p:spPr>
          <a:xfrm>
            <a:off x="4596883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❄️</a:t>
            </a:r>
          </a:p>
        </p:txBody>
      </p:sp>
      <p:sp>
        <p:nvSpPr>
          <p:cNvPr id="210" name="Textfeld 209">
            <a:extLst>
              <a:ext uri="{FF2B5EF4-FFF2-40B4-BE49-F238E27FC236}">
                <a16:creationId xmlns:a16="http://schemas.microsoft.com/office/drawing/2014/main" id="{B826C8B4-815E-C26F-C732-29E7E0197E06}"/>
              </a:ext>
            </a:extLst>
          </p:cNvPr>
          <p:cNvSpPr txBox="1"/>
          <p:nvPr/>
        </p:nvSpPr>
        <p:spPr>
          <a:xfrm>
            <a:off x="4901680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❄️</a:t>
            </a:r>
          </a:p>
        </p:txBody>
      </p:sp>
      <p:sp>
        <p:nvSpPr>
          <p:cNvPr id="211" name="Textfeld 210">
            <a:extLst>
              <a:ext uri="{FF2B5EF4-FFF2-40B4-BE49-F238E27FC236}">
                <a16:creationId xmlns:a16="http://schemas.microsoft.com/office/drawing/2014/main" id="{97890C71-0542-671A-985E-5CFC049765DA}"/>
              </a:ext>
            </a:extLst>
          </p:cNvPr>
          <p:cNvSpPr txBox="1"/>
          <p:nvPr/>
        </p:nvSpPr>
        <p:spPr>
          <a:xfrm>
            <a:off x="5525792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❄️</a:t>
            </a:r>
          </a:p>
        </p:txBody>
      </p:sp>
      <p:sp>
        <p:nvSpPr>
          <p:cNvPr id="212" name="Textfeld 211">
            <a:extLst>
              <a:ext uri="{FF2B5EF4-FFF2-40B4-BE49-F238E27FC236}">
                <a16:creationId xmlns:a16="http://schemas.microsoft.com/office/drawing/2014/main" id="{B92F1709-75A8-EF27-06B5-2B52660E0C40}"/>
              </a:ext>
            </a:extLst>
          </p:cNvPr>
          <p:cNvSpPr txBox="1"/>
          <p:nvPr/>
        </p:nvSpPr>
        <p:spPr>
          <a:xfrm>
            <a:off x="5859623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❄️</a:t>
            </a:r>
          </a:p>
        </p:txBody>
      </p:sp>
      <p:sp>
        <p:nvSpPr>
          <p:cNvPr id="213" name="Textfeld 212">
            <a:extLst>
              <a:ext uri="{FF2B5EF4-FFF2-40B4-BE49-F238E27FC236}">
                <a16:creationId xmlns:a16="http://schemas.microsoft.com/office/drawing/2014/main" id="{65742CCA-39D0-512A-FC32-2F93B8163558}"/>
              </a:ext>
            </a:extLst>
          </p:cNvPr>
          <p:cNvSpPr txBox="1"/>
          <p:nvPr/>
        </p:nvSpPr>
        <p:spPr>
          <a:xfrm>
            <a:off x="6483737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❄️</a:t>
            </a:r>
          </a:p>
        </p:txBody>
      </p:sp>
      <p:sp>
        <p:nvSpPr>
          <p:cNvPr id="214" name="Textfeld 213">
            <a:extLst>
              <a:ext uri="{FF2B5EF4-FFF2-40B4-BE49-F238E27FC236}">
                <a16:creationId xmlns:a16="http://schemas.microsoft.com/office/drawing/2014/main" id="{5705F6E0-00C3-1B7B-CA9A-AB6A307631E2}"/>
              </a:ext>
            </a:extLst>
          </p:cNvPr>
          <p:cNvSpPr txBox="1"/>
          <p:nvPr/>
        </p:nvSpPr>
        <p:spPr>
          <a:xfrm>
            <a:off x="6774025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❄️</a:t>
            </a:r>
          </a:p>
        </p:txBody>
      </p:sp>
      <p:sp>
        <p:nvSpPr>
          <p:cNvPr id="215" name="Textfeld 214">
            <a:extLst>
              <a:ext uri="{FF2B5EF4-FFF2-40B4-BE49-F238E27FC236}">
                <a16:creationId xmlns:a16="http://schemas.microsoft.com/office/drawing/2014/main" id="{7F512366-0E55-045A-1C25-DFE017967CAC}"/>
              </a:ext>
            </a:extLst>
          </p:cNvPr>
          <p:cNvSpPr txBox="1"/>
          <p:nvPr/>
        </p:nvSpPr>
        <p:spPr>
          <a:xfrm>
            <a:off x="8348823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❄️</a:t>
            </a:r>
          </a:p>
        </p:txBody>
      </p:sp>
      <p:sp>
        <p:nvSpPr>
          <p:cNvPr id="216" name="Textfeld 215">
            <a:extLst>
              <a:ext uri="{FF2B5EF4-FFF2-40B4-BE49-F238E27FC236}">
                <a16:creationId xmlns:a16="http://schemas.microsoft.com/office/drawing/2014/main" id="{67439409-8ECB-60CF-9D08-41BF3C239107}"/>
              </a:ext>
            </a:extLst>
          </p:cNvPr>
          <p:cNvSpPr txBox="1"/>
          <p:nvPr/>
        </p:nvSpPr>
        <p:spPr>
          <a:xfrm>
            <a:off x="8668139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❄️</a:t>
            </a:r>
          </a:p>
        </p:txBody>
      </p:sp>
      <p:sp>
        <p:nvSpPr>
          <p:cNvPr id="217" name="Textfeld 216">
            <a:extLst>
              <a:ext uri="{FF2B5EF4-FFF2-40B4-BE49-F238E27FC236}">
                <a16:creationId xmlns:a16="http://schemas.microsoft.com/office/drawing/2014/main" id="{54BFED1D-369E-72DE-400A-D141E9912BC3}"/>
              </a:ext>
            </a:extLst>
          </p:cNvPr>
          <p:cNvSpPr txBox="1"/>
          <p:nvPr/>
        </p:nvSpPr>
        <p:spPr>
          <a:xfrm>
            <a:off x="9277735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❄️</a:t>
            </a:r>
          </a:p>
        </p:txBody>
      </p:sp>
      <p:sp>
        <p:nvSpPr>
          <p:cNvPr id="218" name="Textfeld 217">
            <a:extLst>
              <a:ext uri="{FF2B5EF4-FFF2-40B4-BE49-F238E27FC236}">
                <a16:creationId xmlns:a16="http://schemas.microsoft.com/office/drawing/2014/main" id="{C0489BB1-C43F-1FD4-6610-93EC504D49F4}"/>
              </a:ext>
            </a:extLst>
          </p:cNvPr>
          <p:cNvSpPr txBox="1"/>
          <p:nvPr/>
        </p:nvSpPr>
        <p:spPr>
          <a:xfrm>
            <a:off x="9589791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❄️</a:t>
            </a:r>
          </a:p>
        </p:txBody>
      </p:sp>
      <p:sp>
        <p:nvSpPr>
          <p:cNvPr id="219" name="Textfeld 218">
            <a:extLst>
              <a:ext uri="{FF2B5EF4-FFF2-40B4-BE49-F238E27FC236}">
                <a16:creationId xmlns:a16="http://schemas.microsoft.com/office/drawing/2014/main" id="{6F6E2102-A4AF-0D90-9102-F68882307547}"/>
              </a:ext>
            </a:extLst>
          </p:cNvPr>
          <p:cNvSpPr txBox="1"/>
          <p:nvPr/>
        </p:nvSpPr>
        <p:spPr>
          <a:xfrm>
            <a:off x="9923622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❄️</a:t>
            </a:r>
          </a:p>
        </p:txBody>
      </p:sp>
      <p:sp>
        <p:nvSpPr>
          <p:cNvPr id="220" name="Textfeld 219">
            <a:extLst>
              <a:ext uri="{FF2B5EF4-FFF2-40B4-BE49-F238E27FC236}">
                <a16:creationId xmlns:a16="http://schemas.microsoft.com/office/drawing/2014/main" id="{B36F7913-F81B-073A-B4CF-9CAE8A036536}"/>
              </a:ext>
            </a:extLst>
          </p:cNvPr>
          <p:cNvSpPr txBox="1"/>
          <p:nvPr/>
        </p:nvSpPr>
        <p:spPr>
          <a:xfrm>
            <a:off x="10242937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❄️</a:t>
            </a:r>
          </a:p>
        </p:txBody>
      </p:sp>
      <p:sp>
        <p:nvSpPr>
          <p:cNvPr id="221" name="Textfeld 220">
            <a:extLst>
              <a:ext uri="{FF2B5EF4-FFF2-40B4-BE49-F238E27FC236}">
                <a16:creationId xmlns:a16="http://schemas.microsoft.com/office/drawing/2014/main" id="{172373EF-7DBB-F57E-8A5A-2C4B2E90927C}"/>
              </a:ext>
            </a:extLst>
          </p:cNvPr>
          <p:cNvSpPr txBox="1"/>
          <p:nvPr/>
        </p:nvSpPr>
        <p:spPr>
          <a:xfrm>
            <a:off x="10518704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❄️</a:t>
            </a:r>
          </a:p>
        </p:txBody>
      </p:sp>
      <p:sp>
        <p:nvSpPr>
          <p:cNvPr id="222" name="Textfeld 221">
            <a:extLst>
              <a:ext uri="{FF2B5EF4-FFF2-40B4-BE49-F238E27FC236}">
                <a16:creationId xmlns:a16="http://schemas.microsoft.com/office/drawing/2014/main" id="{35B78F4A-220E-F8DC-A7A2-B0A73A9284E1}"/>
              </a:ext>
            </a:extLst>
          </p:cNvPr>
          <p:cNvSpPr txBox="1"/>
          <p:nvPr/>
        </p:nvSpPr>
        <p:spPr>
          <a:xfrm>
            <a:off x="10838021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❄️</a:t>
            </a:r>
          </a:p>
        </p:txBody>
      </p:sp>
      <p:sp>
        <p:nvSpPr>
          <p:cNvPr id="223" name="Textfeld 222">
            <a:extLst>
              <a:ext uri="{FF2B5EF4-FFF2-40B4-BE49-F238E27FC236}">
                <a16:creationId xmlns:a16="http://schemas.microsoft.com/office/drawing/2014/main" id="{D91BF4F0-926E-62D9-189D-AF366602E936}"/>
              </a:ext>
            </a:extLst>
          </p:cNvPr>
          <p:cNvSpPr txBox="1"/>
          <p:nvPr/>
        </p:nvSpPr>
        <p:spPr>
          <a:xfrm>
            <a:off x="11142819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❄️</a:t>
            </a:r>
          </a:p>
        </p:txBody>
      </p:sp>
      <p:sp>
        <p:nvSpPr>
          <p:cNvPr id="224" name="Textfeld 223">
            <a:extLst>
              <a:ext uri="{FF2B5EF4-FFF2-40B4-BE49-F238E27FC236}">
                <a16:creationId xmlns:a16="http://schemas.microsoft.com/office/drawing/2014/main" id="{AF66418D-EE9A-7776-CDBA-E1DEF7B648F9}"/>
              </a:ext>
            </a:extLst>
          </p:cNvPr>
          <p:cNvSpPr txBox="1"/>
          <p:nvPr/>
        </p:nvSpPr>
        <p:spPr>
          <a:xfrm>
            <a:off x="11462135" y="5936400"/>
            <a:ext cx="478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❄️</a:t>
            </a:r>
          </a:p>
        </p:txBody>
      </p:sp>
      <p:cxnSp>
        <p:nvCxnSpPr>
          <p:cNvPr id="226" name="Gerade Verbindung mit Pfeil 225">
            <a:extLst>
              <a:ext uri="{FF2B5EF4-FFF2-40B4-BE49-F238E27FC236}">
                <a16:creationId xmlns:a16="http://schemas.microsoft.com/office/drawing/2014/main" id="{57E04AFD-CF0B-16B3-AAAF-8C6407895E63}"/>
              </a:ext>
            </a:extLst>
          </p:cNvPr>
          <p:cNvCxnSpPr>
            <a:cxnSpLocks/>
          </p:cNvCxnSpPr>
          <p:nvPr/>
        </p:nvCxnSpPr>
        <p:spPr>
          <a:xfrm>
            <a:off x="8310305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Gerade Verbindung mit Pfeil 231">
            <a:extLst>
              <a:ext uri="{FF2B5EF4-FFF2-40B4-BE49-F238E27FC236}">
                <a16:creationId xmlns:a16="http://schemas.microsoft.com/office/drawing/2014/main" id="{3DF9826B-D654-8958-41E7-E02D833AD62A}"/>
              </a:ext>
            </a:extLst>
          </p:cNvPr>
          <p:cNvCxnSpPr>
            <a:cxnSpLocks/>
          </p:cNvCxnSpPr>
          <p:nvPr/>
        </p:nvCxnSpPr>
        <p:spPr>
          <a:xfrm>
            <a:off x="8622656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Gerade Verbindung mit Pfeil 232">
            <a:extLst>
              <a:ext uri="{FF2B5EF4-FFF2-40B4-BE49-F238E27FC236}">
                <a16:creationId xmlns:a16="http://schemas.microsoft.com/office/drawing/2014/main" id="{135EDE2A-D7AF-E8D4-D6A8-21902D97D7DB}"/>
              </a:ext>
            </a:extLst>
          </p:cNvPr>
          <p:cNvCxnSpPr>
            <a:cxnSpLocks/>
          </p:cNvCxnSpPr>
          <p:nvPr/>
        </p:nvCxnSpPr>
        <p:spPr>
          <a:xfrm>
            <a:off x="9247358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Gerade Verbindung mit Pfeil 233">
            <a:extLst>
              <a:ext uri="{FF2B5EF4-FFF2-40B4-BE49-F238E27FC236}">
                <a16:creationId xmlns:a16="http://schemas.microsoft.com/office/drawing/2014/main" id="{FA02EFCF-AE51-1EFE-EC01-FE176AB64E71}"/>
              </a:ext>
            </a:extLst>
          </p:cNvPr>
          <p:cNvCxnSpPr>
            <a:cxnSpLocks/>
          </p:cNvCxnSpPr>
          <p:nvPr/>
        </p:nvCxnSpPr>
        <p:spPr>
          <a:xfrm>
            <a:off x="9563155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Gerade Verbindung mit Pfeil 234">
            <a:extLst>
              <a:ext uri="{FF2B5EF4-FFF2-40B4-BE49-F238E27FC236}">
                <a16:creationId xmlns:a16="http://schemas.microsoft.com/office/drawing/2014/main" id="{3FF0768A-73FD-F679-DCB6-D60A05B6C3D7}"/>
              </a:ext>
            </a:extLst>
          </p:cNvPr>
          <p:cNvCxnSpPr>
            <a:cxnSpLocks/>
          </p:cNvCxnSpPr>
          <p:nvPr/>
        </p:nvCxnSpPr>
        <p:spPr>
          <a:xfrm>
            <a:off x="9878952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Gerade Verbindung mit Pfeil 236">
            <a:extLst>
              <a:ext uri="{FF2B5EF4-FFF2-40B4-BE49-F238E27FC236}">
                <a16:creationId xmlns:a16="http://schemas.microsoft.com/office/drawing/2014/main" id="{4521318F-3762-92FA-ACE1-E4F31DE66159}"/>
              </a:ext>
            </a:extLst>
          </p:cNvPr>
          <p:cNvCxnSpPr>
            <a:cxnSpLocks/>
          </p:cNvCxnSpPr>
          <p:nvPr/>
        </p:nvCxnSpPr>
        <p:spPr>
          <a:xfrm>
            <a:off x="10194749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Gerade Verbindung mit Pfeil 237">
            <a:extLst>
              <a:ext uri="{FF2B5EF4-FFF2-40B4-BE49-F238E27FC236}">
                <a16:creationId xmlns:a16="http://schemas.microsoft.com/office/drawing/2014/main" id="{16484A7D-3F60-D03D-F951-B193EFC5B97F}"/>
              </a:ext>
            </a:extLst>
          </p:cNvPr>
          <p:cNvCxnSpPr>
            <a:cxnSpLocks/>
          </p:cNvCxnSpPr>
          <p:nvPr/>
        </p:nvCxnSpPr>
        <p:spPr>
          <a:xfrm>
            <a:off x="10510546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Gerade Verbindung mit Pfeil 238">
            <a:extLst>
              <a:ext uri="{FF2B5EF4-FFF2-40B4-BE49-F238E27FC236}">
                <a16:creationId xmlns:a16="http://schemas.microsoft.com/office/drawing/2014/main" id="{0279E1D9-E596-E2AE-7CF4-0420F3AC9B34}"/>
              </a:ext>
            </a:extLst>
          </p:cNvPr>
          <p:cNvCxnSpPr>
            <a:cxnSpLocks/>
          </p:cNvCxnSpPr>
          <p:nvPr/>
        </p:nvCxnSpPr>
        <p:spPr>
          <a:xfrm>
            <a:off x="10826343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Gerade Verbindung mit Pfeil 239">
            <a:extLst>
              <a:ext uri="{FF2B5EF4-FFF2-40B4-BE49-F238E27FC236}">
                <a16:creationId xmlns:a16="http://schemas.microsoft.com/office/drawing/2014/main" id="{63B2A909-9A80-D5F2-AE67-57A663C2C276}"/>
              </a:ext>
            </a:extLst>
          </p:cNvPr>
          <p:cNvCxnSpPr>
            <a:cxnSpLocks/>
          </p:cNvCxnSpPr>
          <p:nvPr/>
        </p:nvCxnSpPr>
        <p:spPr>
          <a:xfrm>
            <a:off x="11142140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Gerade Verbindung mit Pfeil 240">
            <a:extLst>
              <a:ext uri="{FF2B5EF4-FFF2-40B4-BE49-F238E27FC236}">
                <a16:creationId xmlns:a16="http://schemas.microsoft.com/office/drawing/2014/main" id="{BF4352EB-922F-3EFB-34F9-2E0277B9BDA3}"/>
              </a:ext>
            </a:extLst>
          </p:cNvPr>
          <p:cNvCxnSpPr>
            <a:cxnSpLocks/>
          </p:cNvCxnSpPr>
          <p:nvPr/>
        </p:nvCxnSpPr>
        <p:spPr>
          <a:xfrm>
            <a:off x="11457935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Textfeld 241">
            <a:extLst>
              <a:ext uri="{FF2B5EF4-FFF2-40B4-BE49-F238E27FC236}">
                <a16:creationId xmlns:a16="http://schemas.microsoft.com/office/drawing/2014/main" id="{852A2AC3-7A96-D54A-ED3A-49F3C24DDCA8}"/>
              </a:ext>
            </a:extLst>
          </p:cNvPr>
          <p:cNvSpPr txBox="1"/>
          <p:nvPr/>
        </p:nvSpPr>
        <p:spPr>
          <a:xfrm>
            <a:off x="11805015" y="5354324"/>
            <a:ext cx="1673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Learning signal</a:t>
            </a:r>
          </a:p>
        </p:txBody>
      </p:sp>
      <p:cxnSp>
        <p:nvCxnSpPr>
          <p:cNvPr id="243" name="Gerade Verbindung mit Pfeil 242">
            <a:extLst>
              <a:ext uri="{FF2B5EF4-FFF2-40B4-BE49-F238E27FC236}">
                <a16:creationId xmlns:a16="http://schemas.microsoft.com/office/drawing/2014/main" id="{073D6C82-922A-E5C5-3DB2-0FE994E49501}"/>
              </a:ext>
            </a:extLst>
          </p:cNvPr>
          <p:cNvCxnSpPr>
            <a:cxnSpLocks/>
          </p:cNvCxnSpPr>
          <p:nvPr/>
        </p:nvCxnSpPr>
        <p:spPr>
          <a:xfrm>
            <a:off x="11784507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0243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503C4-33E7-F494-459B-94420C5BB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Abgerundetes Rechteck 243">
            <a:extLst>
              <a:ext uri="{FF2B5EF4-FFF2-40B4-BE49-F238E27FC236}">
                <a16:creationId xmlns:a16="http://schemas.microsoft.com/office/drawing/2014/main" id="{AC862412-7F37-F005-ACE2-33F8171164B3}"/>
              </a:ext>
            </a:extLst>
          </p:cNvPr>
          <p:cNvSpPr/>
          <p:nvPr/>
        </p:nvSpPr>
        <p:spPr>
          <a:xfrm>
            <a:off x="2598057" y="5723656"/>
            <a:ext cx="9622972" cy="172326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Abgerundetes Rechteck 61">
            <a:extLst>
              <a:ext uri="{FF2B5EF4-FFF2-40B4-BE49-F238E27FC236}">
                <a16:creationId xmlns:a16="http://schemas.microsoft.com/office/drawing/2014/main" id="{73CCB467-6560-2C27-7C54-50735EE7C64D}"/>
              </a:ext>
            </a:extLst>
          </p:cNvPr>
          <p:cNvSpPr/>
          <p:nvPr/>
        </p:nvSpPr>
        <p:spPr>
          <a:xfrm>
            <a:off x="2598057" y="3313193"/>
            <a:ext cx="9622972" cy="172326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4154B938-16F5-969B-E2DC-331127B1DA33}"/>
              </a:ext>
            </a:extLst>
          </p:cNvPr>
          <p:cNvSpPr txBox="1"/>
          <p:nvPr/>
        </p:nvSpPr>
        <p:spPr>
          <a:xfrm>
            <a:off x="11671415" y="3313193"/>
            <a:ext cx="4786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/>
              <a:t>❄️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8E68D78-7C16-57DD-D883-677B1224BC82}"/>
              </a:ext>
            </a:extLst>
          </p:cNvPr>
          <p:cNvSpPr/>
          <p:nvPr/>
        </p:nvSpPr>
        <p:spPr>
          <a:xfrm>
            <a:off x="4012148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46FB676-5EDF-F5D6-AC7C-633443368FD7}"/>
              </a:ext>
            </a:extLst>
          </p:cNvPr>
          <p:cNvSpPr/>
          <p:nvPr/>
        </p:nvSpPr>
        <p:spPr>
          <a:xfrm>
            <a:off x="4324499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2182D27-BF3F-3AC3-DB16-A3FEC28B3AC4}"/>
              </a:ext>
            </a:extLst>
          </p:cNvPr>
          <p:cNvSpPr/>
          <p:nvPr/>
        </p:nvSpPr>
        <p:spPr>
          <a:xfrm>
            <a:off x="4636850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51C07B1-99A4-1681-B433-785533F0FE28}"/>
              </a:ext>
            </a:extLst>
          </p:cNvPr>
          <p:cNvSpPr/>
          <p:nvPr/>
        </p:nvSpPr>
        <p:spPr>
          <a:xfrm>
            <a:off x="4949201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E35B5E1-C484-AD37-AC47-41E7ABDE6A52}"/>
              </a:ext>
            </a:extLst>
          </p:cNvPr>
          <p:cNvSpPr/>
          <p:nvPr/>
        </p:nvSpPr>
        <p:spPr>
          <a:xfrm>
            <a:off x="5261552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0C10B61-ECA0-B7AA-5F08-1DA06A057B07}"/>
              </a:ext>
            </a:extLst>
          </p:cNvPr>
          <p:cNvSpPr/>
          <p:nvPr/>
        </p:nvSpPr>
        <p:spPr>
          <a:xfrm>
            <a:off x="5573903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1F72029-45F8-29AF-0D78-BD514AE47644}"/>
              </a:ext>
            </a:extLst>
          </p:cNvPr>
          <p:cNvSpPr/>
          <p:nvPr/>
        </p:nvSpPr>
        <p:spPr>
          <a:xfrm>
            <a:off x="5886254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CA826D8-26D4-E8B8-64B4-38B00F477DB7}"/>
              </a:ext>
            </a:extLst>
          </p:cNvPr>
          <p:cNvSpPr/>
          <p:nvPr/>
        </p:nvSpPr>
        <p:spPr>
          <a:xfrm>
            <a:off x="6198605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34900A07-D2DA-F5AA-DD43-39DB9B298481}"/>
              </a:ext>
            </a:extLst>
          </p:cNvPr>
          <p:cNvSpPr/>
          <p:nvPr/>
        </p:nvSpPr>
        <p:spPr>
          <a:xfrm>
            <a:off x="6510956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EB30CC3-60C2-8077-D0D5-5637E61D73EC}"/>
              </a:ext>
            </a:extLst>
          </p:cNvPr>
          <p:cNvSpPr/>
          <p:nvPr/>
        </p:nvSpPr>
        <p:spPr>
          <a:xfrm>
            <a:off x="6823307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854373F4-F37B-40CF-2DDF-AFCA4419D0A1}"/>
              </a:ext>
            </a:extLst>
          </p:cNvPr>
          <p:cNvSpPr/>
          <p:nvPr/>
        </p:nvSpPr>
        <p:spPr>
          <a:xfrm>
            <a:off x="7135658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A439252A-C701-2318-B6C6-8FF22F2F0E4A}"/>
              </a:ext>
            </a:extLst>
          </p:cNvPr>
          <p:cNvSpPr/>
          <p:nvPr/>
        </p:nvSpPr>
        <p:spPr>
          <a:xfrm>
            <a:off x="7448009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573D399C-4F21-6B7E-A402-71A01A3D93BF}"/>
              </a:ext>
            </a:extLst>
          </p:cNvPr>
          <p:cNvSpPr/>
          <p:nvPr/>
        </p:nvSpPr>
        <p:spPr>
          <a:xfrm>
            <a:off x="7760360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7EC2069-E3CD-79C3-0845-CA817C7A30FB}"/>
              </a:ext>
            </a:extLst>
          </p:cNvPr>
          <p:cNvSpPr/>
          <p:nvPr/>
        </p:nvSpPr>
        <p:spPr>
          <a:xfrm>
            <a:off x="8072711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3CA7E7B-9ACB-01CE-2B4B-9CF030112155}"/>
              </a:ext>
            </a:extLst>
          </p:cNvPr>
          <p:cNvSpPr/>
          <p:nvPr/>
        </p:nvSpPr>
        <p:spPr>
          <a:xfrm>
            <a:off x="8385062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5C30AA96-B7C2-59C8-57FD-AAD1199516DF}"/>
              </a:ext>
            </a:extLst>
          </p:cNvPr>
          <p:cNvSpPr/>
          <p:nvPr/>
        </p:nvSpPr>
        <p:spPr>
          <a:xfrm>
            <a:off x="8697413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19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C0D2816B-4B0D-AAE9-F1CD-BF8AB68A02E5}"/>
              </a:ext>
            </a:extLst>
          </p:cNvPr>
          <p:cNvSpPr/>
          <p:nvPr/>
        </p:nvSpPr>
        <p:spPr>
          <a:xfrm>
            <a:off x="9009764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EBC67461-4CF5-01AA-A5C1-B3E40A47CF94}"/>
              </a:ext>
            </a:extLst>
          </p:cNvPr>
          <p:cNvSpPr/>
          <p:nvPr/>
        </p:nvSpPr>
        <p:spPr>
          <a:xfrm>
            <a:off x="9322115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21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533E7AF3-4C48-C4E1-CC95-51DAA2F8D6C0}"/>
              </a:ext>
            </a:extLst>
          </p:cNvPr>
          <p:cNvSpPr/>
          <p:nvPr/>
        </p:nvSpPr>
        <p:spPr>
          <a:xfrm>
            <a:off x="9634466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427EA139-10EB-BA71-A735-FF5EE7409DAC}"/>
              </a:ext>
            </a:extLst>
          </p:cNvPr>
          <p:cNvSpPr/>
          <p:nvPr/>
        </p:nvSpPr>
        <p:spPr>
          <a:xfrm>
            <a:off x="9946817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6DD838E5-4D6A-1DB7-D962-C63DF18D237B}"/>
              </a:ext>
            </a:extLst>
          </p:cNvPr>
          <p:cNvSpPr/>
          <p:nvPr/>
        </p:nvSpPr>
        <p:spPr>
          <a:xfrm>
            <a:off x="10259168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24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6B771E6E-5E6B-D630-38FF-D15E43BA617C}"/>
              </a:ext>
            </a:extLst>
          </p:cNvPr>
          <p:cNvSpPr/>
          <p:nvPr/>
        </p:nvSpPr>
        <p:spPr>
          <a:xfrm>
            <a:off x="10571519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25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D7A4350B-9CC5-4417-A591-92082B8BDE06}"/>
              </a:ext>
            </a:extLst>
          </p:cNvPr>
          <p:cNvSpPr/>
          <p:nvPr/>
        </p:nvSpPr>
        <p:spPr>
          <a:xfrm>
            <a:off x="3075095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45528330-89CC-6BDB-9EE2-6DCD9C09F3DE}"/>
              </a:ext>
            </a:extLst>
          </p:cNvPr>
          <p:cNvSpPr/>
          <p:nvPr/>
        </p:nvSpPr>
        <p:spPr>
          <a:xfrm>
            <a:off x="3387446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59A71CA5-31B2-2F1B-439B-66167B13C5EB}"/>
              </a:ext>
            </a:extLst>
          </p:cNvPr>
          <p:cNvSpPr/>
          <p:nvPr/>
        </p:nvSpPr>
        <p:spPr>
          <a:xfrm>
            <a:off x="3699797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3C174BFA-396D-794C-A934-A4443F98A601}"/>
              </a:ext>
            </a:extLst>
          </p:cNvPr>
          <p:cNvSpPr/>
          <p:nvPr/>
        </p:nvSpPr>
        <p:spPr>
          <a:xfrm>
            <a:off x="10883870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26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03BEF14B-3651-0DB0-7650-A2517FF3880B}"/>
              </a:ext>
            </a:extLst>
          </p:cNvPr>
          <p:cNvSpPr/>
          <p:nvPr/>
        </p:nvSpPr>
        <p:spPr>
          <a:xfrm>
            <a:off x="11196221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27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C37602C6-CBE8-B06B-AE29-ED55EDD71E4A}"/>
              </a:ext>
            </a:extLst>
          </p:cNvPr>
          <p:cNvSpPr/>
          <p:nvPr/>
        </p:nvSpPr>
        <p:spPr>
          <a:xfrm>
            <a:off x="11508577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28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DCDCA780-B9BE-D744-335A-DCA6C35E0D71}"/>
              </a:ext>
            </a:extLst>
          </p:cNvPr>
          <p:cNvSpPr txBox="1"/>
          <p:nvPr/>
        </p:nvSpPr>
        <p:spPr>
          <a:xfrm>
            <a:off x="1190172" y="2815771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Teacher</a:t>
            </a:r>
          </a:p>
        </p:txBody>
      </p:sp>
      <p:sp>
        <p:nvSpPr>
          <p:cNvPr id="131" name="Textfeld 130">
            <a:extLst>
              <a:ext uri="{FF2B5EF4-FFF2-40B4-BE49-F238E27FC236}">
                <a16:creationId xmlns:a16="http://schemas.microsoft.com/office/drawing/2014/main" id="{8280DF55-18E5-3199-F303-F70F43945A8F}"/>
              </a:ext>
            </a:extLst>
          </p:cNvPr>
          <p:cNvSpPr txBox="1"/>
          <p:nvPr/>
        </p:nvSpPr>
        <p:spPr>
          <a:xfrm>
            <a:off x="1190171" y="5354324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Student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6ACDB169-28C9-8EF5-35B2-535BA93FA198}"/>
              </a:ext>
            </a:extLst>
          </p:cNvPr>
          <p:cNvCxnSpPr>
            <a:cxnSpLocks/>
            <a:endCxn id="53" idx="1"/>
          </p:cNvCxnSpPr>
          <p:nvPr/>
        </p:nvCxnSpPr>
        <p:spPr>
          <a:xfrm>
            <a:off x="2179184" y="4227536"/>
            <a:ext cx="8959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B357FA48-C1C4-6177-0449-C379914C09A5}"/>
              </a:ext>
            </a:extLst>
          </p:cNvPr>
          <p:cNvCxnSpPr>
            <a:endCxn id="55" idx="1"/>
          </p:cNvCxnSpPr>
          <p:nvPr/>
        </p:nvCxnSpPr>
        <p:spPr>
          <a:xfrm>
            <a:off x="3254173" y="4227536"/>
            <a:ext cx="1332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EBC9F49E-F8BF-814C-F3B5-25A741B80A6E}"/>
              </a:ext>
            </a:extLst>
          </p:cNvPr>
          <p:cNvCxnSpPr>
            <a:stCxn id="55" idx="3"/>
            <a:endCxn id="56" idx="1"/>
          </p:cNvCxnSpPr>
          <p:nvPr/>
        </p:nvCxnSpPr>
        <p:spPr>
          <a:xfrm>
            <a:off x="3550284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15D025BB-82B6-982C-7292-62259C9EC55E}"/>
              </a:ext>
            </a:extLst>
          </p:cNvPr>
          <p:cNvCxnSpPr>
            <a:endCxn id="2" idx="1"/>
          </p:cNvCxnSpPr>
          <p:nvPr/>
        </p:nvCxnSpPr>
        <p:spPr>
          <a:xfrm>
            <a:off x="3862635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2BE15D65-406C-D89B-24AC-75DC883314F2}"/>
              </a:ext>
            </a:extLst>
          </p:cNvPr>
          <p:cNvCxnSpPr>
            <a:endCxn id="3" idx="1"/>
          </p:cNvCxnSpPr>
          <p:nvPr/>
        </p:nvCxnSpPr>
        <p:spPr>
          <a:xfrm>
            <a:off x="4174986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804E27EC-E8C9-CC11-ECD0-9A918AACFB43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487337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C0594D71-02D7-2A1B-B1E2-7C9842932E6F}"/>
              </a:ext>
            </a:extLst>
          </p:cNvPr>
          <p:cNvCxnSpPr>
            <a:endCxn id="7" idx="1"/>
          </p:cNvCxnSpPr>
          <p:nvPr/>
        </p:nvCxnSpPr>
        <p:spPr>
          <a:xfrm>
            <a:off x="4811574" y="4227536"/>
            <a:ext cx="1376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D73B622D-3CC3-8B29-0393-263DA765C4B1}"/>
              </a:ext>
            </a:extLst>
          </p:cNvPr>
          <p:cNvCxnSpPr>
            <a:stCxn id="7" idx="3"/>
            <a:endCxn id="14" idx="1"/>
          </p:cNvCxnSpPr>
          <p:nvPr/>
        </p:nvCxnSpPr>
        <p:spPr>
          <a:xfrm>
            <a:off x="5112039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CB5B56DD-443C-81C6-CA8A-6F75172E2B13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5424390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80E2FB7D-C6D3-00F0-B979-068EC7E6067E}"/>
              </a:ext>
            </a:extLst>
          </p:cNvPr>
          <p:cNvCxnSpPr>
            <a:stCxn id="16" idx="3"/>
            <a:endCxn id="20" idx="1"/>
          </p:cNvCxnSpPr>
          <p:nvPr/>
        </p:nvCxnSpPr>
        <p:spPr>
          <a:xfrm>
            <a:off x="5736741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56EA974D-4137-9E67-F762-4208D103476D}"/>
              </a:ext>
            </a:extLst>
          </p:cNvPr>
          <p:cNvCxnSpPr>
            <a:stCxn id="20" idx="3"/>
            <a:endCxn id="22" idx="1"/>
          </p:cNvCxnSpPr>
          <p:nvPr/>
        </p:nvCxnSpPr>
        <p:spPr>
          <a:xfrm>
            <a:off x="6049092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57EBFAB9-11F3-D4E2-508D-669B4180C46C}"/>
              </a:ext>
            </a:extLst>
          </p:cNvPr>
          <p:cNvCxnSpPr>
            <a:stCxn id="22" idx="3"/>
            <a:endCxn id="30" idx="1"/>
          </p:cNvCxnSpPr>
          <p:nvPr/>
        </p:nvCxnSpPr>
        <p:spPr>
          <a:xfrm>
            <a:off x="6361443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77E902AB-8236-29F6-F72A-B0D735D17836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6673794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2BB68580-5DA8-86A5-C636-7C9485656DEE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>
            <a:off x="6986145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D7C92A36-C342-7A86-08AD-39A01F9A309E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>
            <a:off x="7298496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240A32CA-9838-1E38-1693-0A44C2985382}"/>
              </a:ext>
            </a:extLst>
          </p:cNvPr>
          <p:cNvCxnSpPr>
            <a:stCxn id="33" idx="3"/>
            <a:endCxn id="34" idx="1"/>
          </p:cNvCxnSpPr>
          <p:nvPr/>
        </p:nvCxnSpPr>
        <p:spPr>
          <a:xfrm>
            <a:off x="7610847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8FF6CB13-5B21-F6A9-B58F-31CA04482ECB}"/>
              </a:ext>
            </a:extLst>
          </p:cNvPr>
          <p:cNvCxnSpPr>
            <a:stCxn id="34" idx="3"/>
            <a:endCxn id="35" idx="1"/>
          </p:cNvCxnSpPr>
          <p:nvPr/>
        </p:nvCxnSpPr>
        <p:spPr>
          <a:xfrm>
            <a:off x="7923198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78F24796-B0F7-8B45-9FC8-243D7153E446}"/>
              </a:ext>
            </a:extLst>
          </p:cNvPr>
          <p:cNvCxnSpPr>
            <a:stCxn id="35" idx="3"/>
            <a:endCxn id="36" idx="1"/>
          </p:cNvCxnSpPr>
          <p:nvPr/>
        </p:nvCxnSpPr>
        <p:spPr>
          <a:xfrm>
            <a:off x="8235549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Gerade Verbindung mit Pfeil 76">
            <a:extLst>
              <a:ext uri="{FF2B5EF4-FFF2-40B4-BE49-F238E27FC236}">
                <a16:creationId xmlns:a16="http://schemas.microsoft.com/office/drawing/2014/main" id="{B31FE568-59A6-280A-ADA0-6BAC2DCD7B1A}"/>
              </a:ext>
            </a:extLst>
          </p:cNvPr>
          <p:cNvCxnSpPr>
            <a:stCxn id="36" idx="3"/>
            <a:endCxn id="37" idx="1"/>
          </p:cNvCxnSpPr>
          <p:nvPr/>
        </p:nvCxnSpPr>
        <p:spPr>
          <a:xfrm>
            <a:off x="8547900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A22042C8-29F8-AE3B-CABF-1B9732D2AF30}"/>
              </a:ext>
            </a:extLst>
          </p:cNvPr>
          <p:cNvCxnSpPr>
            <a:stCxn id="37" idx="3"/>
            <a:endCxn id="39" idx="1"/>
          </p:cNvCxnSpPr>
          <p:nvPr/>
        </p:nvCxnSpPr>
        <p:spPr>
          <a:xfrm>
            <a:off x="8860251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A493AFCE-934B-0A3D-71FA-35EBB1DC20A3}"/>
              </a:ext>
            </a:extLst>
          </p:cNvPr>
          <p:cNvCxnSpPr>
            <a:stCxn id="39" idx="3"/>
            <a:endCxn id="41" idx="1"/>
          </p:cNvCxnSpPr>
          <p:nvPr/>
        </p:nvCxnSpPr>
        <p:spPr>
          <a:xfrm>
            <a:off x="9172602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DC1B3726-E585-2A26-DCF0-976D6B90ACE1}"/>
              </a:ext>
            </a:extLst>
          </p:cNvPr>
          <p:cNvCxnSpPr>
            <a:stCxn id="41" idx="3"/>
            <a:endCxn id="43" idx="1"/>
          </p:cNvCxnSpPr>
          <p:nvPr/>
        </p:nvCxnSpPr>
        <p:spPr>
          <a:xfrm>
            <a:off x="9484953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19D58624-CCCF-1035-7593-9FED3FFA1866}"/>
              </a:ext>
            </a:extLst>
          </p:cNvPr>
          <p:cNvCxnSpPr>
            <a:stCxn id="43" idx="3"/>
            <a:endCxn id="44" idx="1"/>
          </p:cNvCxnSpPr>
          <p:nvPr/>
        </p:nvCxnSpPr>
        <p:spPr>
          <a:xfrm>
            <a:off x="9797304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DD9AFE36-37EF-36BC-0BC0-CFAF4A54CBB9}"/>
              </a:ext>
            </a:extLst>
          </p:cNvPr>
          <p:cNvCxnSpPr>
            <a:stCxn id="44" idx="3"/>
            <a:endCxn id="46" idx="1"/>
          </p:cNvCxnSpPr>
          <p:nvPr/>
        </p:nvCxnSpPr>
        <p:spPr>
          <a:xfrm>
            <a:off x="10109655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69EC936A-61A7-8396-1A01-F19345CBC4DB}"/>
              </a:ext>
            </a:extLst>
          </p:cNvPr>
          <p:cNvCxnSpPr>
            <a:stCxn id="46" idx="3"/>
            <a:endCxn id="52" idx="1"/>
          </p:cNvCxnSpPr>
          <p:nvPr/>
        </p:nvCxnSpPr>
        <p:spPr>
          <a:xfrm>
            <a:off x="10422006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 Verbindung mit Pfeil 99">
            <a:extLst>
              <a:ext uri="{FF2B5EF4-FFF2-40B4-BE49-F238E27FC236}">
                <a16:creationId xmlns:a16="http://schemas.microsoft.com/office/drawing/2014/main" id="{99C172F8-3D95-8C9E-520A-3408E4E35068}"/>
              </a:ext>
            </a:extLst>
          </p:cNvPr>
          <p:cNvCxnSpPr>
            <a:stCxn id="52" idx="3"/>
            <a:endCxn id="58" idx="1"/>
          </p:cNvCxnSpPr>
          <p:nvPr/>
        </p:nvCxnSpPr>
        <p:spPr>
          <a:xfrm>
            <a:off x="10734357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625A2712-6AB6-7C5C-F1BF-201126921E04}"/>
              </a:ext>
            </a:extLst>
          </p:cNvPr>
          <p:cNvCxnSpPr>
            <a:stCxn id="58" idx="3"/>
            <a:endCxn id="59" idx="1"/>
          </p:cNvCxnSpPr>
          <p:nvPr/>
        </p:nvCxnSpPr>
        <p:spPr>
          <a:xfrm>
            <a:off x="11046708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C5DD2D4D-1062-D241-2596-807916DBCA2B}"/>
              </a:ext>
            </a:extLst>
          </p:cNvPr>
          <p:cNvCxnSpPr>
            <a:stCxn id="59" idx="3"/>
            <a:endCxn id="67" idx="1"/>
          </p:cNvCxnSpPr>
          <p:nvPr/>
        </p:nvCxnSpPr>
        <p:spPr>
          <a:xfrm>
            <a:off x="11359059" y="4227536"/>
            <a:ext cx="1495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Gerade Verbindung mit Pfeil 124">
            <a:extLst>
              <a:ext uri="{FF2B5EF4-FFF2-40B4-BE49-F238E27FC236}">
                <a16:creationId xmlns:a16="http://schemas.microsoft.com/office/drawing/2014/main" id="{9195F952-40BA-2E4B-8D58-A0A1A577098C}"/>
              </a:ext>
            </a:extLst>
          </p:cNvPr>
          <p:cNvCxnSpPr>
            <a:stCxn id="67" idx="3"/>
          </p:cNvCxnSpPr>
          <p:nvPr/>
        </p:nvCxnSpPr>
        <p:spPr>
          <a:xfrm>
            <a:off x="11671415" y="4227536"/>
            <a:ext cx="7237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feld 125">
            <a:extLst>
              <a:ext uri="{FF2B5EF4-FFF2-40B4-BE49-F238E27FC236}">
                <a16:creationId xmlns:a16="http://schemas.microsoft.com/office/drawing/2014/main" id="{7B6CA2BD-A59B-E5F9-0373-E26BDD5A468D}"/>
              </a:ext>
            </a:extLst>
          </p:cNvPr>
          <p:cNvSpPr txBox="1"/>
          <p:nvPr/>
        </p:nvSpPr>
        <p:spPr>
          <a:xfrm>
            <a:off x="1453249" y="3990159"/>
            <a:ext cx="795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Noisy </a:t>
            </a:r>
          </a:p>
          <a:p>
            <a:r>
              <a:rPr lang="en-GB" dirty="0" err="1"/>
              <a:t>Iamge</a:t>
            </a:r>
            <a:endParaRPr lang="en-GB" dirty="0"/>
          </a:p>
        </p:txBody>
      </p:sp>
      <p:sp>
        <p:nvSpPr>
          <p:cNvPr id="127" name="Textfeld 126">
            <a:extLst>
              <a:ext uri="{FF2B5EF4-FFF2-40B4-BE49-F238E27FC236}">
                <a16:creationId xmlns:a16="http://schemas.microsoft.com/office/drawing/2014/main" id="{824E45F9-2103-9F3C-1AD2-4A8CFB1CB1EB}"/>
              </a:ext>
            </a:extLst>
          </p:cNvPr>
          <p:cNvSpPr txBox="1"/>
          <p:nvPr/>
        </p:nvSpPr>
        <p:spPr>
          <a:xfrm>
            <a:off x="12641943" y="4020457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Less Noisy Image</a:t>
            </a:r>
          </a:p>
        </p:txBody>
      </p:sp>
      <p:sp>
        <p:nvSpPr>
          <p:cNvPr id="130" name="Rechteck 129">
            <a:extLst>
              <a:ext uri="{FF2B5EF4-FFF2-40B4-BE49-F238E27FC236}">
                <a16:creationId xmlns:a16="http://schemas.microsoft.com/office/drawing/2014/main" id="{0DCBB752-F5A9-37C3-96D9-16708DA8C5D8}"/>
              </a:ext>
            </a:extLst>
          </p:cNvPr>
          <p:cNvSpPr/>
          <p:nvPr/>
        </p:nvSpPr>
        <p:spPr>
          <a:xfrm>
            <a:off x="4012148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2" name="Rechteck 131">
            <a:extLst>
              <a:ext uri="{FF2B5EF4-FFF2-40B4-BE49-F238E27FC236}">
                <a16:creationId xmlns:a16="http://schemas.microsoft.com/office/drawing/2014/main" id="{F4FAADE5-EBF9-1B97-D817-501EF68C01DA}"/>
              </a:ext>
            </a:extLst>
          </p:cNvPr>
          <p:cNvSpPr/>
          <p:nvPr/>
        </p:nvSpPr>
        <p:spPr>
          <a:xfrm>
            <a:off x="4324499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33" name="Rechteck 132">
            <a:extLst>
              <a:ext uri="{FF2B5EF4-FFF2-40B4-BE49-F238E27FC236}">
                <a16:creationId xmlns:a16="http://schemas.microsoft.com/office/drawing/2014/main" id="{A485022B-FE08-3419-59CF-0E308F08D59C}"/>
              </a:ext>
            </a:extLst>
          </p:cNvPr>
          <p:cNvSpPr/>
          <p:nvPr/>
        </p:nvSpPr>
        <p:spPr>
          <a:xfrm>
            <a:off x="4636850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5" name="Rechteck 134">
            <a:extLst>
              <a:ext uri="{FF2B5EF4-FFF2-40B4-BE49-F238E27FC236}">
                <a16:creationId xmlns:a16="http://schemas.microsoft.com/office/drawing/2014/main" id="{63CD0437-AF70-3078-F01B-108319799C2E}"/>
              </a:ext>
            </a:extLst>
          </p:cNvPr>
          <p:cNvSpPr/>
          <p:nvPr/>
        </p:nvSpPr>
        <p:spPr>
          <a:xfrm>
            <a:off x="4949201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6" name="Rechteck 135">
            <a:extLst>
              <a:ext uri="{FF2B5EF4-FFF2-40B4-BE49-F238E27FC236}">
                <a16:creationId xmlns:a16="http://schemas.microsoft.com/office/drawing/2014/main" id="{9A5506A4-B10F-CBAB-915E-0B9D3ADC1F36}"/>
              </a:ext>
            </a:extLst>
          </p:cNvPr>
          <p:cNvSpPr/>
          <p:nvPr/>
        </p:nvSpPr>
        <p:spPr>
          <a:xfrm>
            <a:off x="5261552" y="6056222"/>
            <a:ext cx="162838" cy="977030"/>
          </a:xfrm>
          <a:prstGeom prst="rect">
            <a:avLst/>
          </a:prstGeom>
          <a:solidFill>
            <a:schemeClr val="bg2">
              <a:lumMod val="90000"/>
              <a:alpha val="20000"/>
            </a:schemeClr>
          </a:solidFill>
          <a:ln>
            <a:solidFill>
              <a:schemeClr val="bg2">
                <a:lumMod val="50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alpha val="20000"/>
                  </a:schemeClr>
                </a:solidFill>
              </a:rPr>
              <a:t>8</a:t>
            </a:r>
          </a:p>
        </p:txBody>
      </p:sp>
      <p:sp>
        <p:nvSpPr>
          <p:cNvPr id="137" name="Rechteck 136">
            <a:extLst>
              <a:ext uri="{FF2B5EF4-FFF2-40B4-BE49-F238E27FC236}">
                <a16:creationId xmlns:a16="http://schemas.microsoft.com/office/drawing/2014/main" id="{9CA05CA6-31A5-F280-BA2F-E1AA54E3C935}"/>
              </a:ext>
            </a:extLst>
          </p:cNvPr>
          <p:cNvSpPr/>
          <p:nvPr/>
        </p:nvSpPr>
        <p:spPr>
          <a:xfrm>
            <a:off x="5573903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38" name="Rechteck 137">
            <a:extLst>
              <a:ext uri="{FF2B5EF4-FFF2-40B4-BE49-F238E27FC236}">
                <a16:creationId xmlns:a16="http://schemas.microsoft.com/office/drawing/2014/main" id="{D544D3EF-1032-7E0B-6F0A-A597193A1D4F}"/>
              </a:ext>
            </a:extLst>
          </p:cNvPr>
          <p:cNvSpPr/>
          <p:nvPr/>
        </p:nvSpPr>
        <p:spPr>
          <a:xfrm>
            <a:off x="5886254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39" name="Rechteck 138">
            <a:extLst>
              <a:ext uri="{FF2B5EF4-FFF2-40B4-BE49-F238E27FC236}">
                <a16:creationId xmlns:a16="http://schemas.microsoft.com/office/drawing/2014/main" id="{B34CD15B-3E73-859F-8625-DA5389FB474A}"/>
              </a:ext>
            </a:extLst>
          </p:cNvPr>
          <p:cNvSpPr/>
          <p:nvPr/>
        </p:nvSpPr>
        <p:spPr>
          <a:xfrm>
            <a:off x="6198605" y="6056222"/>
            <a:ext cx="162838" cy="977030"/>
          </a:xfrm>
          <a:prstGeom prst="rect">
            <a:avLst/>
          </a:prstGeom>
          <a:solidFill>
            <a:schemeClr val="bg2">
              <a:lumMod val="90000"/>
              <a:alpha val="20000"/>
            </a:schemeClr>
          </a:solidFill>
          <a:ln>
            <a:solidFill>
              <a:schemeClr val="bg2">
                <a:lumMod val="50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alpha val="19000"/>
                  </a:schemeClr>
                </a:solidFill>
              </a:rPr>
              <a:t>11</a:t>
            </a:r>
          </a:p>
        </p:txBody>
      </p:sp>
      <p:sp>
        <p:nvSpPr>
          <p:cNvPr id="140" name="Rechteck 139">
            <a:extLst>
              <a:ext uri="{FF2B5EF4-FFF2-40B4-BE49-F238E27FC236}">
                <a16:creationId xmlns:a16="http://schemas.microsoft.com/office/drawing/2014/main" id="{85B579A3-C60E-315A-B2EF-F027F1629BBA}"/>
              </a:ext>
            </a:extLst>
          </p:cNvPr>
          <p:cNvSpPr/>
          <p:nvPr/>
        </p:nvSpPr>
        <p:spPr>
          <a:xfrm>
            <a:off x="6510956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41" name="Rechteck 140">
            <a:extLst>
              <a:ext uri="{FF2B5EF4-FFF2-40B4-BE49-F238E27FC236}">
                <a16:creationId xmlns:a16="http://schemas.microsoft.com/office/drawing/2014/main" id="{18441E73-3013-55CB-B246-1E2F9125E183}"/>
              </a:ext>
            </a:extLst>
          </p:cNvPr>
          <p:cNvSpPr/>
          <p:nvPr/>
        </p:nvSpPr>
        <p:spPr>
          <a:xfrm>
            <a:off x="6823307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42" name="Rechteck 141">
            <a:extLst>
              <a:ext uri="{FF2B5EF4-FFF2-40B4-BE49-F238E27FC236}">
                <a16:creationId xmlns:a16="http://schemas.microsoft.com/office/drawing/2014/main" id="{41CC4A3D-3A27-E167-446C-8ECEFE7B05B2}"/>
              </a:ext>
            </a:extLst>
          </p:cNvPr>
          <p:cNvSpPr/>
          <p:nvPr/>
        </p:nvSpPr>
        <p:spPr>
          <a:xfrm>
            <a:off x="7135658" y="6056222"/>
            <a:ext cx="162838" cy="9770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43" name="Rechteck 142">
            <a:extLst>
              <a:ext uri="{FF2B5EF4-FFF2-40B4-BE49-F238E27FC236}">
                <a16:creationId xmlns:a16="http://schemas.microsoft.com/office/drawing/2014/main" id="{A17C046E-E033-9C25-7041-DDB0FE7B1DC1}"/>
              </a:ext>
            </a:extLst>
          </p:cNvPr>
          <p:cNvSpPr/>
          <p:nvPr/>
        </p:nvSpPr>
        <p:spPr>
          <a:xfrm>
            <a:off x="7448009" y="6056222"/>
            <a:ext cx="162838" cy="977030"/>
          </a:xfrm>
          <a:prstGeom prst="rect">
            <a:avLst/>
          </a:prstGeom>
          <a:solidFill>
            <a:schemeClr val="bg2">
              <a:lumMod val="90000"/>
              <a:alpha val="20000"/>
            </a:schemeClr>
          </a:solidFill>
          <a:ln>
            <a:solidFill>
              <a:schemeClr val="bg2">
                <a:lumMod val="50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alpha val="20000"/>
                  </a:schemeClr>
                </a:solidFill>
              </a:rPr>
              <a:t>15</a:t>
            </a:r>
          </a:p>
        </p:txBody>
      </p:sp>
      <p:sp>
        <p:nvSpPr>
          <p:cNvPr id="144" name="Rechteck 143">
            <a:extLst>
              <a:ext uri="{FF2B5EF4-FFF2-40B4-BE49-F238E27FC236}">
                <a16:creationId xmlns:a16="http://schemas.microsoft.com/office/drawing/2014/main" id="{4D1079FC-7906-CDC9-2D6E-18D385D82DB5}"/>
              </a:ext>
            </a:extLst>
          </p:cNvPr>
          <p:cNvSpPr/>
          <p:nvPr/>
        </p:nvSpPr>
        <p:spPr>
          <a:xfrm>
            <a:off x="7760360" y="6056222"/>
            <a:ext cx="162838" cy="977030"/>
          </a:xfrm>
          <a:prstGeom prst="rect">
            <a:avLst/>
          </a:prstGeom>
          <a:solidFill>
            <a:schemeClr val="accent3">
              <a:lumMod val="40000"/>
              <a:lumOff val="60000"/>
              <a:alpha val="60000"/>
            </a:schemeClr>
          </a:solidFill>
          <a:ln>
            <a:solidFill>
              <a:schemeClr val="accent3">
                <a:alpha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alpha val="60000"/>
                  </a:schemeClr>
                </a:solidFill>
              </a:rPr>
              <a:t>16</a:t>
            </a:r>
          </a:p>
        </p:txBody>
      </p:sp>
      <p:sp>
        <p:nvSpPr>
          <p:cNvPr id="145" name="Rechteck 144">
            <a:extLst>
              <a:ext uri="{FF2B5EF4-FFF2-40B4-BE49-F238E27FC236}">
                <a16:creationId xmlns:a16="http://schemas.microsoft.com/office/drawing/2014/main" id="{FC276EB7-B7DF-7711-3A77-247473225EBC}"/>
              </a:ext>
            </a:extLst>
          </p:cNvPr>
          <p:cNvSpPr/>
          <p:nvPr/>
        </p:nvSpPr>
        <p:spPr>
          <a:xfrm>
            <a:off x="8072711" y="6056222"/>
            <a:ext cx="162838" cy="977030"/>
          </a:xfrm>
          <a:prstGeom prst="rect">
            <a:avLst/>
          </a:prstGeom>
          <a:solidFill>
            <a:schemeClr val="bg2">
              <a:lumMod val="90000"/>
              <a:alpha val="20000"/>
            </a:schemeClr>
          </a:solidFill>
          <a:ln>
            <a:solidFill>
              <a:schemeClr val="bg2">
                <a:lumMod val="50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alpha val="20000"/>
                  </a:schemeClr>
                </a:solidFill>
              </a:rPr>
              <a:t>17</a:t>
            </a:r>
          </a:p>
        </p:txBody>
      </p:sp>
      <p:sp>
        <p:nvSpPr>
          <p:cNvPr id="146" name="Rechteck 145">
            <a:extLst>
              <a:ext uri="{FF2B5EF4-FFF2-40B4-BE49-F238E27FC236}">
                <a16:creationId xmlns:a16="http://schemas.microsoft.com/office/drawing/2014/main" id="{2B26818C-0296-CEEC-18B9-00DF5475AE05}"/>
              </a:ext>
            </a:extLst>
          </p:cNvPr>
          <p:cNvSpPr/>
          <p:nvPr/>
        </p:nvSpPr>
        <p:spPr>
          <a:xfrm>
            <a:off x="8385062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147" name="Rechteck 146">
            <a:extLst>
              <a:ext uri="{FF2B5EF4-FFF2-40B4-BE49-F238E27FC236}">
                <a16:creationId xmlns:a16="http://schemas.microsoft.com/office/drawing/2014/main" id="{F318F710-C97D-8276-14E4-F2837F802D05}"/>
              </a:ext>
            </a:extLst>
          </p:cNvPr>
          <p:cNvSpPr/>
          <p:nvPr/>
        </p:nvSpPr>
        <p:spPr>
          <a:xfrm>
            <a:off x="8697413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148" name="Rechteck 147">
            <a:extLst>
              <a:ext uri="{FF2B5EF4-FFF2-40B4-BE49-F238E27FC236}">
                <a16:creationId xmlns:a16="http://schemas.microsoft.com/office/drawing/2014/main" id="{02BB931A-E944-1C60-55F9-E04EEA786985}"/>
              </a:ext>
            </a:extLst>
          </p:cNvPr>
          <p:cNvSpPr/>
          <p:nvPr/>
        </p:nvSpPr>
        <p:spPr>
          <a:xfrm>
            <a:off x="9009764" y="6056222"/>
            <a:ext cx="162838" cy="977030"/>
          </a:xfrm>
          <a:prstGeom prst="rect">
            <a:avLst/>
          </a:prstGeom>
          <a:solidFill>
            <a:schemeClr val="bg2">
              <a:lumMod val="90000"/>
              <a:alpha val="20000"/>
            </a:schemeClr>
          </a:solidFill>
          <a:ln>
            <a:solidFill>
              <a:schemeClr val="bg2">
                <a:lumMod val="50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alpha val="20000"/>
                  </a:schemeClr>
                </a:solidFill>
              </a:rPr>
              <a:t>20</a:t>
            </a:r>
          </a:p>
        </p:txBody>
      </p:sp>
      <p:sp>
        <p:nvSpPr>
          <p:cNvPr id="149" name="Rechteck 148">
            <a:extLst>
              <a:ext uri="{FF2B5EF4-FFF2-40B4-BE49-F238E27FC236}">
                <a16:creationId xmlns:a16="http://schemas.microsoft.com/office/drawing/2014/main" id="{BD065DF3-4C32-53A8-7B05-A56402891385}"/>
              </a:ext>
            </a:extLst>
          </p:cNvPr>
          <p:cNvSpPr/>
          <p:nvPr/>
        </p:nvSpPr>
        <p:spPr>
          <a:xfrm>
            <a:off x="9322115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150" name="Rechteck 149">
            <a:extLst>
              <a:ext uri="{FF2B5EF4-FFF2-40B4-BE49-F238E27FC236}">
                <a16:creationId xmlns:a16="http://schemas.microsoft.com/office/drawing/2014/main" id="{573EFF45-3604-B934-21BB-E2A25EDA5CF8}"/>
              </a:ext>
            </a:extLst>
          </p:cNvPr>
          <p:cNvSpPr/>
          <p:nvPr/>
        </p:nvSpPr>
        <p:spPr>
          <a:xfrm>
            <a:off x="9634466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51" name="Rechteck 150">
            <a:extLst>
              <a:ext uri="{FF2B5EF4-FFF2-40B4-BE49-F238E27FC236}">
                <a16:creationId xmlns:a16="http://schemas.microsoft.com/office/drawing/2014/main" id="{336EE0F1-6DCA-8E39-F872-9ABB88F05C51}"/>
              </a:ext>
            </a:extLst>
          </p:cNvPr>
          <p:cNvSpPr/>
          <p:nvPr/>
        </p:nvSpPr>
        <p:spPr>
          <a:xfrm>
            <a:off x="9946817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152" name="Rechteck 151">
            <a:extLst>
              <a:ext uri="{FF2B5EF4-FFF2-40B4-BE49-F238E27FC236}">
                <a16:creationId xmlns:a16="http://schemas.microsoft.com/office/drawing/2014/main" id="{01EFF4E3-92D9-6403-E82A-83B854A07FBE}"/>
              </a:ext>
            </a:extLst>
          </p:cNvPr>
          <p:cNvSpPr/>
          <p:nvPr/>
        </p:nvSpPr>
        <p:spPr>
          <a:xfrm>
            <a:off x="10259168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24</a:t>
            </a:r>
          </a:p>
        </p:txBody>
      </p:sp>
      <p:sp>
        <p:nvSpPr>
          <p:cNvPr id="153" name="Rechteck 152">
            <a:extLst>
              <a:ext uri="{FF2B5EF4-FFF2-40B4-BE49-F238E27FC236}">
                <a16:creationId xmlns:a16="http://schemas.microsoft.com/office/drawing/2014/main" id="{5169CEF0-2104-C81E-9D1E-F5F8FD6A83AD}"/>
              </a:ext>
            </a:extLst>
          </p:cNvPr>
          <p:cNvSpPr/>
          <p:nvPr/>
        </p:nvSpPr>
        <p:spPr>
          <a:xfrm>
            <a:off x="10571519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154" name="Rechteck 153">
            <a:extLst>
              <a:ext uri="{FF2B5EF4-FFF2-40B4-BE49-F238E27FC236}">
                <a16:creationId xmlns:a16="http://schemas.microsoft.com/office/drawing/2014/main" id="{A05E0A0A-FB68-7BE0-8F6B-0546498B047B}"/>
              </a:ext>
            </a:extLst>
          </p:cNvPr>
          <p:cNvSpPr/>
          <p:nvPr/>
        </p:nvSpPr>
        <p:spPr>
          <a:xfrm>
            <a:off x="3075095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5" name="Rechteck 154">
            <a:extLst>
              <a:ext uri="{FF2B5EF4-FFF2-40B4-BE49-F238E27FC236}">
                <a16:creationId xmlns:a16="http://schemas.microsoft.com/office/drawing/2014/main" id="{2872AB8C-B064-3653-0B99-CBD0C74AF6C8}"/>
              </a:ext>
            </a:extLst>
          </p:cNvPr>
          <p:cNvSpPr/>
          <p:nvPr/>
        </p:nvSpPr>
        <p:spPr>
          <a:xfrm>
            <a:off x="3387446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6" name="Rechteck 155">
            <a:extLst>
              <a:ext uri="{FF2B5EF4-FFF2-40B4-BE49-F238E27FC236}">
                <a16:creationId xmlns:a16="http://schemas.microsoft.com/office/drawing/2014/main" id="{A4F76099-7CFC-DA88-E0EA-E84DB95FEF48}"/>
              </a:ext>
            </a:extLst>
          </p:cNvPr>
          <p:cNvSpPr/>
          <p:nvPr/>
        </p:nvSpPr>
        <p:spPr>
          <a:xfrm>
            <a:off x="3699797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7" name="Rechteck 156">
            <a:extLst>
              <a:ext uri="{FF2B5EF4-FFF2-40B4-BE49-F238E27FC236}">
                <a16:creationId xmlns:a16="http://schemas.microsoft.com/office/drawing/2014/main" id="{E9C89045-2465-5C37-3389-B92D72A953F3}"/>
              </a:ext>
            </a:extLst>
          </p:cNvPr>
          <p:cNvSpPr/>
          <p:nvPr/>
        </p:nvSpPr>
        <p:spPr>
          <a:xfrm>
            <a:off x="10883870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26</a:t>
            </a:r>
          </a:p>
        </p:txBody>
      </p:sp>
      <p:sp>
        <p:nvSpPr>
          <p:cNvPr id="158" name="Rechteck 157">
            <a:extLst>
              <a:ext uri="{FF2B5EF4-FFF2-40B4-BE49-F238E27FC236}">
                <a16:creationId xmlns:a16="http://schemas.microsoft.com/office/drawing/2014/main" id="{942C95F0-BC88-0908-9394-16CDC7A91FF7}"/>
              </a:ext>
            </a:extLst>
          </p:cNvPr>
          <p:cNvSpPr/>
          <p:nvPr/>
        </p:nvSpPr>
        <p:spPr>
          <a:xfrm>
            <a:off x="11196221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27</a:t>
            </a:r>
          </a:p>
        </p:txBody>
      </p:sp>
      <p:sp>
        <p:nvSpPr>
          <p:cNvPr id="159" name="Rechteck 158">
            <a:extLst>
              <a:ext uri="{FF2B5EF4-FFF2-40B4-BE49-F238E27FC236}">
                <a16:creationId xmlns:a16="http://schemas.microsoft.com/office/drawing/2014/main" id="{20AB2FD2-6DC7-D84A-3838-B848D9114609}"/>
              </a:ext>
            </a:extLst>
          </p:cNvPr>
          <p:cNvSpPr/>
          <p:nvPr/>
        </p:nvSpPr>
        <p:spPr>
          <a:xfrm>
            <a:off x="11508577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28</a:t>
            </a:r>
          </a:p>
        </p:txBody>
      </p:sp>
      <p:cxnSp>
        <p:nvCxnSpPr>
          <p:cNvPr id="160" name="Gerade Verbindung mit Pfeil 159">
            <a:extLst>
              <a:ext uri="{FF2B5EF4-FFF2-40B4-BE49-F238E27FC236}">
                <a16:creationId xmlns:a16="http://schemas.microsoft.com/office/drawing/2014/main" id="{C60C8A2F-393A-6275-E523-132AD02AFA4D}"/>
              </a:ext>
            </a:extLst>
          </p:cNvPr>
          <p:cNvCxnSpPr>
            <a:cxnSpLocks/>
            <a:endCxn id="154" idx="1"/>
          </p:cNvCxnSpPr>
          <p:nvPr/>
        </p:nvCxnSpPr>
        <p:spPr>
          <a:xfrm>
            <a:off x="2179184" y="6544737"/>
            <a:ext cx="8959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Gerade Verbindung mit Pfeil 160">
            <a:extLst>
              <a:ext uri="{FF2B5EF4-FFF2-40B4-BE49-F238E27FC236}">
                <a16:creationId xmlns:a16="http://schemas.microsoft.com/office/drawing/2014/main" id="{62B5C1FB-1B3D-4D75-D357-24771FAE4014}"/>
              </a:ext>
            </a:extLst>
          </p:cNvPr>
          <p:cNvCxnSpPr>
            <a:endCxn id="155" idx="1"/>
          </p:cNvCxnSpPr>
          <p:nvPr/>
        </p:nvCxnSpPr>
        <p:spPr>
          <a:xfrm>
            <a:off x="3254173" y="6544737"/>
            <a:ext cx="1332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Gerade Verbindung mit Pfeil 161">
            <a:extLst>
              <a:ext uri="{FF2B5EF4-FFF2-40B4-BE49-F238E27FC236}">
                <a16:creationId xmlns:a16="http://schemas.microsoft.com/office/drawing/2014/main" id="{7DB1E3C6-16F1-59A3-E415-20E965C83183}"/>
              </a:ext>
            </a:extLst>
          </p:cNvPr>
          <p:cNvCxnSpPr>
            <a:stCxn id="155" idx="3"/>
            <a:endCxn id="156" idx="1"/>
          </p:cNvCxnSpPr>
          <p:nvPr/>
        </p:nvCxnSpPr>
        <p:spPr>
          <a:xfrm>
            <a:off x="3550284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Gerade Verbindung mit Pfeil 162">
            <a:extLst>
              <a:ext uri="{FF2B5EF4-FFF2-40B4-BE49-F238E27FC236}">
                <a16:creationId xmlns:a16="http://schemas.microsoft.com/office/drawing/2014/main" id="{619F0D6E-2A76-3A6D-3D6D-AEF20CEEF5A2}"/>
              </a:ext>
            </a:extLst>
          </p:cNvPr>
          <p:cNvCxnSpPr>
            <a:endCxn id="130" idx="1"/>
          </p:cNvCxnSpPr>
          <p:nvPr/>
        </p:nvCxnSpPr>
        <p:spPr>
          <a:xfrm>
            <a:off x="3862635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Gerade Verbindung mit Pfeil 163">
            <a:extLst>
              <a:ext uri="{FF2B5EF4-FFF2-40B4-BE49-F238E27FC236}">
                <a16:creationId xmlns:a16="http://schemas.microsoft.com/office/drawing/2014/main" id="{A5EE85CF-611F-B329-CAF6-0FA4FBE870C5}"/>
              </a:ext>
            </a:extLst>
          </p:cNvPr>
          <p:cNvCxnSpPr>
            <a:endCxn id="132" idx="1"/>
          </p:cNvCxnSpPr>
          <p:nvPr/>
        </p:nvCxnSpPr>
        <p:spPr>
          <a:xfrm>
            <a:off x="4174986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Gerade Verbindung mit Pfeil 164">
            <a:extLst>
              <a:ext uri="{FF2B5EF4-FFF2-40B4-BE49-F238E27FC236}">
                <a16:creationId xmlns:a16="http://schemas.microsoft.com/office/drawing/2014/main" id="{86EF0DCB-CE94-1571-9606-9CA650DECFA3}"/>
              </a:ext>
            </a:extLst>
          </p:cNvPr>
          <p:cNvCxnSpPr>
            <a:stCxn id="132" idx="3"/>
            <a:endCxn id="133" idx="1"/>
          </p:cNvCxnSpPr>
          <p:nvPr/>
        </p:nvCxnSpPr>
        <p:spPr>
          <a:xfrm>
            <a:off x="4487337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Gerade Verbindung mit Pfeil 165">
            <a:extLst>
              <a:ext uri="{FF2B5EF4-FFF2-40B4-BE49-F238E27FC236}">
                <a16:creationId xmlns:a16="http://schemas.microsoft.com/office/drawing/2014/main" id="{B5D36BF9-D460-B1C3-FE06-1AFCE46A9FC0}"/>
              </a:ext>
            </a:extLst>
          </p:cNvPr>
          <p:cNvCxnSpPr>
            <a:cxnSpLocks/>
            <a:endCxn id="135" idx="1"/>
          </p:cNvCxnSpPr>
          <p:nvPr/>
        </p:nvCxnSpPr>
        <p:spPr>
          <a:xfrm>
            <a:off x="4811574" y="6544737"/>
            <a:ext cx="1376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Gerade Verbindung mit Pfeil 166">
            <a:extLst>
              <a:ext uri="{FF2B5EF4-FFF2-40B4-BE49-F238E27FC236}">
                <a16:creationId xmlns:a16="http://schemas.microsoft.com/office/drawing/2014/main" id="{0FCBD6F6-E305-ECC0-C416-BB040ED3B834}"/>
              </a:ext>
            </a:extLst>
          </p:cNvPr>
          <p:cNvCxnSpPr>
            <a:cxnSpLocks/>
            <a:stCxn id="135" idx="3"/>
            <a:endCxn id="137" idx="1"/>
          </p:cNvCxnSpPr>
          <p:nvPr/>
        </p:nvCxnSpPr>
        <p:spPr>
          <a:xfrm>
            <a:off x="5112039" y="6544737"/>
            <a:ext cx="4618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Gerade Verbindung mit Pfeil 168">
            <a:extLst>
              <a:ext uri="{FF2B5EF4-FFF2-40B4-BE49-F238E27FC236}">
                <a16:creationId xmlns:a16="http://schemas.microsoft.com/office/drawing/2014/main" id="{37D5A4B2-262B-9B5A-DF4E-95D98378A234}"/>
              </a:ext>
            </a:extLst>
          </p:cNvPr>
          <p:cNvCxnSpPr>
            <a:stCxn id="137" idx="3"/>
            <a:endCxn id="138" idx="1"/>
          </p:cNvCxnSpPr>
          <p:nvPr/>
        </p:nvCxnSpPr>
        <p:spPr>
          <a:xfrm>
            <a:off x="5736741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Gerade Verbindung mit Pfeil 169">
            <a:extLst>
              <a:ext uri="{FF2B5EF4-FFF2-40B4-BE49-F238E27FC236}">
                <a16:creationId xmlns:a16="http://schemas.microsoft.com/office/drawing/2014/main" id="{559342C8-9FB7-8876-16E0-B865991597C3}"/>
              </a:ext>
            </a:extLst>
          </p:cNvPr>
          <p:cNvCxnSpPr>
            <a:cxnSpLocks/>
            <a:stCxn id="138" idx="3"/>
            <a:endCxn id="140" idx="1"/>
          </p:cNvCxnSpPr>
          <p:nvPr/>
        </p:nvCxnSpPr>
        <p:spPr>
          <a:xfrm>
            <a:off x="6049092" y="6544737"/>
            <a:ext cx="4618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Gerade Verbindung mit Pfeil 171">
            <a:extLst>
              <a:ext uri="{FF2B5EF4-FFF2-40B4-BE49-F238E27FC236}">
                <a16:creationId xmlns:a16="http://schemas.microsoft.com/office/drawing/2014/main" id="{02014CF5-AE11-F50B-05E1-F11E02ADFFB1}"/>
              </a:ext>
            </a:extLst>
          </p:cNvPr>
          <p:cNvCxnSpPr>
            <a:stCxn id="140" idx="3"/>
            <a:endCxn id="141" idx="1"/>
          </p:cNvCxnSpPr>
          <p:nvPr/>
        </p:nvCxnSpPr>
        <p:spPr>
          <a:xfrm>
            <a:off x="6673794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Gerade Verbindung mit Pfeil 172">
            <a:extLst>
              <a:ext uri="{FF2B5EF4-FFF2-40B4-BE49-F238E27FC236}">
                <a16:creationId xmlns:a16="http://schemas.microsoft.com/office/drawing/2014/main" id="{82C49B85-2657-B24A-2864-725ACE2EC9E6}"/>
              </a:ext>
            </a:extLst>
          </p:cNvPr>
          <p:cNvCxnSpPr>
            <a:stCxn id="141" idx="3"/>
            <a:endCxn id="142" idx="1"/>
          </p:cNvCxnSpPr>
          <p:nvPr/>
        </p:nvCxnSpPr>
        <p:spPr>
          <a:xfrm>
            <a:off x="6986145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Gerade Verbindung mit Pfeil 173">
            <a:extLst>
              <a:ext uri="{FF2B5EF4-FFF2-40B4-BE49-F238E27FC236}">
                <a16:creationId xmlns:a16="http://schemas.microsoft.com/office/drawing/2014/main" id="{1B09716F-855C-3B80-D9BC-51AD5855096E}"/>
              </a:ext>
            </a:extLst>
          </p:cNvPr>
          <p:cNvCxnSpPr>
            <a:cxnSpLocks/>
            <a:stCxn id="142" idx="3"/>
            <a:endCxn id="146" idx="1"/>
          </p:cNvCxnSpPr>
          <p:nvPr/>
        </p:nvCxnSpPr>
        <p:spPr>
          <a:xfrm>
            <a:off x="7298496" y="6544737"/>
            <a:ext cx="10865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Gerade Verbindung mit Pfeil 177">
            <a:extLst>
              <a:ext uri="{FF2B5EF4-FFF2-40B4-BE49-F238E27FC236}">
                <a16:creationId xmlns:a16="http://schemas.microsoft.com/office/drawing/2014/main" id="{93B70A05-9D26-065E-DAF6-40D4D8473254}"/>
              </a:ext>
            </a:extLst>
          </p:cNvPr>
          <p:cNvCxnSpPr>
            <a:stCxn id="146" idx="3"/>
            <a:endCxn id="147" idx="1"/>
          </p:cNvCxnSpPr>
          <p:nvPr/>
        </p:nvCxnSpPr>
        <p:spPr>
          <a:xfrm>
            <a:off x="8547900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Gerade Verbindung mit Pfeil 178">
            <a:extLst>
              <a:ext uri="{FF2B5EF4-FFF2-40B4-BE49-F238E27FC236}">
                <a16:creationId xmlns:a16="http://schemas.microsoft.com/office/drawing/2014/main" id="{768BCDAE-BA6A-BFD0-BB11-163EAB9DB84D}"/>
              </a:ext>
            </a:extLst>
          </p:cNvPr>
          <p:cNvCxnSpPr>
            <a:cxnSpLocks/>
            <a:stCxn id="147" idx="3"/>
            <a:endCxn id="149" idx="1"/>
          </p:cNvCxnSpPr>
          <p:nvPr/>
        </p:nvCxnSpPr>
        <p:spPr>
          <a:xfrm>
            <a:off x="8860251" y="6544737"/>
            <a:ext cx="4618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Gerade Verbindung mit Pfeil 180">
            <a:extLst>
              <a:ext uri="{FF2B5EF4-FFF2-40B4-BE49-F238E27FC236}">
                <a16:creationId xmlns:a16="http://schemas.microsoft.com/office/drawing/2014/main" id="{EA8092C0-0575-8CE9-E374-3BD5EB40235E}"/>
              </a:ext>
            </a:extLst>
          </p:cNvPr>
          <p:cNvCxnSpPr>
            <a:stCxn id="149" idx="3"/>
            <a:endCxn id="150" idx="1"/>
          </p:cNvCxnSpPr>
          <p:nvPr/>
        </p:nvCxnSpPr>
        <p:spPr>
          <a:xfrm>
            <a:off x="9484953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Gerade Verbindung mit Pfeil 181">
            <a:extLst>
              <a:ext uri="{FF2B5EF4-FFF2-40B4-BE49-F238E27FC236}">
                <a16:creationId xmlns:a16="http://schemas.microsoft.com/office/drawing/2014/main" id="{A4E55733-C175-0BB2-F036-1DDCC860D666}"/>
              </a:ext>
            </a:extLst>
          </p:cNvPr>
          <p:cNvCxnSpPr>
            <a:stCxn id="150" idx="3"/>
            <a:endCxn id="151" idx="1"/>
          </p:cNvCxnSpPr>
          <p:nvPr/>
        </p:nvCxnSpPr>
        <p:spPr>
          <a:xfrm>
            <a:off x="9797304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Gerade Verbindung mit Pfeil 182">
            <a:extLst>
              <a:ext uri="{FF2B5EF4-FFF2-40B4-BE49-F238E27FC236}">
                <a16:creationId xmlns:a16="http://schemas.microsoft.com/office/drawing/2014/main" id="{B85F0926-622A-9A93-DBAD-FEDBB1F15774}"/>
              </a:ext>
            </a:extLst>
          </p:cNvPr>
          <p:cNvCxnSpPr>
            <a:stCxn id="151" idx="3"/>
            <a:endCxn id="152" idx="1"/>
          </p:cNvCxnSpPr>
          <p:nvPr/>
        </p:nvCxnSpPr>
        <p:spPr>
          <a:xfrm>
            <a:off x="10109655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Gerade Verbindung mit Pfeil 183">
            <a:extLst>
              <a:ext uri="{FF2B5EF4-FFF2-40B4-BE49-F238E27FC236}">
                <a16:creationId xmlns:a16="http://schemas.microsoft.com/office/drawing/2014/main" id="{F956DC93-BFFA-02E7-0A39-5BA54DD77DBE}"/>
              </a:ext>
            </a:extLst>
          </p:cNvPr>
          <p:cNvCxnSpPr>
            <a:stCxn id="152" idx="3"/>
            <a:endCxn id="153" idx="1"/>
          </p:cNvCxnSpPr>
          <p:nvPr/>
        </p:nvCxnSpPr>
        <p:spPr>
          <a:xfrm>
            <a:off x="10422006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Gerade Verbindung mit Pfeil 184">
            <a:extLst>
              <a:ext uri="{FF2B5EF4-FFF2-40B4-BE49-F238E27FC236}">
                <a16:creationId xmlns:a16="http://schemas.microsoft.com/office/drawing/2014/main" id="{8C8EEB3B-9424-15B6-F9C4-45A62B29BA7A}"/>
              </a:ext>
            </a:extLst>
          </p:cNvPr>
          <p:cNvCxnSpPr>
            <a:stCxn id="153" idx="3"/>
            <a:endCxn id="157" idx="1"/>
          </p:cNvCxnSpPr>
          <p:nvPr/>
        </p:nvCxnSpPr>
        <p:spPr>
          <a:xfrm>
            <a:off x="10734357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Gerade Verbindung mit Pfeil 185">
            <a:extLst>
              <a:ext uri="{FF2B5EF4-FFF2-40B4-BE49-F238E27FC236}">
                <a16:creationId xmlns:a16="http://schemas.microsoft.com/office/drawing/2014/main" id="{B3098BA6-9113-9E8C-1249-94F0D0CD7C94}"/>
              </a:ext>
            </a:extLst>
          </p:cNvPr>
          <p:cNvCxnSpPr>
            <a:stCxn id="157" idx="3"/>
            <a:endCxn id="158" idx="1"/>
          </p:cNvCxnSpPr>
          <p:nvPr/>
        </p:nvCxnSpPr>
        <p:spPr>
          <a:xfrm>
            <a:off x="11046708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Gerade Verbindung mit Pfeil 186">
            <a:extLst>
              <a:ext uri="{FF2B5EF4-FFF2-40B4-BE49-F238E27FC236}">
                <a16:creationId xmlns:a16="http://schemas.microsoft.com/office/drawing/2014/main" id="{E864A69D-01BA-03A8-8354-58829FAFA23E}"/>
              </a:ext>
            </a:extLst>
          </p:cNvPr>
          <p:cNvCxnSpPr>
            <a:stCxn id="158" idx="3"/>
            <a:endCxn id="159" idx="1"/>
          </p:cNvCxnSpPr>
          <p:nvPr/>
        </p:nvCxnSpPr>
        <p:spPr>
          <a:xfrm>
            <a:off x="11359059" y="6544737"/>
            <a:ext cx="1495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Gerade Verbindung mit Pfeil 187">
            <a:extLst>
              <a:ext uri="{FF2B5EF4-FFF2-40B4-BE49-F238E27FC236}">
                <a16:creationId xmlns:a16="http://schemas.microsoft.com/office/drawing/2014/main" id="{CBEB48C1-2E41-D440-732B-D6E58E9A8A8D}"/>
              </a:ext>
            </a:extLst>
          </p:cNvPr>
          <p:cNvCxnSpPr>
            <a:stCxn id="159" idx="3"/>
          </p:cNvCxnSpPr>
          <p:nvPr/>
        </p:nvCxnSpPr>
        <p:spPr>
          <a:xfrm>
            <a:off x="11671415" y="6544737"/>
            <a:ext cx="7237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Rechteck 194">
                <a:extLst>
                  <a:ext uri="{FF2B5EF4-FFF2-40B4-BE49-F238E27FC236}">
                    <a16:creationId xmlns:a16="http://schemas.microsoft.com/office/drawing/2014/main" id="{1861D845-615E-1A4E-3A63-38AC269F3AC3}"/>
                  </a:ext>
                </a:extLst>
              </p:cNvPr>
              <p:cNvSpPr/>
              <p:nvPr/>
            </p:nvSpPr>
            <p:spPr>
              <a:xfrm>
                <a:off x="2926771" y="7921308"/>
                <a:ext cx="162838" cy="977030"/>
              </a:xfrm>
              <a:prstGeom prst="rect">
                <a:avLst/>
              </a:prstGeom>
              <a:solidFill>
                <a:schemeClr val="bg2">
                  <a:lumMod val="90000"/>
                  <a:alpha val="20000"/>
                </a:schemeClr>
              </a:solidFill>
              <a:ln>
                <a:solidFill>
                  <a:schemeClr val="bg2">
                    <a:lumMod val="50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tx1">
                              <a:alpha val="20000"/>
                            </a:schemeClr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dirty="0">
                  <a:solidFill>
                    <a:schemeClr val="tx1">
                      <a:alpha val="2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5" name="Rechteck 194">
                <a:extLst>
                  <a:ext uri="{FF2B5EF4-FFF2-40B4-BE49-F238E27FC236}">
                    <a16:creationId xmlns:a16="http://schemas.microsoft.com/office/drawing/2014/main" id="{1861D845-615E-1A4E-3A63-38AC269F3A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771" y="7921308"/>
                <a:ext cx="162838" cy="977030"/>
              </a:xfrm>
              <a:prstGeom prst="rect">
                <a:avLst/>
              </a:prstGeom>
              <a:blipFill>
                <a:blip r:embed="rId3"/>
                <a:stretch>
                  <a:fillRect l="-25000"/>
                </a:stretch>
              </a:blipFill>
              <a:ln>
                <a:solidFill>
                  <a:schemeClr val="bg2">
                    <a:lumMod val="50000"/>
                    <a:alpha val="2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feld 195">
                <a:extLst>
                  <a:ext uri="{FF2B5EF4-FFF2-40B4-BE49-F238E27FC236}">
                    <a16:creationId xmlns:a16="http://schemas.microsoft.com/office/drawing/2014/main" id="{8711BD1B-E318-A7C3-01BF-4575C691EC37}"/>
                  </a:ext>
                </a:extLst>
              </p:cNvPr>
              <p:cNvSpPr txBox="1"/>
              <p:nvPr/>
            </p:nvSpPr>
            <p:spPr>
              <a:xfrm>
                <a:off x="3118286" y="8186057"/>
                <a:ext cx="18462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Removed block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96" name="Textfeld 195">
                <a:extLst>
                  <a:ext uri="{FF2B5EF4-FFF2-40B4-BE49-F238E27FC236}">
                    <a16:creationId xmlns:a16="http://schemas.microsoft.com/office/drawing/2014/main" id="{8711BD1B-E318-A7C3-01BF-4575C691E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286" y="8186057"/>
                <a:ext cx="1846275" cy="369332"/>
              </a:xfrm>
              <a:prstGeom prst="rect">
                <a:avLst/>
              </a:prstGeom>
              <a:blipFill>
                <a:blip r:embed="rId4"/>
                <a:stretch>
                  <a:fillRect l="-2740" t="-6667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Rechteck 196">
                <a:extLst>
                  <a:ext uri="{FF2B5EF4-FFF2-40B4-BE49-F238E27FC236}">
                    <a16:creationId xmlns:a16="http://schemas.microsoft.com/office/drawing/2014/main" id="{DA722110-ECE5-EF60-E4A3-AA44E807C8BA}"/>
                  </a:ext>
                </a:extLst>
              </p:cNvPr>
              <p:cNvSpPr/>
              <p:nvPr/>
            </p:nvSpPr>
            <p:spPr>
              <a:xfrm>
                <a:off x="5097868" y="7928565"/>
                <a:ext cx="162838" cy="97703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60000"/>
                </a:schemeClr>
              </a:solidFill>
              <a:ln>
                <a:solidFill>
                  <a:schemeClr val="accent3">
                    <a:alpha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dirty="0">
                  <a:solidFill>
                    <a:schemeClr val="tx1">
                      <a:alpha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7" name="Rechteck 196">
                <a:extLst>
                  <a:ext uri="{FF2B5EF4-FFF2-40B4-BE49-F238E27FC236}">
                    <a16:creationId xmlns:a16="http://schemas.microsoft.com/office/drawing/2014/main" id="{DA722110-ECE5-EF60-E4A3-AA44E807C8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868" y="7928565"/>
                <a:ext cx="162838" cy="977030"/>
              </a:xfrm>
              <a:prstGeom prst="rect">
                <a:avLst/>
              </a:prstGeom>
              <a:blipFill>
                <a:blip r:embed="rId5"/>
                <a:stretch>
                  <a:fillRect l="-25000"/>
                </a:stretch>
              </a:blipFill>
              <a:ln>
                <a:solidFill>
                  <a:schemeClr val="accent3">
                    <a:alpha val="6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Textfeld 197">
                <a:extLst>
                  <a:ext uri="{FF2B5EF4-FFF2-40B4-BE49-F238E27FC236}">
                    <a16:creationId xmlns:a16="http://schemas.microsoft.com/office/drawing/2014/main" id="{82E2B3B4-4990-6B1F-D155-46FCAF959750}"/>
                  </a:ext>
                </a:extLst>
              </p:cNvPr>
              <p:cNvSpPr txBox="1"/>
              <p:nvPr/>
            </p:nvSpPr>
            <p:spPr>
              <a:xfrm>
                <a:off x="5289383" y="8193314"/>
                <a:ext cx="22790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New removed block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98" name="Textfeld 197">
                <a:extLst>
                  <a:ext uri="{FF2B5EF4-FFF2-40B4-BE49-F238E27FC236}">
                    <a16:creationId xmlns:a16="http://schemas.microsoft.com/office/drawing/2014/main" id="{82E2B3B4-4990-6B1F-D155-46FCAF959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383" y="8193314"/>
                <a:ext cx="2279085" cy="369332"/>
              </a:xfrm>
              <a:prstGeom prst="rect">
                <a:avLst/>
              </a:prstGeom>
              <a:blipFill>
                <a:blip r:embed="rId6"/>
                <a:stretch>
                  <a:fillRect l="-2210" t="-6667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Textfeld 200">
            <a:extLst>
              <a:ext uri="{FF2B5EF4-FFF2-40B4-BE49-F238E27FC236}">
                <a16:creationId xmlns:a16="http://schemas.microsoft.com/office/drawing/2014/main" id="{F28B6B13-34CB-BC68-B23F-D4385E998425}"/>
              </a:ext>
            </a:extLst>
          </p:cNvPr>
          <p:cNvSpPr txBox="1"/>
          <p:nvPr/>
        </p:nvSpPr>
        <p:spPr>
          <a:xfrm>
            <a:off x="7076200" y="5936400"/>
            <a:ext cx="4889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effectLst/>
                <a:latin typeface="Apple Color Emoji" pitchFamily="2" charset="0"/>
              </a:rPr>
              <a:t>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Rechteck 201">
                <a:extLst>
                  <a:ext uri="{FF2B5EF4-FFF2-40B4-BE49-F238E27FC236}">
                    <a16:creationId xmlns:a16="http://schemas.microsoft.com/office/drawing/2014/main" id="{37228F64-AB94-1D46-825B-C0E66CC6EAD7}"/>
                  </a:ext>
                </a:extLst>
              </p:cNvPr>
              <p:cNvSpPr/>
              <p:nvPr/>
            </p:nvSpPr>
            <p:spPr>
              <a:xfrm>
                <a:off x="7715575" y="7921308"/>
                <a:ext cx="162838" cy="97703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 dirty="0">
                  <a:solidFill>
                    <a:schemeClr val="tx1">
                      <a:alpha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2" name="Rechteck 201">
                <a:extLst>
                  <a:ext uri="{FF2B5EF4-FFF2-40B4-BE49-F238E27FC236}">
                    <a16:creationId xmlns:a16="http://schemas.microsoft.com/office/drawing/2014/main" id="{37228F64-AB94-1D46-825B-C0E66CC6EA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575" y="7921308"/>
                <a:ext cx="162838" cy="977030"/>
              </a:xfrm>
              <a:prstGeom prst="rect">
                <a:avLst/>
              </a:prstGeom>
              <a:blipFill>
                <a:blip r:embed="rId7"/>
                <a:stretch>
                  <a:fillRect l="-46667" r="-13333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feld 202">
                <a:extLst>
                  <a:ext uri="{FF2B5EF4-FFF2-40B4-BE49-F238E27FC236}">
                    <a16:creationId xmlns:a16="http://schemas.microsoft.com/office/drawing/2014/main" id="{2B0B71C2-3B49-D68F-2B78-B3FF65C59C79}"/>
                  </a:ext>
                </a:extLst>
              </p:cNvPr>
              <p:cNvSpPr txBox="1"/>
              <p:nvPr/>
            </p:nvSpPr>
            <p:spPr>
              <a:xfrm>
                <a:off x="7907090" y="8186057"/>
                <a:ext cx="17065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Tunable block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03" name="Textfeld 202">
                <a:extLst>
                  <a:ext uri="{FF2B5EF4-FFF2-40B4-BE49-F238E27FC236}">
                    <a16:creationId xmlns:a16="http://schemas.microsoft.com/office/drawing/2014/main" id="{2B0B71C2-3B49-D68F-2B78-B3FF65C59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090" y="8186057"/>
                <a:ext cx="1706557" cy="369332"/>
              </a:xfrm>
              <a:prstGeom prst="rect">
                <a:avLst/>
              </a:prstGeom>
              <a:blipFill>
                <a:blip r:embed="rId8"/>
                <a:stretch>
                  <a:fillRect l="-2963" t="-6667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6" name="Gerade Verbindung mit Pfeil 225">
            <a:extLst>
              <a:ext uri="{FF2B5EF4-FFF2-40B4-BE49-F238E27FC236}">
                <a16:creationId xmlns:a16="http://schemas.microsoft.com/office/drawing/2014/main" id="{63A8DF86-E119-4FA2-82AD-230F771B92E1}"/>
              </a:ext>
            </a:extLst>
          </p:cNvPr>
          <p:cNvCxnSpPr>
            <a:cxnSpLocks/>
          </p:cNvCxnSpPr>
          <p:nvPr/>
        </p:nvCxnSpPr>
        <p:spPr>
          <a:xfrm>
            <a:off x="8310305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Gerade Verbindung mit Pfeil 231">
            <a:extLst>
              <a:ext uri="{FF2B5EF4-FFF2-40B4-BE49-F238E27FC236}">
                <a16:creationId xmlns:a16="http://schemas.microsoft.com/office/drawing/2014/main" id="{479DE095-93BF-2192-FB94-3077BA7B604D}"/>
              </a:ext>
            </a:extLst>
          </p:cNvPr>
          <p:cNvCxnSpPr>
            <a:cxnSpLocks/>
          </p:cNvCxnSpPr>
          <p:nvPr/>
        </p:nvCxnSpPr>
        <p:spPr>
          <a:xfrm>
            <a:off x="8622656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Gerade Verbindung mit Pfeil 232">
            <a:extLst>
              <a:ext uri="{FF2B5EF4-FFF2-40B4-BE49-F238E27FC236}">
                <a16:creationId xmlns:a16="http://schemas.microsoft.com/office/drawing/2014/main" id="{E0A0FB0F-D606-4E79-1CD8-8154BCF0F374}"/>
              </a:ext>
            </a:extLst>
          </p:cNvPr>
          <p:cNvCxnSpPr>
            <a:cxnSpLocks/>
          </p:cNvCxnSpPr>
          <p:nvPr/>
        </p:nvCxnSpPr>
        <p:spPr>
          <a:xfrm>
            <a:off x="9247358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Gerade Verbindung mit Pfeil 233">
            <a:extLst>
              <a:ext uri="{FF2B5EF4-FFF2-40B4-BE49-F238E27FC236}">
                <a16:creationId xmlns:a16="http://schemas.microsoft.com/office/drawing/2014/main" id="{CAFF7DFB-BBB7-8BBF-0EA2-52699C934C67}"/>
              </a:ext>
            </a:extLst>
          </p:cNvPr>
          <p:cNvCxnSpPr>
            <a:cxnSpLocks/>
          </p:cNvCxnSpPr>
          <p:nvPr/>
        </p:nvCxnSpPr>
        <p:spPr>
          <a:xfrm>
            <a:off x="9563155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Gerade Verbindung mit Pfeil 234">
            <a:extLst>
              <a:ext uri="{FF2B5EF4-FFF2-40B4-BE49-F238E27FC236}">
                <a16:creationId xmlns:a16="http://schemas.microsoft.com/office/drawing/2014/main" id="{60756871-A6C4-0898-E7B7-0950147D9634}"/>
              </a:ext>
            </a:extLst>
          </p:cNvPr>
          <p:cNvCxnSpPr>
            <a:cxnSpLocks/>
          </p:cNvCxnSpPr>
          <p:nvPr/>
        </p:nvCxnSpPr>
        <p:spPr>
          <a:xfrm>
            <a:off x="9878952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Gerade Verbindung mit Pfeil 236">
            <a:extLst>
              <a:ext uri="{FF2B5EF4-FFF2-40B4-BE49-F238E27FC236}">
                <a16:creationId xmlns:a16="http://schemas.microsoft.com/office/drawing/2014/main" id="{25909208-B175-A420-163F-E9C00EFD5EFC}"/>
              </a:ext>
            </a:extLst>
          </p:cNvPr>
          <p:cNvCxnSpPr>
            <a:cxnSpLocks/>
          </p:cNvCxnSpPr>
          <p:nvPr/>
        </p:nvCxnSpPr>
        <p:spPr>
          <a:xfrm>
            <a:off x="10194749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Gerade Verbindung mit Pfeil 237">
            <a:extLst>
              <a:ext uri="{FF2B5EF4-FFF2-40B4-BE49-F238E27FC236}">
                <a16:creationId xmlns:a16="http://schemas.microsoft.com/office/drawing/2014/main" id="{12659259-9C10-B00C-94BC-F5142CA7BFA0}"/>
              </a:ext>
            </a:extLst>
          </p:cNvPr>
          <p:cNvCxnSpPr>
            <a:cxnSpLocks/>
          </p:cNvCxnSpPr>
          <p:nvPr/>
        </p:nvCxnSpPr>
        <p:spPr>
          <a:xfrm>
            <a:off x="10510546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Gerade Verbindung mit Pfeil 238">
            <a:extLst>
              <a:ext uri="{FF2B5EF4-FFF2-40B4-BE49-F238E27FC236}">
                <a16:creationId xmlns:a16="http://schemas.microsoft.com/office/drawing/2014/main" id="{DE358AF5-487A-6986-11B0-A810ACD02957}"/>
              </a:ext>
            </a:extLst>
          </p:cNvPr>
          <p:cNvCxnSpPr>
            <a:cxnSpLocks/>
          </p:cNvCxnSpPr>
          <p:nvPr/>
        </p:nvCxnSpPr>
        <p:spPr>
          <a:xfrm>
            <a:off x="10826343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Gerade Verbindung mit Pfeil 239">
            <a:extLst>
              <a:ext uri="{FF2B5EF4-FFF2-40B4-BE49-F238E27FC236}">
                <a16:creationId xmlns:a16="http://schemas.microsoft.com/office/drawing/2014/main" id="{AA928B20-E08D-A34A-C7A7-862D49185A79}"/>
              </a:ext>
            </a:extLst>
          </p:cNvPr>
          <p:cNvCxnSpPr>
            <a:cxnSpLocks/>
          </p:cNvCxnSpPr>
          <p:nvPr/>
        </p:nvCxnSpPr>
        <p:spPr>
          <a:xfrm>
            <a:off x="11142140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Gerade Verbindung mit Pfeil 240">
            <a:extLst>
              <a:ext uri="{FF2B5EF4-FFF2-40B4-BE49-F238E27FC236}">
                <a16:creationId xmlns:a16="http://schemas.microsoft.com/office/drawing/2014/main" id="{79FDFACE-E482-820C-172F-47CAB0142CCE}"/>
              </a:ext>
            </a:extLst>
          </p:cNvPr>
          <p:cNvCxnSpPr>
            <a:cxnSpLocks/>
          </p:cNvCxnSpPr>
          <p:nvPr/>
        </p:nvCxnSpPr>
        <p:spPr>
          <a:xfrm>
            <a:off x="11457935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Textfeld 241">
            <a:extLst>
              <a:ext uri="{FF2B5EF4-FFF2-40B4-BE49-F238E27FC236}">
                <a16:creationId xmlns:a16="http://schemas.microsoft.com/office/drawing/2014/main" id="{1ED832A5-8C47-67D0-0407-FC3E27F16091}"/>
              </a:ext>
            </a:extLst>
          </p:cNvPr>
          <p:cNvSpPr txBox="1"/>
          <p:nvPr/>
        </p:nvSpPr>
        <p:spPr>
          <a:xfrm>
            <a:off x="11805015" y="5354324"/>
            <a:ext cx="1673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Learning signal</a:t>
            </a:r>
          </a:p>
        </p:txBody>
      </p:sp>
      <p:cxnSp>
        <p:nvCxnSpPr>
          <p:cNvPr id="243" name="Gerade Verbindung mit Pfeil 242">
            <a:extLst>
              <a:ext uri="{FF2B5EF4-FFF2-40B4-BE49-F238E27FC236}">
                <a16:creationId xmlns:a16="http://schemas.microsoft.com/office/drawing/2014/main" id="{BCFA477B-BD78-C2AB-D45E-471FE2B6355E}"/>
              </a:ext>
            </a:extLst>
          </p:cNvPr>
          <p:cNvCxnSpPr>
            <a:cxnSpLocks/>
          </p:cNvCxnSpPr>
          <p:nvPr/>
        </p:nvCxnSpPr>
        <p:spPr>
          <a:xfrm>
            <a:off x="11784507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3931FC21-BC75-8BE7-4B9C-59AB374D81EF}"/>
              </a:ext>
            </a:extLst>
          </p:cNvPr>
          <p:cNvSpPr txBox="1"/>
          <p:nvPr/>
        </p:nvSpPr>
        <p:spPr>
          <a:xfrm>
            <a:off x="11722216" y="5787880"/>
            <a:ext cx="4786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/>
              <a:t>❄️</a:t>
            </a:r>
          </a:p>
        </p:txBody>
      </p:sp>
    </p:spTree>
    <p:extLst>
      <p:ext uri="{BB962C8B-B14F-4D97-AF65-F5344CB8AC3E}">
        <p14:creationId xmlns:p14="http://schemas.microsoft.com/office/powerpoint/2010/main" val="2632439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85B7D-0CCA-DCE8-D720-E00C01D07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Abgerundetes Rechteck 26">
            <a:extLst>
              <a:ext uri="{FF2B5EF4-FFF2-40B4-BE49-F238E27FC236}">
                <a16:creationId xmlns:a16="http://schemas.microsoft.com/office/drawing/2014/main" id="{9EECB137-36E0-8819-EF76-2920E81D684F}"/>
              </a:ext>
            </a:extLst>
          </p:cNvPr>
          <p:cNvSpPr/>
          <p:nvPr/>
        </p:nvSpPr>
        <p:spPr>
          <a:xfrm>
            <a:off x="2598057" y="5723656"/>
            <a:ext cx="9622972" cy="172326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Abgerundetes Rechteck 61">
            <a:extLst>
              <a:ext uri="{FF2B5EF4-FFF2-40B4-BE49-F238E27FC236}">
                <a16:creationId xmlns:a16="http://schemas.microsoft.com/office/drawing/2014/main" id="{3D6A8E98-BCEC-C4DE-4E9B-13CEA1AF259E}"/>
              </a:ext>
            </a:extLst>
          </p:cNvPr>
          <p:cNvSpPr/>
          <p:nvPr/>
        </p:nvSpPr>
        <p:spPr>
          <a:xfrm>
            <a:off x="2598057" y="3313193"/>
            <a:ext cx="9622972" cy="172326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139ACD7D-BF3E-E40B-4BB3-2BFCD00E575C}"/>
              </a:ext>
            </a:extLst>
          </p:cNvPr>
          <p:cNvSpPr txBox="1"/>
          <p:nvPr/>
        </p:nvSpPr>
        <p:spPr>
          <a:xfrm>
            <a:off x="11671415" y="3313193"/>
            <a:ext cx="4786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/>
              <a:t>❄️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C1D1992-EBAC-F8C9-4DC2-2222794D7498}"/>
              </a:ext>
            </a:extLst>
          </p:cNvPr>
          <p:cNvSpPr/>
          <p:nvPr/>
        </p:nvSpPr>
        <p:spPr>
          <a:xfrm>
            <a:off x="4012148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F885B2E-21CD-108D-2FB2-E71F75ECF2C4}"/>
              </a:ext>
            </a:extLst>
          </p:cNvPr>
          <p:cNvSpPr/>
          <p:nvPr/>
        </p:nvSpPr>
        <p:spPr>
          <a:xfrm>
            <a:off x="4324499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9B4BAF7-92D3-E141-C1DB-4595B68500E2}"/>
              </a:ext>
            </a:extLst>
          </p:cNvPr>
          <p:cNvSpPr/>
          <p:nvPr/>
        </p:nvSpPr>
        <p:spPr>
          <a:xfrm>
            <a:off x="4636850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390991D-5B3F-0779-5856-10F192DBF795}"/>
              </a:ext>
            </a:extLst>
          </p:cNvPr>
          <p:cNvSpPr/>
          <p:nvPr/>
        </p:nvSpPr>
        <p:spPr>
          <a:xfrm>
            <a:off x="4949201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0733E42-55F8-7A17-986D-5C1A7F37AD09}"/>
              </a:ext>
            </a:extLst>
          </p:cNvPr>
          <p:cNvSpPr/>
          <p:nvPr/>
        </p:nvSpPr>
        <p:spPr>
          <a:xfrm>
            <a:off x="5261552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EBC7B72-1B75-8E6E-F200-59FA5D81BEC4}"/>
              </a:ext>
            </a:extLst>
          </p:cNvPr>
          <p:cNvSpPr/>
          <p:nvPr/>
        </p:nvSpPr>
        <p:spPr>
          <a:xfrm>
            <a:off x="5573903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07C5EE2-33F2-509E-A3A3-1AB938AB84C5}"/>
              </a:ext>
            </a:extLst>
          </p:cNvPr>
          <p:cNvSpPr/>
          <p:nvPr/>
        </p:nvSpPr>
        <p:spPr>
          <a:xfrm>
            <a:off x="5886254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B8EEBBF-7A1C-C8D1-88EB-CE643FD03311}"/>
              </a:ext>
            </a:extLst>
          </p:cNvPr>
          <p:cNvSpPr/>
          <p:nvPr/>
        </p:nvSpPr>
        <p:spPr>
          <a:xfrm>
            <a:off x="6198605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708B6F0C-D198-59BD-F7F4-5C2951D82611}"/>
              </a:ext>
            </a:extLst>
          </p:cNvPr>
          <p:cNvSpPr/>
          <p:nvPr/>
        </p:nvSpPr>
        <p:spPr>
          <a:xfrm>
            <a:off x="6510956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C69E27B8-F496-001D-6F4B-F14076C32BBF}"/>
              </a:ext>
            </a:extLst>
          </p:cNvPr>
          <p:cNvSpPr/>
          <p:nvPr/>
        </p:nvSpPr>
        <p:spPr>
          <a:xfrm>
            <a:off x="6823307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3811E4DD-5D6E-114E-0922-98AB35033476}"/>
              </a:ext>
            </a:extLst>
          </p:cNvPr>
          <p:cNvSpPr/>
          <p:nvPr/>
        </p:nvSpPr>
        <p:spPr>
          <a:xfrm>
            <a:off x="7135658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1E0B0BCF-EB34-BE98-7258-3DA2AE5FFA91}"/>
              </a:ext>
            </a:extLst>
          </p:cNvPr>
          <p:cNvSpPr/>
          <p:nvPr/>
        </p:nvSpPr>
        <p:spPr>
          <a:xfrm>
            <a:off x="7448009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7A070982-1DD8-5972-7B5B-01391BE6D73C}"/>
              </a:ext>
            </a:extLst>
          </p:cNvPr>
          <p:cNvSpPr/>
          <p:nvPr/>
        </p:nvSpPr>
        <p:spPr>
          <a:xfrm>
            <a:off x="7760360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822E7E8-5543-B2D0-A6C6-97E798699F04}"/>
              </a:ext>
            </a:extLst>
          </p:cNvPr>
          <p:cNvSpPr/>
          <p:nvPr/>
        </p:nvSpPr>
        <p:spPr>
          <a:xfrm>
            <a:off x="8072711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1DB8C9FB-6C96-0A44-F002-8ED5904DA32D}"/>
              </a:ext>
            </a:extLst>
          </p:cNvPr>
          <p:cNvSpPr/>
          <p:nvPr/>
        </p:nvSpPr>
        <p:spPr>
          <a:xfrm>
            <a:off x="8385062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E5B11000-CEF7-B949-A394-14F74ABDC69C}"/>
              </a:ext>
            </a:extLst>
          </p:cNvPr>
          <p:cNvSpPr/>
          <p:nvPr/>
        </p:nvSpPr>
        <p:spPr>
          <a:xfrm>
            <a:off x="8697413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19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C783FF6F-5993-8A14-BED2-FA37510260BA}"/>
              </a:ext>
            </a:extLst>
          </p:cNvPr>
          <p:cNvSpPr/>
          <p:nvPr/>
        </p:nvSpPr>
        <p:spPr>
          <a:xfrm>
            <a:off x="9009764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378AF7F9-AA90-35FC-F412-4ACD3311D42D}"/>
              </a:ext>
            </a:extLst>
          </p:cNvPr>
          <p:cNvSpPr/>
          <p:nvPr/>
        </p:nvSpPr>
        <p:spPr>
          <a:xfrm>
            <a:off x="9322115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21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C823F5D1-ED80-39E7-34D2-10A5F0A3340E}"/>
              </a:ext>
            </a:extLst>
          </p:cNvPr>
          <p:cNvSpPr/>
          <p:nvPr/>
        </p:nvSpPr>
        <p:spPr>
          <a:xfrm>
            <a:off x="9634466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BEFFF03E-1992-4264-E5B9-85EE572252DE}"/>
              </a:ext>
            </a:extLst>
          </p:cNvPr>
          <p:cNvSpPr/>
          <p:nvPr/>
        </p:nvSpPr>
        <p:spPr>
          <a:xfrm>
            <a:off x="9946817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2A3F718C-829E-44BE-3875-CC0DA5787FC3}"/>
              </a:ext>
            </a:extLst>
          </p:cNvPr>
          <p:cNvSpPr/>
          <p:nvPr/>
        </p:nvSpPr>
        <p:spPr>
          <a:xfrm>
            <a:off x="10259168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24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43016CAD-37A2-7269-F53D-B0F1E8FB5CD7}"/>
              </a:ext>
            </a:extLst>
          </p:cNvPr>
          <p:cNvSpPr/>
          <p:nvPr/>
        </p:nvSpPr>
        <p:spPr>
          <a:xfrm>
            <a:off x="10571519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25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4648F15D-13CB-BDE9-EA90-3747831CECB1}"/>
              </a:ext>
            </a:extLst>
          </p:cNvPr>
          <p:cNvSpPr/>
          <p:nvPr/>
        </p:nvSpPr>
        <p:spPr>
          <a:xfrm>
            <a:off x="3075095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1A986DAD-4F0C-6E49-C6A2-068FDB4F4A70}"/>
              </a:ext>
            </a:extLst>
          </p:cNvPr>
          <p:cNvSpPr/>
          <p:nvPr/>
        </p:nvSpPr>
        <p:spPr>
          <a:xfrm>
            <a:off x="3387446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0778E7DD-BADC-6FF9-8C43-A215AEACCDBE}"/>
              </a:ext>
            </a:extLst>
          </p:cNvPr>
          <p:cNvSpPr/>
          <p:nvPr/>
        </p:nvSpPr>
        <p:spPr>
          <a:xfrm>
            <a:off x="3699797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3370E98F-58EE-053B-08B3-77B59F8BB90F}"/>
              </a:ext>
            </a:extLst>
          </p:cNvPr>
          <p:cNvSpPr/>
          <p:nvPr/>
        </p:nvSpPr>
        <p:spPr>
          <a:xfrm>
            <a:off x="10883870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26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35A5D055-A5BA-57F3-FAB8-0D675CC2F1B3}"/>
              </a:ext>
            </a:extLst>
          </p:cNvPr>
          <p:cNvSpPr/>
          <p:nvPr/>
        </p:nvSpPr>
        <p:spPr>
          <a:xfrm>
            <a:off x="11196221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27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D9D39360-0A1A-D133-C808-5B0A26E9144B}"/>
              </a:ext>
            </a:extLst>
          </p:cNvPr>
          <p:cNvSpPr/>
          <p:nvPr/>
        </p:nvSpPr>
        <p:spPr>
          <a:xfrm>
            <a:off x="11508577" y="373902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28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A504F10F-8B12-231C-6F10-D484E7425EB7}"/>
              </a:ext>
            </a:extLst>
          </p:cNvPr>
          <p:cNvSpPr txBox="1"/>
          <p:nvPr/>
        </p:nvSpPr>
        <p:spPr>
          <a:xfrm>
            <a:off x="1190172" y="2815771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Teacher</a:t>
            </a:r>
          </a:p>
        </p:txBody>
      </p:sp>
      <p:sp>
        <p:nvSpPr>
          <p:cNvPr id="131" name="Textfeld 130">
            <a:extLst>
              <a:ext uri="{FF2B5EF4-FFF2-40B4-BE49-F238E27FC236}">
                <a16:creationId xmlns:a16="http://schemas.microsoft.com/office/drawing/2014/main" id="{675D4635-A790-9235-7725-9140A0B3CDCF}"/>
              </a:ext>
            </a:extLst>
          </p:cNvPr>
          <p:cNvSpPr txBox="1"/>
          <p:nvPr/>
        </p:nvSpPr>
        <p:spPr>
          <a:xfrm>
            <a:off x="1190171" y="5354324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Student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DEB552CF-6131-AA9A-B8E3-45EC56CA04D8}"/>
              </a:ext>
            </a:extLst>
          </p:cNvPr>
          <p:cNvCxnSpPr>
            <a:cxnSpLocks/>
            <a:endCxn id="53" idx="1"/>
          </p:cNvCxnSpPr>
          <p:nvPr/>
        </p:nvCxnSpPr>
        <p:spPr>
          <a:xfrm>
            <a:off x="2179184" y="4227536"/>
            <a:ext cx="8959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BAC61DC-BA9A-D4FA-4082-A68C7A4AC904}"/>
              </a:ext>
            </a:extLst>
          </p:cNvPr>
          <p:cNvCxnSpPr>
            <a:endCxn id="55" idx="1"/>
          </p:cNvCxnSpPr>
          <p:nvPr/>
        </p:nvCxnSpPr>
        <p:spPr>
          <a:xfrm>
            <a:off x="3254173" y="4227536"/>
            <a:ext cx="1332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8EBE7618-277A-A647-51D8-7DF3BADCE983}"/>
              </a:ext>
            </a:extLst>
          </p:cNvPr>
          <p:cNvCxnSpPr>
            <a:stCxn id="55" idx="3"/>
            <a:endCxn id="56" idx="1"/>
          </p:cNvCxnSpPr>
          <p:nvPr/>
        </p:nvCxnSpPr>
        <p:spPr>
          <a:xfrm>
            <a:off x="3550284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C62D26ED-27B0-3A6C-03F6-B5EEC1AD611A}"/>
              </a:ext>
            </a:extLst>
          </p:cNvPr>
          <p:cNvCxnSpPr>
            <a:endCxn id="2" idx="1"/>
          </p:cNvCxnSpPr>
          <p:nvPr/>
        </p:nvCxnSpPr>
        <p:spPr>
          <a:xfrm>
            <a:off x="3862635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C5A3DBB1-9985-9E36-5F73-E7CF98C7E333}"/>
              </a:ext>
            </a:extLst>
          </p:cNvPr>
          <p:cNvCxnSpPr>
            <a:endCxn id="3" idx="1"/>
          </p:cNvCxnSpPr>
          <p:nvPr/>
        </p:nvCxnSpPr>
        <p:spPr>
          <a:xfrm>
            <a:off x="4174986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746E8597-760F-761A-A9CE-0416F08872FC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487337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4FFA80AD-3F16-DAFA-9E8E-102883AB76DD}"/>
              </a:ext>
            </a:extLst>
          </p:cNvPr>
          <p:cNvCxnSpPr>
            <a:endCxn id="7" idx="1"/>
          </p:cNvCxnSpPr>
          <p:nvPr/>
        </p:nvCxnSpPr>
        <p:spPr>
          <a:xfrm>
            <a:off x="4811574" y="4227536"/>
            <a:ext cx="1376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A36954F2-7F0D-C36A-8999-8DC2143E73DF}"/>
              </a:ext>
            </a:extLst>
          </p:cNvPr>
          <p:cNvCxnSpPr>
            <a:stCxn id="7" idx="3"/>
            <a:endCxn id="14" idx="1"/>
          </p:cNvCxnSpPr>
          <p:nvPr/>
        </p:nvCxnSpPr>
        <p:spPr>
          <a:xfrm>
            <a:off x="5112039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E72DD06E-D7E7-3246-AFCD-BB3EC6F35ACE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5424390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63F9D08E-E1DD-C2F2-31B7-62FFEEA8A0F4}"/>
              </a:ext>
            </a:extLst>
          </p:cNvPr>
          <p:cNvCxnSpPr>
            <a:stCxn id="16" idx="3"/>
            <a:endCxn id="20" idx="1"/>
          </p:cNvCxnSpPr>
          <p:nvPr/>
        </p:nvCxnSpPr>
        <p:spPr>
          <a:xfrm>
            <a:off x="5736741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E67EFD19-A172-992C-C035-7A929CBCE133}"/>
              </a:ext>
            </a:extLst>
          </p:cNvPr>
          <p:cNvCxnSpPr>
            <a:stCxn id="20" idx="3"/>
            <a:endCxn id="22" idx="1"/>
          </p:cNvCxnSpPr>
          <p:nvPr/>
        </p:nvCxnSpPr>
        <p:spPr>
          <a:xfrm>
            <a:off x="6049092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A30613E3-EA41-D018-603F-02E1729B13CC}"/>
              </a:ext>
            </a:extLst>
          </p:cNvPr>
          <p:cNvCxnSpPr>
            <a:stCxn id="22" idx="3"/>
            <a:endCxn id="30" idx="1"/>
          </p:cNvCxnSpPr>
          <p:nvPr/>
        </p:nvCxnSpPr>
        <p:spPr>
          <a:xfrm>
            <a:off x="6361443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D3A10FAD-77BA-ABA9-8C21-68143A4018F9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6673794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79C1A2B7-CA0D-BBA7-1348-49D5160AE7D1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>
            <a:off x="6986145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040D09D4-1CBA-B8ED-30C5-6B9D5A88F005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>
            <a:off x="7298496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55E61ABB-586D-4AB4-3DBD-D738E3364D49}"/>
              </a:ext>
            </a:extLst>
          </p:cNvPr>
          <p:cNvCxnSpPr>
            <a:stCxn id="33" idx="3"/>
            <a:endCxn id="34" idx="1"/>
          </p:cNvCxnSpPr>
          <p:nvPr/>
        </p:nvCxnSpPr>
        <p:spPr>
          <a:xfrm>
            <a:off x="7610847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1132B367-4910-EDEE-E5E7-DB5F6DD59183}"/>
              </a:ext>
            </a:extLst>
          </p:cNvPr>
          <p:cNvCxnSpPr>
            <a:stCxn id="34" idx="3"/>
            <a:endCxn id="35" idx="1"/>
          </p:cNvCxnSpPr>
          <p:nvPr/>
        </p:nvCxnSpPr>
        <p:spPr>
          <a:xfrm>
            <a:off x="7923198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BD9B0355-6268-1178-78A3-84DCC8C8C33C}"/>
              </a:ext>
            </a:extLst>
          </p:cNvPr>
          <p:cNvCxnSpPr>
            <a:stCxn id="35" idx="3"/>
            <a:endCxn id="36" idx="1"/>
          </p:cNvCxnSpPr>
          <p:nvPr/>
        </p:nvCxnSpPr>
        <p:spPr>
          <a:xfrm>
            <a:off x="8235549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Gerade Verbindung mit Pfeil 76">
            <a:extLst>
              <a:ext uri="{FF2B5EF4-FFF2-40B4-BE49-F238E27FC236}">
                <a16:creationId xmlns:a16="http://schemas.microsoft.com/office/drawing/2014/main" id="{5DCDC414-C179-9702-05A3-068F58FA2544}"/>
              </a:ext>
            </a:extLst>
          </p:cNvPr>
          <p:cNvCxnSpPr>
            <a:stCxn id="36" idx="3"/>
            <a:endCxn id="37" idx="1"/>
          </p:cNvCxnSpPr>
          <p:nvPr/>
        </p:nvCxnSpPr>
        <p:spPr>
          <a:xfrm>
            <a:off x="8547900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2AA7C22E-D25D-CC3A-D7A2-7DBA455BB1EA}"/>
              </a:ext>
            </a:extLst>
          </p:cNvPr>
          <p:cNvCxnSpPr>
            <a:stCxn id="37" idx="3"/>
            <a:endCxn id="39" idx="1"/>
          </p:cNvCxnSpPr>
          <p:nvPr/>
        </p:nvCxnSpPr>
        <p:spPr>
          <a:xfrm>
            <a:off x="8860251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AD67E9FA-564E-2543-50ED-7000489753D8}"/>
              </a:ext>
            </a:extLst>
          </p:cNvPr>
          <p:cNvCxnSpPr>
            <a:stCxn id="39" idx="3"/>
            <a:endCxn id="41" idx="1"/>
          </p:cNvCxnSpPr>
          <p:nvPr/>
        </p:nvCxnSpPr>
        <p:spPr>
          <a:xfrm>
            <a:off x="9172602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AC81F72A-540E-345C-49A9-FF8616842117}"/>
              </a:ext>
            </a:extLst>
          </p:cNvPr>
          <p:cNvCxnSpPr>
            <a:stCxn id="41" idx="3"/>
            <a:endCxn id="43" idx="1"/>
          </p:cNvCxnSpPr>
          <p:nvPr/>
        </p:nvCxnSpPr>
        <p:spPr>
          <a:xfrm>
            <a:off x="9484953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EAAC74A4-BFFF-0D34-DD1D-CEDC72260941}"/>
              </a:ext>
            </a:extLst>
          </p:cNvPr>
          <p:cNvCxnSpPr>
            <a:stCxn id="43" idx="3"/>
            <a:endCxn id="44" idx="1"/>
          </p:cNvCxnSpPr>
          <p:nvPr/>
        </p:nvCxnSpPr>
        <p:spPr>
          <a:xfrm>
            <a:off x="9797304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B88B220E-A8F8-9560-900A-271194542BE3}"/>
              </a:ext>
            </a:extLst>
          </p:cNvPr>
          <p:cNvCxnSpPr>
            <a:stCxn id="44" idx="3"/>
            <a:endCxn id="46" idx="1"/>
          </p:cNvCxnSpPr>
          <p:nvPr/>
        </p:nvCxnSpPr>
        <p:spPr>
          <a:xfrm>
            <a:off x="10109655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D3D5CC5F-BE31-5BC5-20FC-72DDF1A5B598}"/>
              </a:ext>
            </a:extLst>
          </p:cNvPr>
          <p:cNvCxnSpPr>
            <a:stCxn id="46" idx="3"/>
            <a:endCxn id="52" idx="1"/>
          </p:cNvCxnSpPr>
          <p:nvPr/>
        </p:nvCxnSpPr>
        <p:spPr>
          <a:xfrm>
            <a:off x="10422006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 Verbindung mit Pfeil 99">
            <a:extLst>
              <a:ext uri="{FF2B5EF4-FFF2-40B4-BE49-F238E27FC236}">
                <a16:creationId xmlns:a16="http://schemas.microsoft.com/office/drawing/2014/main" id="{6964F996-FA6F-BA12-43BD-F9C257EBA67B}"/>
              </a:ext>
            </a:extLst>
          </p:cNvPr>
          <p:cNvCxnSpPr>
            <a:stCxn id="52" idx="3"/>
            <a:endCxn id="58" idx="1"/>
          </p:cNvCxnSpPr>
          <p:nvPr/>
        </p:nvCxnSpPr>
        <p:spPr>
          <a:xfrm>
            <a:off x="10734357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70507088-72F9-0881-D530-F745D17B494D}"/>
              </a:ext>
            </a:extLst>
          </p:cNvPr>
          <p:cNvCxnSpPr>
            <a:stCxn id="58" idx="3"/>
            <a:endCxn id="59" idx="1"/>
          </p:cNvCxnSpPr>
          <p:nvPr/>
        </p:nvCxnSpPr>
        <p:spPr>
          <a:xfrm>
            <a:off x="11046708" y="4227536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68483A37-0FE0-3DFA-035E-763FA8894522}"/>
              </a:ext>
            </a:extLst>
          </p:cNvPr>
          <p:cNvCxnSpPr>
            <a:stCxn id="59" idx="3"/>
            <a:endCxn id="67" idx="1"/>
          </p:cNvCxnSpPr>
          <p:nvPr/>
        </p:nvCxnSpPr>
        <p:spPr>
          <a:xfrm>
            <a:off x="11359059" y="4227536"/>
            <a:ext cx="1495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Gerade Verbindung mit Pfeil 124">
            <a:extLst>
              <a:ext uri="{FF2B5EF4-FFF2-40B4-BE49-F238E27FC236}">
                <a16:creationId xmlns:a16="http://schemas.microsoft.com/office/drawing/2014/main" id="{4CC331D8-AD34-2607-8E7F-09BBB13DB5AE}"/>
              </a:ext>
            </a:extLst>
          </p:cNvPr>
          <p:cNvCxnSpPr>
            <a:stCxn id="67" idx="3"/>
          </p:cNvCxnSpPr>
          <p:nvPr/>
        </p:nvCxnSpPr>
        <p:spPr>
          <a:xfrm>
            <a:off x="11671415" y="4227536"/>
            <a:ext cx="7237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feld 125">
            <a:extLst>
              <a:ext uri="{FF2B5EF4-FFF2-40B4-BE49-F238E27FC236}">
                <a16:creationId xmlns:a16="http://schemas.microsoft.com/office/drawing/2014/main" id="{714B4793-3E69-3B40-41B5-5A06BC3A2597}"/>
              </a:ext>
            </a:extLst>
          </p:cNvPr>
          <p:cNvSpPr txBox="1"/>
          <p:nvPr/>
        </p:nvSpPr>
        <p:spPr>
          <a:xfrm>
            <a:off x="1453249" y="3990159"/>
            <a:ext cx="795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Noisy </a:t>
            </a:r>
          </a:p>
          <a:p>
            <a:r>
              <a:rPr lang="en-GB" dirty="0" err="1"/>
              <a:t>Iamge</a:t>
            </a:r>
            <a:endParaRPr lang="en-GB" dirty="0"/>
          </a:p>
        </p:txBody>
      </p:sp>
      <p:sp>
        <p:nvSpPr>
          <p:cNvPr id="127" name="Textfeld 126">
            <a:extLst>
              <a:ext uri="{FF2B5EF4-FFF2-40B4-BE49-F238E27FC236}">
                <a16:creationId xmlns:a16="http://schemas.microsoft.com/office/drawing/2014/main" id="{F6C42B0C-FE02-3AAC-3B91-36B9F0675D01}"/>
              </a:ext>
            </a:extLst>
          </p:cNvPr>
          <p:cNvSpPr txBox="1"/>
          <p:nvPr/>
        </p:nvSpPr>
        <p:spPr>
          <a:xfrm>
            <a:off x="12641943" y="4020457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Less Noisy Image</a:t>
            </a:r>
          </a:p>
        </p:txBody>
      </p:sp>
      <p:sp>
        <p:nvSpPr>
          <p:cNvPr id="130" name="Rechteck 129">
            <a:extLst>
              <a:ext uri="{FF2B5EF4-FFF2-40B4-BE49-F238E27FC236}">
                <a16:creationId xmlns:a16="http://schemas.microsoft.com/office/drawing/2014/main" id="{FC58898A-F217-6E3E-348B-CBFEA383697F}"/>
              </a:ext>
            </a:extLst>
          </p:cNvPr>
          <p:cNvSpPr/>
          <p:nvPr/>
        </p:nvSpPr>
        <p:spPr>
          <a:xfrm>
            <a:off x="4012148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2" name="Rechteck 131">
            <a:extLst>
              <a:ext uri="{FF2B5EF4-FFF2-40B4-BE49-F238E27FC236}">
                <a16:creationId xmlns:a16="http://schemas.microsoft.com/office/drawing/2014/main" id="{46A3C4B0-EE14-FCA0-F996-4C2ED9A301CC}"/>
              </a:ext>
            </a:extLst>
          </p:cNvPr>
          <p:cNvSpPr/>
          <p:nvPr/>
        </p:nvSpPr>
        <p:spPr>
          <a:xfrm>
            <a:off x="4324499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33" name="Rechteck 132">
            <a:extLst>
              <a:ext uri="{FF2B5EF4-FFF2-40B4-BE49-F238E27FC236}">
                <a16:creationId xmlns:a16="http://schemas.microsoft.com/office/drawing/2014/main" id="{7246AFD9-73A3-466F-0453-041D279A7024}"/>
              </a:ext>
            </a:extLst>
          </p:cNvPr>
          <p:cNvSpPr/>
          <p:nvPr/>
        </p:nvSpPr>
        <p:spPr>
          <a:xfrm>
            <a:off x="4636850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35" name="Rechteck 134">
            <a:extLst>
              <a:ext uri="{FF2B5EF4-FFF2-40B4-BE49-F238E27FC236}">
                <a16:creationId xmlns:a16="http://schemas.microsoft.com/office/drawing/2014/main" id="{A10CA085-C887-9017-A634-EBA87EAE9C5C}"/>
              </a:ext>
            </a:extLst>
          </p:cNvPr>
          <p:cNvSpPr/>
          <p:nvPr/>
        </p:nvSpPr>
        <p:spPr>
          <a:xfrm>
            <a:off x="4949201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6" name="Rechteck 135">
            <a:extLst>
              <a:ext uri="{FF2B5EF4-FFF2-40B4-BE49-F238E27FC236}">
                <a16:creationId xmlns:a16="http://schemas.microsoft.com/office/drawing/2014/main" id="{975F8FA4-F047-184F-ECC3-5D87576A89BD}"/>
              </a:ext>
            </a:extLst>
          </p:cNvPr>
          <p:cNvSpPr/>
          <p:nvPr/>
        </p:nvSpPr>
        <p:spPr>
          <a:xfrm>
            <a:off x="5261552" y="6056222"/>
            <a:ext cx="162838" cy="977030"/>
          </a:xfrm>
          <a:prstGeom prst="rect">
            <a:avLst/>
          </a:prstGeom>
          <a:solidFill>
            <a:schemeClr val="bg2">
              <a:lumMod val="90000"/>
              <a:alpha val="20000"/>
            </a:schemeClr>
          </a:solidFill>
          <a:ln>
            <a:solidFill>
              <a:schemeClr val="bg2">
                <a:lumMod val="50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alpha val="20000"/>
                  </a:schemeClr>
                </a:solidFill>
              </a:rPr>
              <a:t>8</a:t>
            </a:r>
          </a:p>
        </p:txBody>
      </p:sp>
      <p:sp>
        <p:nvSpPr>
          <p:cNvPr id="137" name="Rechteck 136">
            <a:extLst>
              <a:ext uri="{FF2B5EF4-FFF2-40B4-BE49-F238E27FC236}">
                <a16:creationId xmlns:a16="http://schemas.microsoft.com/office/drawing/2014/main" id="{2B82A0C5-0403-8995-C472-7C163E4775DD}"/>
              </a:ext>
            </a:extLst>
          </p:cNvPr>
          <p:cNvSpPr/>
          <p:nvPr/>
        </p:nvSpPr>
        <p:spPr>
          <a:xfrm>
            <a:off x="5573903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38" name="Rechteck 137">
            <a:extLst>
              <a:ext uri="{FF2B5EF4-FFF2-40B4-BE49-F238E27FC236}">
                <a16:creationId xmlns:a16="http://schemas.microsoft.com/office/drawing/2014/main" id="{57F73D6C-B371-8759-141F-6ED50077A80F}"/>
              </a:ext>
            </a:extLst>
          </p:cNvPr>
          <p:cNvSpPr/>
          <p:nvPr/>
        </p:nvSpPr>
        <p:spPr>
          <a:xfrm>
            <a:off x="5886254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39" name="Rechteck 138">
            <a:extLst>
              <a:ext uri="{FF2B5EF4-FFF2-40B4-BE49-F238E27FC236}">
                <a16:creationId xmlns:a16="http://schemas.microsoft.com/office/drawing/2014/main" id="{27C6BEF1-AB0B-C53E-B293-3128B2D4204B}"/>
              </a:ext>
            </a:extLst>
          </p:cNvPr>
          <p:cNvSpPr/>
          <p:nvPr/>
        </p:nvSpPr>
        <p:spPr>
          <a:xfrm>
            <a:off x="6198605" y="6056222"/>
            <a:ext cx="162838" cy="977030"/>
          </a:xfrm>
          <a:prstGeom prst="rect">
            <a:avLst/>
          </a:prstGeom>
          <a:solidFill>
            <a:schemeClr val="bg2">
              <a:lumMod val="90000"/>
              <a:alpha val="20000"/>
            </a:schemeClr>
          </a:solidFill>
          <a:ln>
            <a:solidFill>
              <a:schemeClr val="bg2">
                <a:lumMod val="50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alpha val="19000"/>
                  </a:schemeClr>
                </a:solidFill>
              </a:rPr>
              <a:t>11</a:t>
            </a:r>
          </a:p>
        </p:txBody>
      </p:sp>
      <p:sp>
        <p:nvSpPr>
          <p:cNvPr id="140" name="Rechteck 139">
            <a:extLst>
              <a:ext uri="{FF2B5EF4-FFF2-40B4-BE49-F238E27FC236}">
                <a16:creationId xmlns:a16="http://schemas.microsoft.com/office/drawing/2014/main" id="{98861A1E-2F7D-FB42-4124-E837629B8747}"/>
              </a:ext>
            </a:extLst>
          </p:cNvPr>
          <p:cNvSpPr/>
          <p:nvPr/>
        </p:nvSpPr>
        <p:spPr>
          <a:xfrm>
            <a:off x="6510956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41" name="Rechteck 140">
            <a:extLst>
              <a:ext uri="{FF2B5EF4-FFF2-40B4-BE49-F238E27FC236}">
                <a16:creationId xmlns:a16="http://schemas.microsoft.com/office/drawing/2014/main" id="{8B382BC8-1A42-EFAE-B7D9-004009DA257A}"/>
              </a:ext>
            </a:extLst>
          </p:cNvPr>
          <p:cNvSpPr/>
          <p:nvPr/>
        </p:nvSpPr>
        <p:spPr>
          <a:xfrm>
            <a:off x="6823307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42" name="Rechteck 141">
            <a:extLst>
              <a:ext uri="{FF2B5EF4-FFF2-40B4-BE49-F238E27FC236}">
                <a16:creationId xmlns:a16="http://schemas.microsoft.com/office/drawing/2014/main" id="{890AE296-1451-85D7-A288-9FC4B009B4B0}"/>
              </a:ext>
            </a:extLst>
          </p:cNvPr>
          <p:cNvSpPr/>
          <p:nvPr/>
        </p:nvSpPr>
        <p:spPr>
          <a:xfrm>
            <a:off x="7135658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43" name="Rechteck 142">
            <a:extLst>
              <a:ext uri="{FF2B5EF4-FFF2-40B4-BE49-F238E27FC236}">
                <a16:creationId xmlns:a16="http://schemas.microsoft.com/office/drawing/2014/main" id="{0C536F21-5145-A576-C25A-D0CA94FD9F13}"/>
              </a:ext>
            </a:extLst>
          </p:cNvPr>
          <p:cNvSpPr/>
          <p:nvPr/>
        </p:nvSpPr>
        <p:spPr>
          <a:xfrm>
            <a:off x="7448009" y="6056222"/>
            <a:ext cx="162838" cy="977030"/>
          </a:xfrm>
          <a:prstGeom prst="rect">
            <a:avLst/>
          </a:prstGeom>
          <a:solidFill>
            <a:schemeClr val="bg2">
              <a:lumMod val="90000"/>
              <a:alpha val="20000"/>
            </a:schemeClr>
          </a:solidFill>
          <a:ln>
            <a:solidFill>
              <a:schemeClr val="bg2">
                <a:lumMod val="50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alpha val="20000"/>
                  </a:schemeClr>
                </a:solidFill>
              </a:rPr>
              <a:t>15</a:t>
            </a:r>
          </a:p>
        </p:txBody>
      </p:sp>
      <p:sp>
        <p:nvSpPr>
          <p:cNvPr id="144" name="Rechteck 143">
            <a:extLst>
              <a:ext uri="{FF2B5EF4-FFF2-40B4-BE49-F238E27FC236}">
                <a16:creationId xmlns:a16="http://schemas.microsoft.com/office/drawing/2014/main" id="{7D956255-5500-7AFD-CC7A-220483AA11CC}"/>
              </a:ext>
            </a:extLst>
          </p:cNvPr>
          <p:cNvSpPr/>
          <p:nvPr/>
        </p:nvSpPr>
        <p:spPr>
          <a:xfrm>
            <a:off x="7760360" y="6056222"/>
            <a:ext cx="162838" cy="977030"/>
          </a:xfrm>
          <a:prstGeom prst="rect">
            <a:avLst/>
          </a:prstGeom>
          <a:solidFill>
            <a:schemeClr val="accent3">
              <a:lumMod val="40000"/>
              <a:lumOff val="60000"/>
              <a:alpha val="60000"/>
            </a:schemeClr>
          </a:solidFill>
          <a:ln>
            <a:solidFill>
              <a:schemeClr val="accent3">
                <a:alpha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alpha val="60000"/>
                  </a:schemeClr>
                </a:solidFill>
              </a:rPr>
              <a:t>16</a:t>
            </a:r>
          </a:p>
        </p:txBody>
      </p:sp>
      <p:sp>
        <p:nvSpPr>
          <p:cNvPr id="145" name="Rechteck 144">
            <a:extLst>
              <a:ext uri="{FF2B5EF4-FFF2-40B4-BE49-F238E27FC236}">
                <a16:creationId xmlns:a16="http://schemas.microsoft.com/office/drawing/2014/main" id="{5F07B271-7271-0278-950E-B535B7A5E9B5}"/>
              </a:ext>
            </a:extLst>
          </p:cNvPr>
          <p:cNvSpPr/>
          <p:nvPr/>
        </p:nvSpPr>
        <p:spPr>
          <a:xfrm>
            <a:off x="8072711" y="6056222"/>
            <a:ext cx="162838" cy="977030"/>
          </a:xfrm>
          <a:prstGeom prst="rect">
            <a:avLst/>
          </a:prstGeom>
          <a:solidFill>
            <a:schemeClr val="bg2">
              <a:lumMod val="90000"/>
              <a:alpha val="20000"/>
            </a:schemeClr>
          </a:solidFill>
          <a:ln>
            <a:solidFill>
              <a:schemeClr val="bg2">
                <a:lumMod val="50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alpha val="20000"/>
                  </a:schemeClr>
                </a:solidFill>
              </a:rPr>
              <a:t>17</a:t>
            </a:r>
          </a:p>
        </p:txBody>
      </p:sp>
      <p:sp>
        <p:nvSpPr>
          <p:cNvPr id="146" name="Rechteck 145">
            <a:extLst>
              <a:ext uri="{FF2B5EF4-FFF2-40B4-BE49-F238E27FC236}">
                <a16:creationId xmlns:a16="http://schemas.microsoft.com/office/drawing/2014/main" id="{B5FBF03E-0935-43A9-2E88-43D284531656}"/>
              </a:ext>
            </a:extLst>
          </p:cNvPr>
          <p:cNvSpPr/>
          <p:nvPr/>
        </p:nvSpPr>
        <p:spPr>
          <a:xfrm>
            <a:off x="8385062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147" name="Rechteck 146">
            <a:extLst>
              <a:ext uri="{FF2B5EF4-FFF2-40B4-BE49-F238E27FC236}">
                <a16:creationId xmlns:a16="http://schemas.microsoft.com/office/drawing/2014/main" id="{C25284B0-9BF3-1C07-79C0-559897C6A100}"/>
              </a:ext>
            </a:extLst>
          </p:cNvPr>
          <p:cNvSpPr/>
          <p:nvPr/>
        </p:nvSpPr>
        <p:spPr>
          <a:xfrm>
            <a:off x="8697413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148" name="Rechteck 147">
            <a:extLst>
              <a:ext uri="{FF2B5EF4-FFF2-40B4-BE49-F238E27FC236}">
                <a16:creationId xmlns:a16="http://schemas.microsoft.com/office/drawing/2014/main" id="{36C1BBFF-6AE2-7151-C2D5-93C78AD8810E}"/>
              </a:ext>
            </a:extLst>
          </p:cNvPr>
          <p:cNvSpPr/>
          <p:nvPr/>
        </p:nvSpPr>
        <p:spPr>
          <a:xfrm>
            <a:off x="9009764" y="6056222"/>
            <a:ext cx="162838" cy="977030"/>
          </a:xfrm>
          <a:prstGeom prst="rect">
            <a:avLst/>
          </a:prstGeom>
          <a:solidFill>
            <a:schemeClr val="bg2">
              <a:lumMod val="90000"/>
              <a:alpha val="20000"/>
            </a:schemeClr>
          </a:solidFill>
          <a:ln>
            <a:solidFill>
              <a:schemeClr val="bg2">
                <a:lumMod val="50000"/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alpha val="20000"/>
                  </a:schemeClr>
                </a:solidFill>
              </a:rPr>
              <a:t>20</a:t>
            </a:r>
          </a:p>
        </p:txBody>
      </p:sp>
      <p:sp>
        <p:nvSpPr>
          <p:cNvPr id="149" name="Rechteck 148">
            <a:extLst>
              <a:ext uri="{FF2B5EF4-FFF2-40B4-BE49-F238E27FC236}">
                <a16:creationId xmlns:a16="http://schemas.microsoft.com/office/drawing/2014/main" id="{10C4F6A4-E371-D34C-4A53-1F3CD79B0B3E}"/>
              </a:ext>
            </a:extLst>
          </p:cNvPr>
          <p:cNvSpPr/>
          <p:nvPr/>
        </p:nvSpPr>
        <p:spPr>
          <a:xfrm>
            <a:off x="9322115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21</a:t>
            </a:r>
          </a:p>
        </p:txBody>
      </p:sp>
      <p:sp>
        <p:nvSpPr>
          <p:cNvPr id="150" name="Rechteck 149">
            <a:extLst>
              <a:ext uri="{FF2B5EF4-FFF2-40B4-BE49-F238E27FC236}">
                <a16:creationId xmlns:a16="http://schemas.microsoft.com/office/drawing/2014/main" id="{15A9AF4E-E259-502C-82B3-90737631A2B9}"/>
              </a:ext>
            </a:extLst>
          </p:cNvPr>
          <p:cNvSpPr/>
          <p:nvPr/>
        </p:nvSpPr>
        <p:spPr>
          <a:xfrm>
            <a:off x="9634466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51" name="Rechteck 150">
            <a:extLst>
              <a:ext uri="{FF2B5EF4-FFF2-40B4-BE49-F238E27FC236}">
                <a16:creationId xmlns:a16="http://schemas.microsoft.com/office/drawing/2014/main" id="{557EC752-2A4B-1C00-089F-CBE14D32E3C3}"/>
              </a:ext>
            </a:extLst>
          </p:cNvPr>
          <p:cNvSpPr/>
          <p:nvPr/>
        </p:nvSpPr>
        <p:spPr>
          <a:xfrm>
            <a:off x="9946817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152" name="Rechteck 151">
            <a:extLst>
              <a:ext uri="{FF2B5EF4-FFF2-40B4-BE49-F238E27FC236}">
                <a16:creationId xmlns:a16="http://schemas.microsoft.com/office/drawing/2014/main" id="{BCF1CACE-9E45-CAF9-28FA-8D34D8F4B855}"/>
              </a:ext>
            </a:extLst>
          </p:cNvPr>
          <p:cNvSpPr/>
          <p:nvPr/>
        </p:nvSpPr>
        <p:spPr>
          <a:xfrm>
            <a:off x="10259168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24</a:t>
            </a:r>
          </a:p>
        </p:txBody>
      </p:sp>
      <p:sp>
        <p:nvSpPr>
          <p:cNvPr id="153" name="Rechteck 152">
            <a:extLst>
              <a:ext uri="{FF2B5EF4-FFF2-40B4-BE49-F238E27FC236}">
                <a16:creationId xmlns:a16="http://schemas.microsoft.com/office/drawing/2014/main" id="{1BA2BFA6-9A32-4180-AEB0-0069464B2D5A}"/>
              </a:ext>
            </a:extLst>
          </p:cNvPr>
          <p:cNvSpPr/>
          <p:nvPr/>
        </p:nvSpPr>
        <p:spPr>
          <a:xfrm>
            <a:off x="10571519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154" name="Rechteck 153">
            <a:extLst>
              <a:ext uri="{FF2B5EF4-FFF2-40B4-BE49-F238E27FC236}">
                <a16:creationId xmlns:a16="http://schemas.microsoft.com/office/drawing/2014/main" id="{CA836500-96C5-0BE4-5353-68625504FB74}"/>
              </a:ext>
            </a:extLst>
          </p:cNvPr>
          <p:cNvSpPr/>
          <p:nvPr/>
        </p:nvSpPr>
        <p:spPr>
          <a:xfrm>
            <a:off x="3075095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5" name="Rechteck 154">
            <a:extLst>
              <a:ext uri="{FF2B5EF4-FFF2-40B4-BE49-F238E27FC236}">
                <a16:creationId xmlns:a16="http://schemas.microsoft.com/office/drawing/2014/main" id="{FB32B1DF-1017-DB66-B456-D4951B5947B9}"/>
              </a:ext>
            </a:extLst>
          </p:cNvPr>
          <p:cNvSpPr/>
          <p:nvPr/>
        </p:nvSpPr>
        <p:spPr>
          <a:xfrm>
            <a:off x="3387446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6" name="Rechteck 155">
            <a:extLst>
              <a:ext uri="{FF2B5EF4-FFF2-40B4-BE49-F238E27FC236}">
                <a16:creationId xmlns:a16="http://schemas.microsoft.com/office/drawing/2014/main" id="{87C4D042-B998-DE75-F2AA-24C6C8C6F682}"/>
              </a:ext>
            </a:extLst>
          </p:cNvPr>
          <p:cNvSpPr/>
          <p:nvPr/>
        </p:nvSpPr>
        <p:spPr>
          <a:xfrm>
            <a:off x="3699797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7" name="Rechteck 156">
            <a:extLst>
              <a:ext uri="{FF2B5EF4-FFF2-40B4-BE49-F238E27FC236}">
                <a16:creationId xmlns:a16="http://schemas.microsoft.com/office/drawing/2014/main" id="{123085EA-E65B-77B3-0C5B-840898DE7FBA}"/>
              </a:ext>
            </a:extLst>
          </p:cNvPr>
          <p:cNvSpPr/>
          <p:nvPr/>
        </p:nvSpPr>
        <p:spPr>
          <a:xfrm>
            <a:off x="10883870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26</a:t>
            </a:r>
          </a:p>
        </p:txBody>
      </p:sp>
      <p:sp>
        <p:nvSpPr>
          <p:cNvPr id="158" name="Rechteck 157">
            <a:extLst>
              <a:ext uri="{FF2B5EF4-FFF2-40B4-BE49-F238E27FC236}">
                <a16:creationId xmlns:a16="http://schemas.microsoft.com/office/drawing/2014/main" id="{24277C0E-5443-1F10-2BB4-BD5656E0D438}"/>
              </a:ext>
            </a:extLst>
          </p:cNvPr>
          <p:cNvSpPr/>
          <p:nvPr/>
        </p:nvSpPr>
        <p:spPr>
          <a:xfrm>
            <a:off x="11196221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27</a:t>
            </a:r>
          </a:p>
        </p:txBody>
      </p:sp>
      <p:sp>
        <p:nvSpPr>
          <p:cNvPr id="159" name="Rechteck 158">
            <a:extLst>
              <a:ext uri="{FF2B5EF4-FFF2-40B4-BE49-F238E27FC236}">
                <a16:creationId xmlns:a16="http://schemas.microsoft.com/office/drawing/2014/main" id="{45839D73-E901-6FEC-DDCD-FBF21B42B26A}"/>
              </a:ext>
            </a:extLst>
          </p:cNvPr>
          <p:cNvSpPr/>
          <p:nvPr/>
        </p:nvSpPr>
        <p:spPr>
          <a:xfrm>
            <a:off x="11508577" y="6056222"/>
            <a:ext cx="162838" cy="9770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28</a:t>
            </a:r>
          </a:p>
        </p:txBody>
      </p:sp>
      <p:cxnSp>
        <p:nvCxnSpPr>
          <p:cNvPr id="160" name="Gerade Verbindung mit Pfeil 159">
            <a:extLst>
              <a:ext uri="{FF2B5EF4-FFF2-40B4-BE49-F238E27FC236}">
                <a16:creationId xmlns:a16="http://schemas.microsoft.com/office/drawing/2014/main" id="{52FAAF61-BEDF-2BDE-5E49-BBCBBED3799B}"/>
              </a:ext>
            </a:extLst>
          </p:cNvPr>
          <p:cNvCxnSpPr>
            <a:cxnSpLocks/>
            <a:endCxn id="154" idx="1"/>
          </p:cNvCxnSpPr>
          <p:nvPr/>
        </p:nvCxnSpPr>
        <p:spPr>
          <a:xfrm>
            <a:off x="2179184" y="6544737"/>
            <a:ext cx="8959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Gerade Verbindung mit Pfeil 160">
            <a:extLst>
              <a:ext uri="{FF2B5EF4-FFF2-40B4-BE49-F238E27FC236}">
                <a16:creationId xmlns:a16="http://schemas.microsoft.com/office/drawing/2014/main" id="{7221F979-FCA9-C8F6-6B35-35526FE388A1}"/>
              </a:ext>
            </a:extLst>
          </p:cNvPr>
          <p:cNvCxnSpPr>
            <a:endCxn id="155" idx="1"/>
          </p:cNvCxnSpPr>
          <p:nvPr/>
        </p:nvCxnSpPr>
        <p:spPr>
          <a:xfrm>
            <a:off x="3254173" y="6544737"/>
            <a:ext cx="1332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Gerade Verbindung mit Pfeil 161">
            <a:extLst>
              <a:ext uri="{FF2B5EF4-FFF2-40B4-BE49-F238E27FC236}">
                <a16:creationId xmlns:a16="http://schemas.microsoft.com/office/drawing/2014/main" id="{A9FAD112-C45A-83C9-9119-0F4B2329C5E2}"/>
              </a:ext>
            </a:extLst>
          </p:cNvPr>
          <p:cNvCxnSpPr>
            <a:stCxn id="155" idx="3"/>
            <a:endCxn id="156" idx="1"/>
          </p:cNvCxnSpPr>
          <p:nvPr/>
        </p:nvCxnSpPr>
        <p:spPr>
          <a:xfrm>
            <a:off x="3550284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Gerade Verbindung mit Pfeil 162">
            <a:extLst>
              <a:ext uri="{FF2B5EF4-FFF2-40B4-BE49-F238E27FC236}">
                <a16:creationId xmlns:a16="http://schemas.microsoft.com/office/drawing/2014/main" id="{C3798D37-05B9-4F38-5EA4-41CF752DC22F}"/>
              </a:ext>
            </a:extLst>
          </p:cNvPr>
          <p:cNvCxnSpPr>
            <a:endCxn id="130" idx="1"/>
          </p:cNvCxnSpPr>
          <p:nvPr/>
        </p:nvCxnSpPr>
        <p:spPr>
          <a:xfrm>
            <a:off x="3862635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Gerade Verbindung mit Pfeil 163">
            <a:extLst>
              <a:ext uri="{FF2B5EF4-FFF2-40B4-BE49-F238E27FC236}">
                <a16:creationId xmlns:a16="http://schemas.microsoft.com/office/drawing/2014/main" id="{5B66426E-7E38-A61F-D3E7-DE7EEBBB4E9E}"/>
              </a:ext>
            </a:extLst>
          </p:cNvPr>
          <p:cNvCxnSpPr>
            <a:endCxn id="132" idx="1"/>
          </p:cNvCxnSpPr>
          <p:nvPr/>
        </p:nvCxnSpPr>
        <p:spPr>
          <a:xfrm>
            <a:off x="4174986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Gerade Verbindung mit Pfeil 164">
            <a:extLst>
              <a:ext uri="{FF2B5EF4-FFF2-40B4-BE49-F238E27FC236}">
                <a16:creationId xmlns:a16="http://schemas.microsoft.com/office/drawing/2014/main" id="{EC17DA7E-41A3-4433-117B-B76A8A61F49B}"/>
              </a:ext>
            </a:extLst>
          </p:cNvPr>
          <p:cNvCxnSpPr>
            <a:stCxn id="132" idx="3"/>
            <a:endCxn id="133" idx="1"/>
          </p:cNvCxnSpPr>
          <p:nvPr/>
        </p:nvCxnSpPr>
        <p:spPr>
          <a:xfrm>
            <a:off x="4487337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Gerade Verbindung mit Pfeil 165">
            <a:extLst>
              <a:ext uri="{FF2B5EF4-FFF2-40B4-BE49-F238E27FC236}">
                <a16:creationId xmlns:a16="http://schemas.microsoft.com/office/drawing/2014/main" id="{EC894F07-F941-4748-CC64-B8A4DDD5ADAB}"/>
              </a:ext>
            </a:extLst>
          </p:cNvPr>
          <p:cNvCxnSpPr>
            <a:cxnSpLocks/>
            <a:endCxn id="135" idx="1"/>
          </p:cNvCxnSpPr>
          <p:nvPr/>
        </p:nvCxnSpPr>
        <p:spPr>
          <a:xfrm>
            <a:off x="4811574" y="6544737"/>
            <a:ext cx="1376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Gerade Verbindung mit Pfeil 166">
            <a:extLst>
              <a:ext uri="{FF2B5EF4-FFF2-40B4-BE49-F238E27FC236}">
                <a16:creationId xmlns:a16="http://schemas.microsoft.com/office/drawing/2014/main" id="{3304B4D8-1543-9E1F-CAE6-9F13932A464B}"/>
              </a:ext>
            </a:extLst>
          </p:cNvPr>
          <p:cNvCxnSpPr>
            <a:cxnSpLocks/>
            <a:stCxn id="135" idx="3"/>
            <a:endCxn id="137" idx="1"/>
          </p:cNvCxnSpPr>
          <p:nvPr/>
        </p:nvCxnSpPr>
        <p:spPr>
          <a:xfrm>
            <a:off x="5112039" y="6544737"/>
            <a:ext cx="4618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Gerade Verbindung mit Pfeil 168">
            <a:extLst>
              <a:ext uri="{FF2B5EF4-FFF2-40B4-BE49-F238E27FC236}">
                <a16:creationId xmlns:a16="http://schemas.microsoft.com/office/drawing/2014/main" id="{5ECF9399-CAF9-C7DC-19DC-69F4D882CF13}"/>
              </a:ext>
            </a:extLst>
          </p:cNvPr>
          <p:cNvCxnSpPr>
            <a:stCxn id="137" idx="3"/>
            <a:endCxn id="138" idx="1"/>
          </p:cNvCxnSpPr>
          <p:nvPr/>
        </p:nvCxnSpPr>
        <p:spPr>
          <a:xfrm>
            <a:off x="5736741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Gerade Verbindung mit Pfeil 169">
            <a:extLst>
              <a:ext uri="{FF2B5EF4-FFF2-40B4-BE49-F238E27FC236}">
                <a16:creationId xmlns:a16="http://schemas.microsoft.com/office/drawing/2014/main" id="{65D11226-7FA5-1CBE-B5AF-81793C30B1E3}"/>
              </a:ext>
            </a:extLst>
          </p:cNvPr>
          <p:cNvCxnSpPr>
            <a:cxnSpLocks/>
            <a:stCxn id="138" idx="3"/>
            <a:endCxn id="140" idx="1"/>
          </p:cNvCxnSpPr>
          <p:nvPr/>
        </p:nvCxnSpPr>
        <p:spPr>
          <a:xfrm>
            <a:off x="6049092" y="6544737"/>
            <a:ext cx="4618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Gerade Verbindung mit Pfeil 171">
            <a:extLst>
              <a:ext uri="{FF2B5EF4-FFF2-40B4-BE49-F238E27FC236}">
                <a16:creationId xmlns:a16="http://schemas.microsoft.com/office/drawing/2014/main" id="{CB684102-B7A4-801D-B456-AD7EF4F4CEB7}"/>
              </a:ext>
            </a:extLst>
          </p:cNvPr>
          <p:cNvCxnSpPr>
            <a:stCxn id="140" idx="3"/>
            <a:endCxn id="141" idx="1"/>
          </p:cNvCxnSpPr>
          <p:nvPr/>
        </p:nvCxnSpPr>
        <p:spPr>
          <a:xfrm>
            <a:off x="6673794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Gerade Verbindung mit Pfeil 172">
            <a:extLst>
              <a:ext uri="{FF2B5EF4-FFF2-40B4-BE49-F238E27FC236}">
                <a16:creationId xmlns:a16="http://schemas.microsoft.com/office/drawing/2014/main" id="{3291184B-187F-A765-2FD6-50B94A915209}"/>
              </a:ext>
            </a:extLst>
          </p:cNvPr>
          <p:cNvCxnSpPr>
            <a:stCxn id="141" idx="3"/>
            <a:endCxn id="142" idx="1"/>
          </p:cNvCxnSpPr>
          <p:nvPr/>
        </p:nvCxnSpPr>
        <p:spPr>
          <a:xfrm>
            <a:off x="6986145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Gerade Verbindung mit Pfeil 173">
            <a:extLst>
              <a:ext uri="{FF2B5EF4-FFF2-40B4-BE49-F238E27FC236}">
                <a16:creationId xmlns:a16="http://schemas.microsoft.com/office/drawing/2014/main" id="{32A84ED4-25EE-2350-8EE5-3F590E8D26D8}"/>
              </a:ext>
            </a:extLst>
          </p:cNvPr>
          <p:cNvCxnSpPr>
            <a:cxnSpLocks/>
            <a:stCxn id="142" idx="3"/>
            <a:endCxn id="146" idx="1"/>
          </p:cNvCxnSpPr>
          <p:nvPr/>
        </p:nvCxnSpPr>
        <p:spPr>
          <a:xfrm>
            <a:off x="7298496" y="6544737"/>
            <a:ext cx="10865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Gerade Verbindung mit Pfeil 177">
            <a:extLst>
              <a:ext uri="{FF2B5EF4-FFF2-40B4-BE49-F238E27FC236}">
                <a16:creationId xmlns:a16="http://schemas.microsoft.com/office/drawing/2014/main" id="{18F6A88F-81C9-F888-ED1D-36528F618067}"/>
              </a:ext>
            </a:extLst>
          </p:cNvPr>
          <p:cNvCxnSpPr>
            <a:stCxn id="146" idx="3"/>
            <a:endCxn id="147" idx="1"/>
          </p:cNvCxnSpPr>
          <p:nvPr/>
        </p:nvCxnSpPr>
        <p:spPr>
          <a:xfrm>
            <a:off x="8547900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Gerade Verbindung mit Pfeil 178">
            <a:extLst>
              <a:ext uri="{FF2B5EF4-FFF2-40B4-BE49-F238E27FC236}">
                <a16:creationId xmlns:a16="http://schemas.microsoft.com/office/drawing/2014/main" id="{7A425E6A-9AEB-8CCC-DF0C-FFAB2A9C3E38}"/>
              </a:ext>
            </a:extLst>
          </p:cNvPr>
          <p:cNvCxnSpPr>
            <a:cxnSpLocks/>
            <a:stCxn id="147" idx="3"/>
            <a:endCxn id="149" idx="1"/>
          </p:cNvCxnSpPr>
          <p:nvPr/>
        </p:nvCxnSpPr>
        <p:spPr>
          <a:xfrm>
            <a:off x="8860251" y="6544737"/>
            <a:ext cx="4618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Gerade Verbindung mit Pfeil 180">
            <a:extLst>
              <a:ext uri="{FF2B5EF4-FFF2-40B4-BE49-F238E27FC236}">
                <a16:creationId xmlns:a16="http://schemas.microsoft.com/office/drawing/2014/main" id="{9DC2B9FE-2A27-0491-B492-4CDD646D38DB}"/>
              </a:ext>
            </a:extLst>
          </p:cNvPr>
          <p:cNvCxnSpPr>
            <a:stCxn id="149" idx="3"/>
            <a:endCxn id="150" idx="1"/>
          </p:cNvCxnSpPr>
          <p:nvPr/>
        </p:nvCxnSpPr>
        <p:spPr>
          <a:xfrm>
            <a:off x="9484953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Gerade Verbindung mit Pfeil 181">
            <a:extLst>
              <a:ext uri="{FF2B5EF4-FFF2-40B4-BE49-F238E27FC236}">
                <a16:creationId xmlns:a16="http://schemas.microsoft.com/office/drawing/2014/main" id="{57C758C3-4396-5704-CF96-B470066B9758}"/>
              </a:ext>
            </a:extLst>
          </p:cNvPr>
          <p:cNvCxnSpPr>
            <a:stCxn id="150" idx="3"/>
            <a:endCxn id="151" idx="1"/>
          </p:cNvCxnSpPr>
          <p:nvPr/>
        </p:nvCxnSpPr>
        <p:spPr>
          <a:xfrm>
            <a:off x="9797304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Gerade Verbindung mit Pfeil 182">
            <a:extLst>
              <a:ext uri="{FF2B5EF4-FFF2-40B4-BE49-F238E27FC236}">
                <a16:creationId xmlns:a16="http://schemas.microsoft.com/office/drawing/2014/main" id="{971D5E70-0DD5-72CA-2E7F-94775213F448}"/>
              </a:ext>
            </a:extLst>
          </p:cNvPr>
          <p:cNvCxnSpPr>
            <a:stCxn id="151" idx="3"/>
            <a:endCxn id="152" idx="1"/>
          </p:cNvCxnSpPr>
          <p:nvPr/>
        </p:nvCxnSpPr>
        <p:spPr>
          <a:xfrm>
            <a:off x="10109655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Gerade Verbindung mit Pfeil 183">
            <a:extLst>
              <a:ext uri="{FF2B5EF4-FFF2-40B4-BE49-F238E27FC236}">
                <a16:creationId xmlns:a16="http://schemas.microsoft.com/office/drawing/2014/main" id="{2FBF8083-0E36-8991-DE8C-42A0AAB231AB}"/>
              </a:ext>
            </a:extLst>
          </p:cNvPr>
          <p:cNvCxnSpPr>
            <a:stCxn id="152" idx="3"/>
            <a:endCxn id="153" idx="1"/>
          </p:cNvCxnSpPr>
          <p:nvPr/>
        </p:nvCxnSpPr>
        <p:spPr>
          <a:xfrm>
            <a:off x="10422006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Gerade Verbindung mit Pfeil 184">
            <a:extLst>
              <a:ext uri="{FF2B5EF4-FFF2-40B4-BE49-F238E27FC236}">
                <a16:creationId xmlns:a16="http://schemas.microsoft.com/office/drawing/2014/main" id="{D168CBA0-8787-7F89-6AE2-B64AC067215D}"/>
              </a:ext>
            </a:extLst>
          </p:cNvPr>
          <p:cNvCxnSpPr>
            <a:stCxn id="153" idx="3"/>
            <a:endCxn id="157" idx="1"/>
          </p:cNvCxnSpPr>
          <p:nvPr/>
        </p:nvCxnSpPr>
        <p:spPr>
          <a:xfrm>
            <a:off x="10734357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Gerade Verbindung mit Pfeil 185">
            <a:extLst>
              <a:ext uri="{FF2B5EF4-FFF2-40B4-BE49-F238E27FC236}">
                <a16:creationId xmlns:a16="http://schemas.microsoft.com/office/drawing/2014/main" id="{596AC5B8-5FFC-0005-3218-E680B18AB703}"/>
              </a:ext>
            </a:extLst>
          </p:cNvPr>
          <p:cNvCxnSpPr>
            <a:stCxn id="157" idx="3"/>
            <a:endCxn id="158" idx="1"/>
          </p:cNvCxnSpPr>
          <p:nvPr/>
        </p:nvCxnSpPr>
        <p:spPr>
          <a:xfrm>
            <a:off x="11046708" y="6544737"/>
            <a:ext cx="1495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Gerade Verbindung mit Pfeil 186">
            <a:extLst>
              <a:ext uri="{FF2B5EF4-FFF2-40B4-BE49-F238E27FC236}">
                <a16:creationId xmlns:a16="http://schemas.microsoft.com/office/drawing/2014/main" id="{889D2581-115C-3FFD-4BAF-A4015B934658}"/>
              </a:ext>
            </a:extLst>
          </p:cNvPr>
          <p:cNvCxnSpPr>
            <a:stCxn id="158" idx="3"/>
            <a:endCxn id="159" idx="1"/>
          </p:cNvCxnSpPr>
          <p:nvPr/>
        </p:nvCxnSpPr>
        <p:spPr>
          <a:xfrm>
            <a:off x="11359059" y="6544737"/>
            <a:ext cx="1495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Gerade Verbindung mit Pfeil 187">
            <a:extLst>
              <a:ext uri="{FF2B5EF4-FFF2-40B4-BE49-F238E27FC236}">
                <a16:creationId xmlns:a16="http://schemas.microsoft.com/office/drawing/2014/main" id="{4F335D7F-EEC0-F6B5-F89D-C9196045AB43}"/>
              </a:ext>
            </a:extLst>
          </p:cNvPr>
          <p:cNvCxnSpPr>
            <a:stCxn id="159" idx="3"/>
          </p:cNvCxnSpPr>
          <p:nvPr/>
        </p:nvCxnSpPr>
        <p:spPr>
          <a:xfrm>
            <a:off x="11671415" y="6544737"/>
            <a:ext cx="7237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Rechteck 194">
                <a:extLst>
                  <a:ext uri="{FF2B5EF4-FFF2-40B4-BE49-F238E27FC236}">
                    <a16:creationId xmlns:a16="http://schemas.microsoft.com/office/drawing/2014/main" id="{DE5E24E8-66FB-A6C7-49A2-FBEE3C8F5216}"/>
                  </a:ext>
                </a:extLst>
              </p:cNvPr>
              <p:cNvSpPr/>
              <p:nvPr/>
            </p:nvSpPr>
            <p:spPr>
              <a:xfrm>
                <a:off x="2926771" y="7921308"/>
                <a:ext cx="162838" cy="977030"/>
              </a:xfrm>
              <a:prstGeom prst="rect">
                <a:avLst/>
              </a:prstGeom>
              <a:solidFill>
                <a:schemeClr val="bg2">
                  <a:lumMod val="90000"/>
                  <a:alpha val="20000"/>
                </a:schemeClr>
              </a:solidFill>
              <a:ln>
                <a:solidFill>
                  <a:schemeClr val="bg2">
                    <a:lumMod val="50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tx1">
                              <a:alpha val="20000"/>
                            </a:schemeClr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dirty="0">
                  <a:solidFill>
                    <a:schemeClr val="tx1">
                      <a:alpha val="2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5" name="Rechteck 194">
                <a:extLst>
                  <a:ext uri="{FF2B5EF4-FFF2-40B4-BE49-F238E27FC236}">
                    <a16:creationId xmlns:a16="http://schemas.microsoft.com/office/drawing/2014/main" id="{DE5E24E8-66FB-A6C7-49A2-FBEE3C8F52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771" y="7921308"/>
                <a:ext cx="162838" cy="977030"/>
              </a:xfrm>
              <a:prstGeom prst="rect">
                <a:avLst/>
              </a:prstGeom>
              <a:blipFill>
                <a:blip r:embed="rId3"/>
                <a:stretch>
                  <a:fillRect l="-25000"/>
                </a:stretch>
              </a:blipFill>
              <a:ln>
                <a:solidFill>
                  <a:schemeClr val="bg2">
                    <a:lumMod val="50000"/>
                    <a:alpha val="2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feld 195">
                <a:extLst>
                  <a:ext uri="{FF2B5EF4-FFF2-40B4-BE49-F238E27FC236}">
                    <a16:creationId xmlns:a16="http://schemas.microsoft.com/office/drawing/2014/main" id="{51E6BA10-663C-D9BE-F470-E1B01BF4EAC6}"/>
                  </a:ext>
                </a:extLst>
              </p:cNvPr>
              <p:cNvSpPr txBox="1"/>
              <p:nvPr/>
            </p:nvSpPr>
            <p:spPr>
              <a:xfrm>
                <a:off x="3118286" y="8186057"/>
                <a:ext cx="18462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Removed block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96" name="Textfeld 195">
                <a:extLst>
                  <a:ext uri="{FF2B5EF4-FFF2-40B4-BE49-F238E27FC236}">
                    <a16:creationId xmlns:a16="http://schemas.microsoft.com/office/drawing/2014/main" id="{51E6BA10-663C-D9BE-F470-E1B01BF4E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286" y="8186057"/>
                <a:ext cx="1846275" cy="369332"/>
              </a:xfrm>
              <a:prstGeom prst="rect">
                <a:avLst/>
              </a:prstGeom>
              <a:blipFill>
                <a:blip r:embed="rId4"/>
                <a:stretch>
                  <a:fillRect l="-2740" t="-6667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Rechteck 196">
                <a:extLst>
                  <a:ext uri="{FF2B5EF4-FFF2-40B4-BE49-F238E27FC236}">
                    <a16:creationId xmlns:a16="http://schemas.microsoft.com/office/drawing/2014/main" id="{32C9F76B-5FA5-DB5B-4491-772E25823953}"/>
                  </a:ext>
                </a:extLst>
              </p:cNvPr>
              <p:cNvSpPr/>
              <p:nvPr/>
            </p:nvSpPr>
            <p:spPr>
              <a:xfrm>
                <a:off x="5097868" y="7928565"/>
                <a:ext cx="162838" cy="97703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60000"/>
                </a:schemeClr>
              </a:solidFill>
              <a:ln>
                <a:solidFill>
                  <a:schemeClr val="accent3">
                    <a:alpha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GB" dirty="0">
                  <a:solidFill>
                    <a:schemeClr val="tx1">
                      <a:alpha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7" name="Rechteck 196">
                <a:extLst>
                  <a:ext uri="{FF2B5EF4-FFF2-40B4-BE49-F238E27FC236}">
                    <a16:creationId xmlns:a16="http://schemas.microsoft.com/office/drawing/2014/main" id="{32C9F76B-5FA5-DB5B-4491-772E258239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868" y="7928565"/>
                <a:ext cx="162838" cy="977030"/>
              </a:xfrm>
              <a:prstGeom prst="rect">
                <a:avLst/>
              </a:prstGeom>
              <a:blipFill>
                <a:blip r:embed="rId5"/>
                <a:stretch>
                  <a:fillRect l="-25000"/>
                </a:stretch>
              </a:blipFill>
              <a:ln>
                <a:solidFill>
                  <a:schemeClr val="accent3">
                    <a:alpha val="6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Textfeld 197">
                <a:extLst>
                  <a:ext uri="{FF2B5EF4-FFF2-40B4-BE49-F238E27FC236}">
                    <a16:creationId xmlns:a16="http://schemas.microsoft.com/office/drawing/2014/main" id="{D4488154-A673-91EF-019A-2ACE3519F47F}"/>
                  </a:ext>
                </a:extLst>
              </p:cNvPr>
              <p:cNvSpPr txBox="1"/>
              <p:nvPr/>
            </p:nvSpPr>
            <p:spPr>
              <a:xfrm>
                <a:off x="5289383" y="8193314"/>
                <a:ext cx="22790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New removed block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98" name="Textfeld 197">
                <a:extLst>
                  <a:ext uri="{FF2B5EF4-FFF2-40B4-BE49-F238E27FC236}">
                    <a16:creationId xmlns:a16="http://schemas.microsoft.com/office/drawing/2014/main" id="{D4488154-A673-91EF-019A-2ACE3519F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383" y="8193314"/>
                <a:ext cx="2279085" cy="369332"/>
              </a:xfrm>
              <a:prstGeom prst="rect">
                <a:avLst/>
              </a:prstGeom>
              <a:blipFill>
                <a:blip r:embed="rId6"/>
                <a:stretch>
                  <a:fillRect l="-2210" t="-6667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Rechteck 201">
                <a:extLst>
                  <a:ext uri="{FF2B5EF4-FFF2-40B4-BE49-F238E27FC236}">
                    <a16:creationId xmlns:a16="http://schemas.microsoft.com/office/drawing/2014/main" id="{3F15CCEE-A29D-2157-C418-D4C047EF16FE}"/>
                  </a:ext>
                </a:extLst>
              </p:cNvPr>
              <p:cNvSpPr/>
              <p:nvPr/>
            </p:nvSpPr>
            <p:spPr>
              <a:xfrm>
                <a:off x="7715575" y="7921308"/>
                <a:ext cx="162838" cy="97703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tx1">
                              <a:alpha val="60000"/>
                            </a:schemeClr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GB" dirty="0">
                  <a:solidFill>
                    <a:schemeClr val="tx1">
                      <a:alpha val="6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2" name="Rechteck 201">
                <a:extLst>
                  <a:ext uri="{FF2B5EF4-FFF2-40B4-BE49-F238E27FC236}">
                    <a16:creationId xmlns:a16="http://schemas.microsoft.com/office/drawing/2014/main" id="{3F15CCEE-A29D-2157-C418-D4C047EF16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5575" y="7921308"/>
                <a:ext cx="162838" cy="977030"/>
              </a:xfrm>
              <a:prstGeom prst="rect">
                <a:avLst/>
              </a:prstGeom>
              <a:blipFill>
                <a:blip r:embed="rId7"/>
                <a:stretch>
                  <a:fillRect l="-46667" r="-13333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feld 202">
                <a:extLst>
                  <a:ext uri="{FF2B5EF4-FFF2-40B4-BE49-F238E27FC236}">
                    <a16:creationId xmlns:a16="http://schemas.microsoft.com/office/drawing/2014/main" id="{F0D7D4A6-2CBB-3FD4-7AF2-26886E0488D0}"/>
                  </a:ext>
                </a:extLst>
              </p:cNvPr>
              <p:cNvSpPr txBox="1"/>
              <p:nvPr/>
            </p:nvSpPr>
            <p:spPr>
              <a:xfrm>
                <a:off x="7907090" y="8186057"/>
                <a:ext cx="17065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Tunable block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03" name="Textfeld 202">
                <a:extLst>
                  <a:ext uri="{FF2B5EF4-FFF2-40B4-BE49-F238E27FC236}">
                    <a16:creationId xmlns:a16="http://schemas.microsoft.com/office/drawing/2014/main" id="{F0D7D4A6-2CBB-3FD4-7AF2-26886E048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090" y="8186057"/>
                <a:ext cx="1706557" cy="369332"/>
              </a:xfrm>
              <a:prstGeom prst="rect">
                <a:avLst/>
              </a:prstGeom>
              <a:blipFill>
                <a:blip r:embed="rId8"/>
                <a:stretch>
                  <a:fillRect l="-2963" t="-6667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6" name="Gerade Verbindung mit Pfeil 225">
            <a:extLst>
              <a:ext uri="{FF2B5EF4-FFF2-40B4-BE49-F238E27FC236}">
                <a16:creationId xmlns:a16="http://schemas.microsoft.com/office/drawing/2014/main" id="{91EEB697-270F-7157-C2CE-0B9A9B2646B7}"/>
              </a:ext>
            </a:extLst>
          </p:cNvPr>
          <p:cNvCxnSpPr>
            <a:cxnSpLocks/>
          </p:cNvCxnSpPr>
          <p:nvPr/>
        </p:nvCxnSpPr>
        <p:spPr>
          <a:xfrm>
            <a:off x="8310305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Gerade Verbindung mit Pfeil 231">
            <a:extLst>
              <a:ext uri="{FF2B5EF4-FFF2-40B4-BE49-F238E27FC236}">
                <a16:creationId xmlns:a16="http://schemas.microsoft.com/office/drawing/2014/main" id="{C1B1AEC2-ECC7-CB01-3903-C2ED74C6CB7E}"/>
              </a:ext>
            </a:extLst>
          </p:cNvPr>
          <p:cNvCxnSpPr>
            <a:cxnSpLocks/>
          </p:cNvCxnSpPr>
          <p:nvPr/>
        </p:nvCxnSpPr>
        <p:spPr>
          <a:xfrm>
            <a:off x="8622656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Gerade Verbindung mit Pfeil 232">
            <a:extLst>
              <a:ext uri="{FF2B5EF4-FFF2-40B4-BE49-F238E27FC236}">
                <a16:creationId xmlns:a16="http://schemas.microsoft.com/office/drawing/2014/main" id="{432D5730-D417-5A13-BA52-CAA2394CDEB4}"/>
              </a:ext>
            </a:extLst>
          </p:cNvPr>
          <p:cNvCxnSpPr>
            <a:cxnSpLocks/>
          </p:cNvCxnSpPr>
          <p:nvPr/>
        </p:nvCxnSpPr>
        <p:spPr>
          <a:xfrm>
            <a:off x="9247358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Gerade Verbindung mit Pfeil 233">
            <a:extLst>
              <a:ext uri="{FF2B5EF4-FFF2-40B4-BE49-F238E27FC236}">
                <a16:creationId xmlns:a16="http://schemas.microsoft.com/office/drawing/2014/main" id="{A6C278F1-D420-5A0E-1078-9D6AF890A99C}"/>
              </a:ext>
            </a:extLst>
          </p:cNvPr>
          <p:cNvCxnSpPr>
            <a:cxnSpLocks/>
          </p:cNvCxnSpPr>
          <p:nvPr/>
        </p:nvCxnSpPr>
        <p:spPr>
          <a:xfrm>
            <a:off x="9563155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Gerade Verbindung mit Pfeil 234">
            <a:extLst>
              <a:ext uri="{FF2B5EF4-FFF2-40B4-BE49-F238E27FC236}">
                <a16:creationId xmlns:a16="http://schemas.microsoft.com/office/drawing/2014/main" id="{214E5779-B927-76FD-D8C3-5438B8C28F9E}"/>
              </a:ext>
            </a:extLst>
          </p:cNvPr>
          <p:cNvCxnSpPr>
            <a:cxnSpLocks/>
          </p:cNvCxnSpPr>
          <p:nvPr/>
        </p:nvCxnSpPr>
        <p:spPr>
          <a:xfrm>
            <a:off x="9878952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Gerade Verbindung mit Pfeil 236">
            <a:extLst>
              <a:ext uri="{FF2B5EF4-FFF2-40B4-BE49-F238E27FC236}">
                <a16:creationId xmlns:a16="http://schemas.microsoft.com/office/drawing/2014/main" id="{9B050DB4-450C-74F7-B169-9ADB7D17A15A}"/>
              </a:ext>
            </a:extLst>
          </p:cNvPr>
          <p:cNvCxnSpPr>
            <a:cxnSpLocks/>
          </p:cNvCxnSpPr>
          <p:nvPr/>
        </p:nvCxnSpPr>
        <p:spPr>
          <a:xfrm>
            <a:off x="10194749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Gerade Verbindung mit Pfeil 237">
            <a:extLst>
              <a:ext uri="{FF2B5EF4-FFF2-40B4-BE49-F238E27FC236}">
                <a16:creationId xmlns:a16="http://schemas.microsoft.com/office/drawing/2014/main" id="{BDC52605-B5D5-0B6F-1FB2-AB7812CCC681}"/>
              </a:ext>
            </a:extLst>
          </p:cNvPr>
          <p:cNvCxnSpPr>
            <a:cxnSpLocks/>
          </p:cNvCxnSpPr>
          <p:nvPr/>
        </p:nvCxnSpPr>
        <p:spPr>
          <a:xfrm>
            <a:off x="10510546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Gerade Verbindung mit Pfeil 238">
            <a:extLst>
              <a:ext uri="{FF2B5EF4-FFF2-40B4-BE49-F238E27FC236}">
                <a16:creationId xmlns:a16="http://schemas.microsoft.com/office/drawing/2014/main" id="{584BBEB9-913E-9C51-F65E-478243FD09CE}"/>
              </a:ext>
            </a:extLst>
          </p:cNvPr>
          <p:cNvCxnSpPr>
            <a:cxnSpLocks/>
          </p:cNvCxnSpPr>
          <p:nvPr/>
        </p:nvCxnSpPr>
        <p:spPr>
          <a:xfrm>
            <a:off x="10826343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Gerade Verbindung mit Pfeil 239">
            <a:extLst>
              <a:ext uri="{FF2B5EF4-FFF2-40B4-BE49-F238E27FC236}">
                <a16:creationId xmlns:a16="http://schemas.microsoft.com/office/drawing/2014/main" id="{B9917E15-10DD-9438-5845-7E2E4CC5697D}"/>
              </a:ext>
            </a:extLst>
          </p:cNvPr>
          <p:cNvCxnSpPr>
            <a:cxnSpLocks/>
          </p:cNvCxnSpPr>
          <p:nvPr/>
        </p:nvCxnSpPr>
        <p:spPr>
          <a:xfrm>
            <a:off x="11142140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Gerade Verbindung mit Pfeil 240">
            <a:extLst>
              <a:ext uri="{FF2B5EF4-FFF2-40B4-BE49-F238E27FC236}">
                <a16:creationId xmlns:a16="http://schemas.microsoft.com/office/drawing/2014/main" id="{9FFB5757-D5D0-3B41-8C7D-F511AED1620C}"/>
              </a:ext>
            </a:extLst>
          </p:cNvPr>
          <p:cNvCxnSpPr>
            <a:cxnSpLocks/>
          </p:cNvCxnSpPr>
          <p:nvPr/>
        </p:nvCxnSpPr>
        <p:spPr>
          <a:xfrm>
            <a:off x="11457935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Textfeld 241">
            <a:extLst>
              <a:ext uri="{FF2B5EF4-FFF2-40B4-BE49-F238E27FC236}">
                <a16:creationId xmlns:a16="http://schemas.microsoft.com/office/drawing/2014/main" id="{37D4356E-8137-7FD9-938B-D768C09AA6A9}"/>
              </a:ext>
            </a:extLst>
          </p:cNvPr>
          <p:cNvSpPr txBox="1"/>
          <p:nvPr/>
        </p:nvSpPr>
        <p:spPr>
          <a:xfrm>
            <a:off x="11805015" y="5354324"/>
            <a:ext cx="1673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Learning signal</a:t>
            </a:r>
          </a:p>
        </p:txBody>
      </p:sp>
      <p:cxnSp>
        <p:nvCxnSpPr>
          <p:cNvPr id="243" name="Gerade Verbindung mit Pfeil 242">
            <a:extLst>
              <a:ext uri="{FF2B5EF4-FFF2-40B4-BE49-F238E27FC236}">
                <a16:creationId xmlns:a16="http://schemas.microsoft.com/office/drawing/2014/main" id="{39494738-F401-68EC-0A91-F5B3136E7AAD}"/>
              </a:ext>
            </a:extLst>
          </p:cNvPr>
          <p:cNvCxnSpPr>
            <a:cxnSpLocks/>
          </p:cNvCxnSpPr>
          <p:nvPr/>
        </p:nvCxnSpPr>
        <p:spPr>
          <a:xfrm>
            <a:off x="11784507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3F832EEF-8277-3760-8524-C6C1A3FAD301}"/>
              </a:ext>
            </a:extLst>
          </p:cNvPr>
          <p:cNvCxnSpPr>
            <a:cxnSpLocks/>
          </p:cNvCxnSpPr>
          <p:nvPr/>
        </p:nvCxnSpPr>
        <p:spPr>
          <a:xfrm>
            <a:off x="7044201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BE3C7F65-894B-38D4-4D69-114648E9EFF1}"/>
              </a:ext>
            </a:extLst>
          </p:cNvPr>
          <p:cNvCxnSpPr>
            <a:cxnSpLocks/>
          </p:cNvCxnSpPr>
          <p:nvPr/>
        </p:nvCxnSpPr>
        <p:spPr>
          <a:xfrm>
            <a:off x="6731850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0E7C786A-8BD9-6EBD-9789-B53F6573869B}"/>
              </a:ext>
            </a:extLst>
          </p:cNvPr>
          <p:cNvCxnSpPr>
            <a:cxnSpLocks/>
          </p:cNvCxnSpPr>
          <p:nvPr/>
        </p:nvCxnSpPr>
        <p:spPr>
          <a:xfrm>
            <a:off x="5809311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85B8CA0F-EF87-3DA8-46EC-738C36ABCC10}"/>
              </a:ext>
            </a:extLst>
          </p:cNvPr>
          <p:cNvCxnSpPr>
            <a:cxnSpLocks/>
          </p:cNvCxnSpPr>
          <p:nvPr/>
        </p:nvCxnSpPr>
        <p:spPr>
          <a:xfrm>
            <a:off x="4869630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20A02C3D-B7E9-38D8-468C-0C523ED18EC1}"/>
              </a:ext>
            </a:extLst>
          </p:cNvPr>
          <p:cNvCxnSpPr>
            <a:cxnSpLocks/>
          </p:cNvCxnSpPr>
          <p:nvPr/>
        </p:nvCxnSpPr>
        <p:spPr>
          <a:xfrm>
            <a:off x="4558168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3F46B2DC-0F09-36E4-46EB-1C5380A5FAEB}"/>
              </a:ext>
            </a:extLst>
          </p:cNvPr>
          <p:cNvCxnSpPr>
            <a:cxnSpLocks/>
          </p:cNvCxnSpPr>
          <p:nvPr/>
        </p:nvCxnSpPr>
        <p:spPr>
          <a:xfrm>
            <a:off x="4246705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61D02795-B0E1-D376-9B81-10E669D10CF0}"/>
              </a:ext>
            </a:extLst>
          </p:cNvPr>
          <p:cNvCxnSpPr>
            <a:cxnSpLocks/>
          </p:cNvCxnSpPr>
          <p:nvPr/>
        </p:nvCxnSpPr>
        <p:spPr>
          <a:xfrm>
            <a:off x="3935242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06C7D76F-5532-087E-EF55-C0C35D0FFE0C}"/>
              </a:ext>
            </a:extLst>
          </p:cNvPr>
          <p:cNvCxnSpPr>
            <a:cxnSpLocks/>
          </p:cNvCxnSpPr>
          <p:nvPr/>
        </p:nvCxnSpPr>
        <p:spPr>
          <a:xfrm>
            <a:off x="3623779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E812BCB7-4D06-9B99-C344-38CB853C90AC}"/>
              </a:ext>
            </a:extLst>
          </p:cNvPr>
          <p:cNvCxnSpPr>
            <a:cxnSpLocks/>
          </p:cNvCxnSpPr>
          <p:nvPr/>
        </p:nvCxnSpPr>
        <p:spPr>
          <a:xfrm>
            <a:off x="3312316" y="4651200"/>
            <a:ext cx="0" cy="148457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feld 28">
            <a:extLst>
              <a:ext uri="{FF2B5EF4-FFF2-40B4-BE49-F238E27FC236}">
                <a16:creationId xmlns:a16="http://schemas.microsoft.com/office/drawing/2014/main" id="{2E84F66C-91F5-1827-3AB8-373B9DA11532}"/>
              </a:ext>
            </a:extLst>
          </p:cNvPr>
          <p:cNvSpPr txBox="1"/>
          <p:nvPr/>
        </p:nvSpPr>
        <p:spPr>
          <a:xfrm>
            <a:off x="11693188" y="5744332"/>
            <a:ext cx="4786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200">
                <a:effectLst/>
                <a:latin typeface="Apple Color Emoji" pitchFamily="2" charset="0"/>
              </a:rPr>
              <a:t>🔥</a:t>
            </a:r>
            <a:endParaRPr lang="de-DE" sz="3200" dirty="0">
              <a:effectLst/>
              <a:latin typeface="Apple Color Emoj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131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8E7354-8CB2-0882-DDA4-4772A4AB7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Controle</a:t>
            </a:r>
            <a:r>
              <a:rPr lang="en-GB" dirty="0"/>
              <a:t> Module</a:t>
            </a: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693BF716-4B24-CB21-F91B-EECD81BD78C8}"/>
              </a:ext>
            </a:extLst>
          </p:cNvPr>
          <p:cNvSpPr/>
          <p:nvPr/>
        </p:nvSpPr>
        <p:spPr>
          <a:xfrm>
            <a:off x="1605280" y="4593353"/>
            <a:ext cx="7649029" cy="172326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8679779-8D1A-D04E-4ED3-1F5578660795}"/>
              </a:ext>
            </a:extLst>
          </p:cNvPr>
          <p:cNvSpPr txBox="1"/>
          <p:nvPr/>
        </p:nvSpPr>
        <p:spPr>
          <a:xfrm>
            <a:off x="8732569" y="4698775"/>
            <a:ext cx="4786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/>
              <a:t>❄️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9CF488E-5E1D-876C-FFB9-0154B4123EC1}"/>
              </a:ext>
            </a:extLst>
          </p:cNvPr>
          <p:cNvSpPr/>
          <p:nvPr/>
        </p:nvSpPr>
        <p:spPr>
          <a:xfrm>
            <a:off x="2803607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8EEDA8E-DEB5-726A-FE38-DB3DF9C83D93}"/>
              </a:ext>
            </a:extLst>
          </p:cNvPr>
          <p:cNvSpPr/>
          <p:nvPr/>
        </p:nvSpPr>
        <p:spPr>
          <a:xfrm>
            <a:off x="3040558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D41C1EF-E9A2-955D-3F51-1705101A7217}"/>
              </a:ext>
            </a:extLst>
          </p:cNvPr>
          <p:cNvSpPr/>
          <p:nvPr/>
        </p:nvSpPr>
        <p:spPr>
          <a:xfrm>
            <a:off x="3288991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060D29D4-FF4B-D01D-F5DD-E4C38016AB37}"/>
              </a:ext>
            </a:extLst>
          </p:cNvPr>
          <p:cNvSpPr/>
          <p:nvPr/>
        </p:nvSpPr>
        <p:spPr>
          <a:xfrm>
            <a:off x="3525942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55CFE5C-0012-8C21-FE5C-AF6360C4C771}"/>
              </a:ext>
            </a:extLst>
          </p:cNvPr>
          <p:cNvSpPr/>
          <p:nvPr/>
        </p:nvSpPr>
        <p:spPr>
          <a:xfrm>
            <a:off x="3795251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80C5947-F203-1BFC-8B04-30710965668C}"/>
              </a:ext>
            </a:extLst>
          </p:cNvPr>
          <p:cNvSpPr/>
          <p:nvPr/>
        </p:nvSpPr>
        <p:spPr>
          <a:xfrm>
            <a:off x="4032202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7FF344D-E931-382F-A926-6922DD62B2EF}"/>
              </a:ext>
            </a:extLst>
          </p:cNvPr>
          <p:cNvSpPr/>
          <p:nvPr/>
        </p:nvSpPr>
        <p:spPr>
          <a:xfrm>
            <a:off x="4280635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4AD439B-66E7-A028-D604-7EFB7BB1F555}"/>
              </a:ext>
            </a:extLst>
          </p:cNvPr>
          <p:cNvSpPr/>
          <p:nvPr/>
        </p:nvSpPr>
        <p:spPr>
          <a:xfrm>
            <a:off x="4517586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BFC5193-0969-10DC-A22E-54C59191D7AC}"/>
              </a:ext>
            </a:extLst>
          </p:cNvPr>
          <p:cNvSpPr/>
          <p:nvPr/>
        </p:nvSpPr>
        <p:spPr>
          <a:xfrm>
            <a:off x="4750362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86DC902-B65F-7B28-6471-CEF978413483}"/>
              </a:ext>
            </a:extLst>
          </p:cNvPr>
          <p:cNvSpPr/>
          <p:nvPr/>
        </p:nvSpPr>
        <p:spPr>
          <a:xfrm>
            <a:off x="4987313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506D6F6-E782-C2B6-7E0E-344B17D6FF8E}"/>
              </a:ext>
            </a:extLst>
          </p:cNvPr>
          <p:cNvSpPr/>
          <p:nvPr/>
        </p:nvSpPr>
        <p:spPr>
          <a:xfrm>
            <a:off x="5235746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18D38B7-CAAB-A6D3-4572-712FFBE19166}"/>
              </a:ext>
            </a:extLst>
          </p:cNvPr>
          <p:cNvSpPr/>
          <p:nvPr/>
        </p:nvSpPr>
        <p:spPr>
          <a:xfrm>
            <a:off x="5472697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98B36312-AAFC-9622-0BAD-9768EB2F92B8}"/>
              </a:ext>
            </a:extLst>
          </p:cNvPr>
          <p:cNvSpPr/>
          <p:nvPr/>
        </p:nvSpPr>
        <p:spPr>
          <a:xfrm>
            <a:off x="5711736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E4994B3-7A6D-2999-2C89-BF1CF2CDDBFA}"/>
              </a:ext>
            </a:extLst>
          </p:cNvPr>
          <p:cNvSpPr/>
          <p:nvPr/>
        </p:nvSpPr>
        <p:spPr>
          <a:xfrm>
            <a:off x="5948687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26559644-526D-AAC2-0F23-756429FF0D12}"/>
              </a:ext>
            </a:extLst>
          </p:cNvPr>
          <p:cNvSpPr/>
          <p:nvPr/>
        </p:nvSpPr>
        <p:spPr>
          <a:xfrm>
            <a:off x="6197120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A6491C8-5409-2091-9A43-36E2A4F71507}"/>
              </a:ext>
            </a:extLst>
          </p:cNvPr>
          <p:cNvSpPr/>
          <p:nvPr/>
        </p:nvSpPr>
        <p:spPr>
          <a:xfrm>
            <a:off x="6434071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19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29244D12-425E-22B5-E89D-AE1559037AEB}"/>
              </a:ext>
            </a:extLst>
          </p:cNvPr>
          <p:cNvSpPr/>
          <p:nvPr/>
        </p:nvSpPr>
        <p:spPr>
          <a:xfrm>
            <a:off x="6702860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D098FFC-A4D4-77E9-9D61-D3FC76D1B9DF}"/>
              </a:ext>
            </a:extLst>
          </p:cNvPr>
          <p:cNvSpPr/>
          <p:nvPr/>
        </p:nvSpPr>
        <p:spPr>
          <a:xfrm>
            <a:off x="6939811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21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68C11AFE-F16E-7F4A-E783-BDF68A7E97CB}"/>
              </a:ext>
            </a:extLst>
          </p:cNvPr>
          <p:cNvSpPr/>
          <p:nvPr/>
        </p:nvSpPr>
        <p:spPr>
          <a:xfrm>
            <a:off x="7188244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22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DE2641F7-B312-BB0D-4174-0CA0A5F4FEB5}"/>
              </a:ext>
            </a:extLst>
          </p:cNvPr>
          <p:cNvSpPr/>
          <p:nvPr/>
        </p:nvSpPr>
        <p:spPr>
          <a:xfrm>
            <a:off x="7425195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4600E4C9-BF55-13B3-7241-C64864AFB6F9}"/>
              </a:ext>
            </a:extLst>
          </p:cNvPr>
          <p:cNvSpPr/>
          <p:nvPr/>
        </p:nvSpPr>
        <p:spPr>
          <a:xfrm>
            <a:off x="7662146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24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D9226A56-9416-C418-7071-CDD9864A085D}"/>
              </a:ext>
            </a:extLst>
          </p:cNvPr>
          <p:cNvSpPr/>
          <p:nvPr/>
        </p:nvSpPr>
        <p:spPr>
          <a:xfrm>
            <a:off x="7899097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25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F7A7283B-A2CF-4583-6760-344264EB7C97}"/>
              </a:ext>
            </a:extLst>
          </p:cNvPr>
          <p:cNvSpPr/>
          <p:nvPr/>
        </p:nvSpPr>
        <p:spPr>
          <a:xfrm>
            <a:off x="2082318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664C9200-CE2C-4484-C545-4B6A77DB9242}"/>
              </a:ext>
            </a:extLst>
          </p:cNvPr>
          <p:cNvSpPr/>
          <p:nvPr/>
        </p:nvSpPr>
        <p:spPr>
          <a:xfrm>
            <a:off x="2319269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A2C38CD3-9C36-C38F-853F-2CC668B84D5F}"/>
              </a:ext>
            </a:extLst>
          </p:cNvPr>
          <p:cNvSpPr/>
          <p:nvPr/>
        </p:nvSpPr>
        <p:spPr>
          <a:xfrm>
            <a:off x="2567702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D07E5756-9092-9370-678A-78483AEE034E}"/>
              </a:ext>
            </a:extLst>
          </p:cNvPr>
          <p:cNvSpPr/>
          <p:nvPr/>
        </p:nvSpPr>
        <p:spPr>
          <a:xfrm>
            <a:off x="8138135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26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6182EB0-1575-BB4D-EE8F-75FC7E2CFFD6}"/>
              </a:ext>
            </a:extLst>
          </p:cNvPr>
          <p:cNvSpPr/>
          <p:nvPr/>
        </p:nvSpPr>
        <p:spPr>
          <a:xfrm>
            <a:off x="8375086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27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EC5DDB1-3165-D861-B826-E1F63FBF3AE6}"/>
              </a:ext>
            </a:extLst>
          </p:cNvPr>
          <p:cNvSpPr/>
          <p:nvPr/>
        </p:nvSpPr>
        <p:spPr>
          <a:xfrm>
            <a:off x="8614433" y="5019181"/>
            <a:ext cx="162838" cy="9770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28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A8A5FB1-31A2-C924-69C1-FB2604B034C8}"/>
              </a:ext>
            </a:extLst>
          </p:cNvPr>
          <p:cNvSpPr/>
          <p:nvPr/>
        </p:nvSpPr>
        <p:spPr>
          <a:xfrm>
            <a:off x="2803607" y="3424616"/>
            <a:ext cx="162838" cy="97703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01B1E6A3-21C2-9034-7D78-61B42E8A1263}"/>
              </a:ext>
            </a:extLst>
          </p:cNvPr>
          <p:cNvSpPr/>
          <p:nvPr/>
        </p:nvSpPr>
        <p:spPr>
          <a:xfrm>
            <a:off x="3040558" y="3424616"/>
            <a:ext cx="162838" cy="97703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34BCBF51-C8AD-5E61-5F34-349F00C57A0D}"/>
              </a:ext>
            </a:extLst>
          </p:cNvPr>
          <p:cNvSpPr/>
          <p:nvPr/>
        </p:nvSpPr>
        <p:spPr>
          <a:xfrm>
            <a:off x="3288991" y="3424616"/>
            <a:ext cx="162838" cy="97703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1BDA3485-9016-1A9C-E377-1473A0C92844}"/>
              </a:ext>
            </a:extLst>
          </p:cNvPr>
          <p:cNvSpPr/>
          <p:nvPr/>
        </p:nvSpPr>
        <p:spPr>
          <a:xfrm>
            <a:off x="3525942" y="3424616"/>
            <a:ext cx="162838" cy="97703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4B6C5F17-5FEC-E233-57D6-9384C98E49FC}"/>
              </a:ext>
            </a:extLst>
          </p:cNvPr>
          <p:cNvSpPr/>
          <p:nvPr/>
        </p:nvSpPr>
        <p:spPr>
          <a:xfrm>
            <a:off x="3795251" y="3424616"/>
            <a:ext cx="162838" cy="97703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73D88EAC-1752-BDE8-086B-B4D1E4D124D8}"/>
              </a:ext>
            </a:extLst>
          </p:cNvPr>
          <p:cNvSpPr/>
          <p:nvPr/>
        </p:nvSpPr>
        <p:spPr>
          <a:xfrm>
            <a:off x="4032202" y="3424616"/>
            <a:ext cx="162838" cy="97703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429DE47E-A9F5-A593-18A2-1A6BE16B8D8A}"/>
              </a:ext>
            </a:extLst>
          </p:cNvPr>
          <p:cNvSpPr/>
          <p:nvPr/>
        </p:nvSpPr>
        <p:spPr>
          <a:xfrm>
            <a:off x="4280635" y="3424616"/>
            <a:ext cx="162838" cy="97703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B9707DA7-171D-1EC1-195B-048BE61E6C45}"/>
              </a:ext>
            </a:extLst>
          </p:cNvPr>
          <p:cNvSpPr/>
          <p:nvPr/>
        </p:nvSpPr>
        <p:spPr>
          <a:xfrm>
            <a:off x="4517586" y="3424616"/>
            <a:ext cx="162838" cy="97703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0483C938-24BD-E425-C809-A18B45D5128D}"/>
              </a:ext>
            </a:extLst>
          </p:cNvPr>
          <p:cNvSpPr/>
          <p:nvPr/>
        </p:nvSpPr>
        <p:spPr>
          <a:xfrm>
            <a:off x="4750362" y="3424616"/>
            <a:ext cx="162838" cy="97703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BF07E6F8-8F4E-A5AD-554E-89ED25EF7F65}"/>
              </a:ext>
            </a:extLst>
          </p:cNvPr>
          <p:cNvSpPr/>
          <p:nvPr/>
        </p:nvSpPr>
        <p:spPr>
          <a:xfrm>
            <a:off x="4987313" y="3424616"/>
            <a:ext cx="162838" cy="97703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1DF8D91B-6B01-52B2-4AF3-FAB32FCFD7E1}"/>
              </a:ext>
            </a:extLst>
          </p:cNvPr>
          <p:cNvSpPr/>
          <p:nvPr/>
        </p:nvSpPr>
        <p:spPr>
          <a:xfrm>
            <a:off x="2082318" y="3424616"/>
            <a:ext cx="162838" cy="97703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F552F65F-8A09-05F3-AC97-52A805FAADC2}"/>
              </a:ext>
            </a:extLst>
          </p:cNvPr>
          <p:cNvSpPr/>
          <p:nvPr/>
        </p:nvSpPr>
        <p:spPr>
          <a:xfrm>
            <a:off x="2319269" y="3424616"/>
            <a:ext cx="162838" cy="97703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D78249AF-43C6-A3B0-FD9B-179D68888BEF}"/>
              </a:ext>
            </a:extLst>
          </p:cNvPr>
          <p:cNvSpPr/>
          <p:nvPr/>
        </p:nvSpPr>
        <p:spPr>
          <a:xfrm>
            <a:off x="2567702" y="3424616"/>
            <a:ext cx="162838" cy="97703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96489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633</Words>
  <Application>Microsoft Macintosh PowerPoint</Application>
  <PresentationFormat>Benutzerdefiniert</PresentationFormat>
  <Paragraphs>544</Paragraphs>
  <Slides>10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6" baseType="lpstr">
      <vt:lpstr>Apple Color Emoji</vt:lpstr>
      <vt:lpstr>Aptos</vt:lpstr>
      <vt:lpstr>Aptos Display</vt:lpstr>
      <vt:lpstr>Arial</vt:lpstr>
      <vt:lpstr>Cambria Math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Controle Module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Sabine Hofmann-Heid</dc:creator>
  <cp:lastModifiedBy>Sabine Hofmann-Heid</cp:lastModifiedBy>
  <cp:revision>84</cp:revision>
  <dcterms:created xsi:type="dcterms:W3CDTF">2025-09-15T09:41:49Z</dcterms:created>
  <dcterms:modified xsi:type="dcterms:W3CDTF">2025-12-23T13:58:42Z</dcterms:modified>
</cp:coreProperties>
</file>