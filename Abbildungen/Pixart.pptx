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65" r:id="rId3"/>
    <p:sldId id="264" r:id="rId4"/>
    <p:sldId id="266" r:id="rId5"/>
    <p:sldId id="259" r:id="rId6"/>
    <p:sldId id="263" r:id="rId7"/>
    <p:sldId id="257" r:id="rId8"/>
    <p:sldId id="258" r:id="rId9"/>
    <p:sldId id="260" r:id="rId10"/>
    <p:sldId id="261" r:id="rId11"/>
    <p:sldId id="262" r:id="rId12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A4"/>
    <a:srgbClr val="D97D84"/>
    <a:srgbClr val="F2B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74"/>
    <p:restoredTop sz="93451"/>
  </p:normalViewPr>
  <p:slideViewPr>
    <p:cSldViewPr snapToGrid="0">
      <p:cViewPr>
        <p:scale>
          <a:sx n="61" d="100"/>
          <a:sy n="61" d="100"/>
        </p:scale>
        <p:origin x="18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7A7C-5EE8-E246-8DB3-90FEFD482A1D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2076A-CD67-1C4F-A4BF-8CD2BB01EED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04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540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9C0F-21B6-C95E-6BFD-B3A461DD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6D8514-24F2-B32A-4048-A75B440284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D0EF95-5227-B735-B622-A3C3DFC56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6E1A43-4FE8-0387-AD38-F70ACFF04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3114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08036-C9AD-F758-2C84-C9AB9D707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78301F8-048F-0BC4-EBE6-3483B2766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F8E3CE-9485-68D2-FFE1-9BE0C67CB5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FBDCA1-5DDA-75EF-71C2-BEF3712A8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53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89A6F-3AAE-CA8A-71D7-71E1F4DEF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1160E-51D8-1212-D1B0-AC2F3F48B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8610CC-244B-3A63-3717-BB00C6099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56F6C7-D5F2-93C1-2B81-3A305286B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17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F2AD1-1898-BC9D-203A-0489B522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D14366A-901F-68A5-6647-ED05E6D6C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8976AC-5502-C203-7DD3-A7FC0BF3A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3E5569-3B0F-53FE-1C22-F23FE20D3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137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CE0A-5686-1744-E9DF-F47ADC7A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D19341-026A-C35D-2D70-0DFBDAA3F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C84C19-9F13-4147-6398-ECAB6B7EC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68DF59-508D-B613-122A-CF09DD670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918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BCF7C-DCA6-9C94-6861-E131A8342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24E583-C760-6FC9-D6B7-4E0E5FF6A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6B40D2-2B82-4FEE-127D-9B5468F89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5CAC13-4812-2A3A-DA0C-22E55EA75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483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BA3D-148F-C3D3-76F6-F2B909229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8B3344-5710-23BB-046B-84D5DD96D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82E3EF-77F8-04A0-A1CC-72943E09F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D0A37E-CB2F-2884-AF1E-BE9F741B7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747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081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060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796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601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138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435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06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37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321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956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4C0D9-76FE-0B45-8557-3E9D7B7ECFCA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88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34E6503C-2281-D466-E0FE-EF334ACC8993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D13EC6D-26EF-77DF-9218-8A2B4FEF23DD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D1DD292-5D6F-5D42-BB0A-520B5A2A6138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1DD68AD9-AB51-B3E0-5FBE-DD1F596A29FF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F6A37E8-6934-0F49-749E-2235EC0B677D}"/>
              </a:ext>
            </a:extLst>
          </p:cNvPr>
          <p:cNvSpPr/>
          <p:nvPr/>
        </p:nvSpPr>
        <p:spPr>
          <a:xfrm>
            <a:off x="2059200" y="7658478"/>
            <a:ext cx="1440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03B370-26A9-6614-8070-4B6633A1895E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C80D3D-6E32-858A-DC4E-C27DFC8C4EFE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B52D7C0-40D2-BED8-48AC-DFB337650722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DCE4C0-5617-023D-5DC7-ECBDE72BA8D9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308CCA2D-F8DF-7231-60AB-88702440180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C6B32F9-2526-2CD0-EDD4-96A629DBF58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D33F64D-92BC-A722-A0CE-7A83DC2CEE65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3CD7149-6223-2453-1255-03C1C776937A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23CA792A-85AF-0924-A1F2-F849CDAC5EEF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73FB3B94-156C-8D76-6B51-D19FDAEC6EE0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707B886B-DD7B-6754-12CB-B323A38716E7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FDC96A7-E382-4377-92A3-2296E834321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0DB0086-14BD-7A39-549F-0AD7718BE07C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7E69BE17-4854-A951-5CF9-B65499C0B97C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Pointwise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Feedforward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8EDD198D-0428-449C-F670-7A553D0FF187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38F9D604-2AE1-60A3-F8F0-6F1814274D12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9F5902F8-15D9-9C1C-199F-2F017AD89F12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B03B44D8-56A5-C29F-B1BE-0A12A8E636BD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04B504E0-F394-8AF8-71B5-13CFC3C5FF41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BC5D699C-D33A-ACAE-2E87-EA63ABABB1FE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F53C02C4-CC69-A057-977E-219E034356F7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8061E510-7934-4989-F3ED-995D3DF6E172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C147A79-4517-7C3D-381F-5786BAAA6B70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7739BD0-2286-BFE7-CBDC-88F2A10CE5E5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CFA63873-7057-D76C-B790-831F38D2CCFB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CE081D2-8CD5-FD72-DE09-F0B61CF6A2EF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9B0F740-2252-32D7-7A3A-B61868705F44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70A6DCC3-10F9-8C3F-6AE6-28DD3E195137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4E3164A8-A6DF-560F-0EA6-2398A470B84E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955B5B59-C5E9-973F-D010-47F1F332C392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98918F72-611B-4BC0-CEA0-747E0C2322EC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9EB40A28-F75D-A06D-F7C1-987715215998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0F61190D-A6EC-F240-0824-4A5E0EBCA63E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CC945CDC-E026-0ECD-1C2C-9DAF3C34EBBB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27035CA3-DB03-BF65-8252-C4299F5051DE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20DC5A3-8FE1-244D-E31E-CB1A6BFA5950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176972B-FFF8-3FB8-FF60-D0149ECE6C91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60B3A6C2-B614-9A8C-5E68-6A39E7D53B46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ED57E686-E1CD-53CE-1266-7B603BBE3FE5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38303883-45FD-C050-BEF1-92FAC91ED347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7153E756-F82B-E40B-DE57-CD489BAEE42D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95044B7F-FB89-6EAC-7EB8-F37A8ED94D78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DE5FDA5-C27B-D16E-5B56-E73AB4C17BB4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755DD31F-B0FD-B29C-888F-62AFEAC4D102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51B551C2-DE06-0BEC-8073-4F132F6384B4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35272055-CE3B-846B-E9A1-99BA35EAB6F7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0832C844-768B-456D-D4FC-FDF45377436B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EBA08EBD-F8F2-5154-961A-B94CB044B7E8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356C7A2-582A-9195-993A-A5F66BEB1BEE}"/>
              </a:ext>
            </a:extLst>
          </p:cNvPr>
          <p:cNvCxnSpPr>
            <a:stCxn id="9" idx="2"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2781DF2B-D209-6860-4A5F-67D069FB557D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8B3117CE-811F-E075-7BA5-8AE552F8B0C9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CDD1F579-C058-76A4-1C01-E6B6F22C11BB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A764912-CE5E-5CC2-B994-78A65142F4AD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855AB2ED-5792-F245-461A-3C358FD31ECB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9B147C23-C257-3505-91E8-BA4954F8CC2D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70A21022-3B15-BE31-98FA-EB6138949997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D87AC371-23E1-0E8A-B21E-89960D029D7C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0DC2B46C-0E80-6380-5E40-C582A5AF53FB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ADB52178-3E49-50AA-503B-88824608E731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479D8059-9FDD-9F1C-73DB-D22FF53F1F6E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678E889E-B31B-9B8D-0662-EF91CB33A656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05F60A06-9432-E6F9-3D82-D64DF0013101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295D5C4E-E65E-DD05-150A-62815D8618A8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769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CB3D5-78A3-1D92-CA25-B2D65738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DDB655D4-FD35-1B2A-930E-384709E1D961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A9361AA2-74AA-FDA6-4709-3BA3DAF12582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E6A3B65-E26E-CE2E-58B0-61B9F2BAB8E4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6663B6CD-EC9D-CDF5-70C8-F1E3E2F1C54A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66E05F-E306-9AC7-DBC3-F74EC2B6E279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516E373-4155-ED6A-BC11-11BD8FC7A297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E122C5-BB99-01FC-8D12-A8DF0BC2C3FF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C175FF6-2E57-1E41-9B87-F689C0FD7A1B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41740681-D6C5-E41F-370E-F3A07EF9BA5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2BDB53A-F121-E3F1-5722-2C3832F96CB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82C67A-1836-538F-B44A-1425AF041A6E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07D68142-898A-8CAA-B978-D600ADA9DF37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68A3086-DC48-EC38-0298-5A8F9D518CB0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5DA2D2DE-DEF4-BD8E-FFCB-9FE920F5B437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680025D9-29A7-DC07-4316-73A5F424841C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tx2">
                <a:lumMod val="50000"/>
                <a:lumOff val="50000"/>
                <a:alpha val="5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8ED399F7-513F-268D-EB38-AFF6530D9A1E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F474844-01C3-8176-B55A-EAF0018C134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50F2BA9-2B0A-34FB-F1FB-85B4A3B63DB9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C19FC101-1566-CF79-09D4-E791410B3151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tx2">
                <a:lumMod val="10000"/>
                <a:lumOff val="90000"/>
                <a:alpha val="65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MLP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CD17E612-E5FA-5A75-85B8-532F246648F0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E5F5B7AE-3BA5-4174-F520-DC59948FAD54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7FD0B803-5419-3A68-0B4D-A25CD8A7B7F6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C69D3D29-4EB9-1936-DBC9-EC2089CDB130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1499602-5062-7EB4-C3B5-5CF2015345F8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21F3AE38-B119-4261-13D9-22D808A7B6CD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8D4AA7CD-C326-FAA3-A940-8FA74D4A06FF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6555405-7687-E75D-E047-03533B53D166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4ECE0D2-A1D7-5164-9F4F-D23F1C0BAE78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F2BF1D0-16F5-8324-1C50-73A038385CAA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3FB4DB6E-4D98-82B9-EECD-4C27E20B9F07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120E960-D393-1C39-E71F-0C9393D914E0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5FC1D86-F95E-A01B-1591-E6A83BFC1F2C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DA991DF2-822D-ACA2-0F1E-6CDB9CEC14A3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349214CD-F77D-504E-EBC5-6D50CADE66E0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FDDDA81-425B-196D-30E3-F00F36FCECF1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557E6559-4FAA-20D7-B04E-9DAD9D99073A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D73A4BB8-B8F4-CF2C-A2FA-2493EFA47745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B1B6559-9B84-476D-9DD7-42A337E4AD37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59B3A5B2-D7ED-EF8C-EB1D-38D8511E5AD4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F4F99BDD-A0FA-96FE-CB47-B97D01ECEFA1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715D8223-12E5-51AC-4F5C-88DC29F45D36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8D15BDD6-78CE-3B3E-AEDD-8599F2FA0107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E43CB53-25D5-8A7C-0DC2-AF8FA5F3E45B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05775728-B47C-346D-A709-AE2543563B71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2DDB2DDB-C6E5-D3F3-16A2-452CE47E5C3B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6D1C1F32-5216-DA3D-0A53-40E8AF9E68B7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B8D89877-04CB-468B-8832-8BF462789BEC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3E1D8CE-96AE-4898-FB48-E00672F869A7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748DB6F-2CE3-9500-4270-0D2132485E61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ED8F683E-E6D3-D1FB-A704-5801BD1CAE4C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112BB48D-85F9-514F-720B-427F254EC322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D1A7AA8F-0E98-3740-B723-635F7712694D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AE322495-0760-C797-C74D-346A1F064352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45DCB71D-98DD-0FBD-7DE0-1C16FCC3677C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3217DE7-1DF1-0922-DB6C-8C123537073E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3C7C4437-D8CA-0095-FB79-2AA1142F5DBC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12543585-7CC2-B0D4-D7EB-AE75758575A5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F92016E6-F3EC-EACD-A130-325D39E79981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813817D0-B363-E24A-77B6-4DCA8F322CA9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A9F7204C-87DC-343F-9580-D5598C0F087E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091B0A72-40DB-0C79-050F-91524DFDFD13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F08AA9B3-EF2E-0044-C08F-C704A7A5A527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DF63FF75-AEE6-8637-2AE8-6BC5D91DB5DB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ABEBFEE3-53F0-BD78-E335-95C90B418974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6D4B2F36-98F1-375A-EA3E-07BC667772C5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08C5CA16-4397-B8D0-64C7-DC5157B3280E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A6CC4FBF-046C-1366-AE55-800FC0B9F135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39097C18-52C5-E11F-E3BC-F4DA0855B40F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BFD97225-9C8B-1042-30EC-7407F9E3B83D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16463047-2D5C-1588-1DBE-0398D95DC86F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6CF9D87-EDB5-2AD2-3884-ABCEBCD16F76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D3839544-96B5-8138-5959-F8555708BFC3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01FCE32-FC32-34A8-E759-CDBFD150AEAE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24115F28-661D-3A98-A99F-CDE71A3B00D8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25EE0BBA-2E73-176C-D50C-A49DB482D5B6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614E5678-9C5E-A9B6-14BE-47D7D676FA51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A5E48E45-FA37-93CA-03AE-47D6A449CA56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2962A159-B88C-B4A5-C82E-31D94BA32811}"/>
              </a:ext>
            </a:extLst>
          </p:cNvPr>
          <p:cNvSpPr txBox="1"/>
          <p:nvPr/>
        </p:nvSpPr>
        <p:spPr>
          <a:xfrm>
            <a:off x="2394998" y="2320468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 dog</a:t>
            </a:r>
          </a:p>
        </p:txBody>
      </p:sp>
      <p:pic>
        <p:nvPicPr>
          <p:cNvPr id="14" name="Grafik 13" descr="Ein Bild, das Hunderasse, Hund, Säugetier, Haustier enthält.&#10;&#10;KI-generierte Inhalte können fehlerhaft sein.">
            <a:extLst>
              <a:ext uri="{FF2B5EF4-FFF2-40B4-BE49-F238E27FC236}">
                <a16:creationId xmlns:a16="http://schemas.microsoft.com/office/drawing/2014/main" id="{63625D18-9026-9EDA-6115-D614A6F5CE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37269" y="7897873"/>
            <a:ext cx="1152048" cy="1152048"/>
          </a:xfrm>
          <a:prstGeom prst="rect">
            <a:avLst/>
          </a:prstGeom>
          <a:ln w="3175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07456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E17FD-ABB5-CF60-728F-B0E0ED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7262170-F210-A378-CC2D-4532C0DCEE2F}"/>
              </a:ext>
            </a:extLst>
          </p:cNvPr>
          <p:cNvSpPr txBox="1"/>
          <p:nvPr/>
        </p:nvSpPr>
        <p:spPr>
          <a:xfrm>
            <a:off x="376428" y="755462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DB747-3847-BD8B-7E8E-1F6F3D4B4056}"/>
              </a:ext>
            </a:extLst>
          </p:cNvPr>
          <p:cNvSpPr/>
          <p:nvPr/>
        </p:nvSpPr>
        <p:spPr>
          <a:xfrm>
            <a:off x="5248800" y="6642000"/>
            <a:ext cx="586802" cy="21924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1BC2EB5-30F4-B11C-E8F7-5615FBC8000D}"/>
              </a:ext>
            </a:extLst>
          </p:cNvPr>
          <p:cNvSpPr txBox="1"/>
          <p:nvPr/>
        </p:nvSpPr>
        <p:spPr>
          <a:xfrm rot="16200000">
            <a:off x="4438551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358208-3374-9EC8-919A-A96D36FBE85B}"/>
              </a:ext>
            </a:extLst>
          </p:cNvPr>
          <p:cNvSpPr txBox="1"/>
          <p:nvPr/>
        </p:nvSpPr>
        <p:spPr>
          <a:xfrm>
            <a:off x="7859294" y="7431642"/>
            <a:ext cx="986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…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7AA271A-1DF4-E876-C276-62CACB173847}"/>
              </a:ext>
            </a:extLst>
          </p:cNvPr>
          <p:cNvSpPr txBox="1"/>
          <p:nvPr/>
        </p:nvSpPr>
        <p:spPr>
          <a:xfrm>
            <a:off x="182714" y="4725067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Prompt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040136F-9E5D-D2E3-D966-1221AA782D06}"/>
              </a:ext>
            </a:extLst>
          </p:cNvPr>
          <p:cNvCxnSpPr>
            <a:cxnSpLocks/>
          </p:cNvCxnSpPr>
          <p:nvPr/>
        </p:nvCxnSpPr>
        <p:spPr>
          <a:xfrm>
            <a:off x="1171838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D9B7AA76-95C3-E4C4-6A44-22321A29E922}"/>
              </a:ext>
            </a:extLst>
          </p:cNvPr>
          <p:cNvSpPr/>
          <p:nvPr/>
        </p:nvSpPr>
        <p:spPr>
          <a:xfrm rot="16200000">
            <a:off x="723600" y="4789133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Tokenizer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231ECF04-D4AA-0AEB-7A03-6F8984FFFBB3}"/>
              </a:ext>
            </a:extLst>
          </p:cNvPr>
          <p:cNvCxnSpPr>
            <a:cxnSpLocks/>
          </p:cNvCxnSpPr>
          <p:nvPr/>
        </p:nvCxnSpPr>
        <p:spPr>
          <a:xfrm>
            <a:off x="2131200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995860FA-BA0C-2922-4E5F-E61CD577EA9A}"/>
              </a:ext>
            </a:extLst>
          </p:cNvPr>
          <p:cNvSpPr/>
          <p:nvPr/>
        </p:nvSpPr>
        <p:spPr>
          <a:xfrm rot="16200000">
            <a:off x="1692363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T5 Encoder</a:t>
            </a:r>
          </a:p>
        </p:txBody>
      </p: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7F7B8014-8BBB-9651-CB81-C4DED51AC3B2}"/>
              </a:ext>
            </a:extLst>
          </p:cNvPr>
          <p:cNvCxnSpPr>
            <a:cxnSpLocks/>
          </p:cNvCxnSpPr>
          <p:nvPr/>
        </p:nvCxnSpPr>
        <p:spPr>
          <a:xfrm>
            <a:off x="1190889" y="776006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E8EDC1C9-8AF7-5C77-D2AC-C96B9D8FFC5C}"/>
              </a:ext>
            </a:extLst>
          </p:cNvPr>
          <p:cNvSpPr txBox="1"/>
          <p:nvPr/>
        </p:nvSpPr>
        <p:spPr>
          <a:xfrm>
            <a:off x="87702" y="231591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Timestep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934695-927E-FB2E-FF61-97E4B5647D63}"/>
              </a:ext>
            </a:extLst>
          </p:cNvPr>
          <p:cNvSpPr/>
          <p:nvPr/>
        </p:nvSpPr>
        <p:spPr>
          <a:xfrm rot="16200000">
            <a:off x="722463" y="2343123"/>
            <a:ext cx="2192400" cy="241200"/>
          </a:xfrm>
          <a:prstGeom prst="rect">
            <a:avLst/>
          </a:prstGeom>
          <a:solidFill>
            <a:srgbClr val="D97D8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Timestep Embedding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7F9DBC-8EAE-0A5E-D127-6429F069F181}"/>
              </a:ext>
            </a:extLst>
          </p:cNvPr>
          <p:cNvCxnSpPr>
            <a:cxnSpLocks/>
          </p:cNvCxnSpPr>
          <p:nvPr/>
        </p:nvCxnSpPr>
        <p:spPr>
          <a:xfrm>
            <a:off x="1190889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7B6CCA0-CC5F-CAE8-84B0-FF13DBE5D05B}"/>
              </a:ext>
            </a:extLst>
          </p:cNvPr>
          <p:cNvCxnSpPr>
            <a:cxnSpLocks/>
          </p:cNvCxnSpPr>
          <p:nvPr/>
        </p:nvCxnSpPr>
        <p:spPr>
          <a:xfrm>
            <a:off x="2131200" y="7760572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582ED16-BCE5-FE88-42C9-F5570EC3ADF2}"/>
              </a:ext>
            </a:extLst>
          </p:cNvPr>
          <p:cNvSpPr/>
          <p:nvPr/>
        </p:nvSpPr>
        <p:spPr>
          <a:xfrm rot="16200000">
            <a:off x="1862796" y="7425821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Patch Embedding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8420036-CFD3-5B87-C9D8-726F054A42D8}"/>
              </a:ext>
            </a:extLst>
          </p:cNvPr>
          <p:cNvCxnSpPr>
            <a:cxnSpLocks/>
          </p:cNvCxnSpPr>
          <p:nvPr/>
        </p:nvCxnSpPr>
        <p:spPr>
          <a:xfrm>
            <a:off x="3425014" y="7759457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FD93F71F-B8B6-4648-5852-540C316668DD}"/>
              </a:ext>
            </a:extLst>
          </p:cNvPr>
          <p:cNvSpPr/>
          <p:nvPr/>
        </p:nvSpPr>
        <p:spPr>
          <a:xfrm rot="16200000">
            <a:off x="3154832" y="7426800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Positional Embedding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73AF383-1A2E-C858-ED02-717B55C387B4}"/>
              </a:ext>
            </a:extLst>
          </p:cNvPr>
          <p:cNvCxnSpPr>
            <a:cxnSpLocks/>
          </p:cNvCxnSpPr>
          <p:nvPr/>
        </p:nvCxnSpPr>
        <p:spPr>
          <a:xfrm>
            <a:off x="4716616" y="776394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6669D5EE-DEA1-E846-BF18-D4CF6288E49D}"/>
              </a:ext>
            </a:extLst>
          </p:cNvPr>
          <p:cNvSpPr/>
          <p:nvPr/>
        </p:nvSpPr>
        <p:spPr>
          <a:xfrm>
            <a:off x="6541706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EFEC5CA-DB8E-36EE-B4FC-DEBAD36252B7}"/>
              </a:ext>
            </a:extLst>
          </p:cNvPr>
          <p:cNvSpPr txBox="1"/>
          <p:nvPr/>
        </p:nvSpPr>
        <p:spPr>
          <a:xfrm rot="16200000">
            <a:off x="5724801" y="7562108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ABEAA4-EA9B-94E9-7468-00A95BACE298}"/>
              </a:ext>
            </a:extLst>
          </p:cNvPr>
          <p:cNvSpPr/>
          <p:nvPr/>
        </p:nvSpPr>
        <p:spPr>
          <a:xfrm>
            <a:off x="9043974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5F76B6-2C63-2368-86F8-B230FFB98F71}"/>
              </a:ext>
            </a:extLst>
          </p:cNvPr>
          <p:cNvSpPr txBox="1"/>
          <p:nvPr/>
        </p:nvSpPr>
        <p:spPr>
          <a:xfrm rot="16200000">
            <a:off x="8235178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28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FE7A375-5459-F338-4EC9-0D7CD533E725}"/>
              </a:ext>
            </a:extLst>
          </p:cNvPr>
          <p:cNvCxnSpPr>
            <a:cxnSpLocks/>
          </p:cNvCxnSpPr>
          <p:nvPr/>
        </p:nvCxnSpPr>
        <p:spPr>
          <a:xfrm>
            <a:off x="6008654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B3045EDC-4347-4549-0B5F-619639CE68A0}"/>
              </a:ext>
            </a:extLst>
          </p:cNvPr>
          <p:cNvCxnSpPr>
            <a:cxnSpLocks/>
          </p:cNvCxnSpPr>
          <p:nvPr/>
        </p:nvCxnSpPr>
        <p:spPr>
          <a:xfrm>
            <a:off x="3957632" y="4917600"/>
            <a:ext cx="523019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036F9604-32F0-3B2B-1749-28C2325976A7}"/>
              </a:ext>
            </a:extLst>
          </p:cNvPr>
          <p:cNvCxnSpPr>
            <a:cxnSpLocks/>
          </p:cNvCxnSpPr>
          <p:nvPr/>
        </p:nvCxnSpPr>
        <p:spPr>
          <a:xfrm>
            <a:off x="5392800" y="4936968"/>
            <a:ext cx="0" cy="171320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A0473122-7BCC-BC87-0E83-37C53A18402F}"/>
              </a:ext>
            </a:extLst>
          </p:cNvPr>
          <p:cNvCxnSpPr>
            <a:cxnSpLocks/>
          </p:cNvCxnSpPr>
          <p:nvPr/>
        </p:nvCxnSpPr>
        <p:spPr>
          <a:xfrm>
            <a:off x="6685200" y="4936968"/>
            <a:ext cx="0" cy="172703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A84CF99-5E30-8DE7-C194-D561B9BB21A4}"/>
              </a:ext>
            </a:extLst>
          </p:cNvPr>
          <p:cNvCxnSpPr>
            <a:cxnSpLocks/>
          </p:cNvCxnSpPr>
          <p:nvPr/>
        </p:nvCxnSpPr>
        <p:spPr>
          <a:xfrm>
            <a:off x="9187830" y="4935600"/>
            <a:ext cx="0" cy="17280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Gerade Verbindung 48">
            <a:extLst>
              <a:ext uri="{FF2B5EF4-FFF2-40B4-BE49-F238E27FC236}">
                <a16:creationId xmlns:a16="http://schemas.microsoft.com/office/drawing/2014/main" id="{4C5660A1-BFA6-AE9F-CCDA-B75F11BDD6D5}"/>
              </a:ext>
            </a:extLst>
          </p:cNvPr>
          <p:cNvCxnSpPr>
            <a:cxnSpLocks/>
          </p:cNvCxnSpPr>
          <p:nvPr/>
        </p:nvCxnSpPr>
        <p:spPr>
          <a:xfrm>
            <a:off x="3080084" y="2530800"/>
            <a:ext cx="6251746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92F0A83-6986-E5F9-01C9-BB320E8B7C4C}"/>
              </a:ext>
            </a:extLst>
          </p:cNvPr>
          <p:cNvCxnSpPr>
            <a:cxnSpLocks/>
          </p:cNvCxnSpPr>
          <p:nvPr/>
        </p:nvCxnSpPr>
        <p:spPr>
          <a:xfrm flipH="1">
            <a:off x="5536800" y="2587857"/>
            <a:ext cx="0" cy="406231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FD34A93D-1F20-6113-1E98-7BB6C47089F5}"/>
              </a:ext>
            </a:extLst>
          </p:cNvPr>
          <p:cNvCxnSpPr>
            <a:cxnSpLocks/>
          </p:cNvCxnSpPr>
          <p:nvPr/>
        </p:nvCxnSpPr>
        <p:spPr>
          <a:xfrm>
            <a:off x="6829200" y="2560702"/>
            <a:ext cx="0" cy="410329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16AB822-E392-330F-9254-C4E8EAA58B39}"/>
              </a:ext>
            </a:extLst>
          </p:cNvPr>
          <p:cNvCxnSpPr>
            <a:cxnSpLocks/>
          </p:cNvCxnSpPr>
          <p:nvPr/>
        </p:nvCxnSpPr>
        <p:spPr>
          <a:xfrm>
            <a:off x="9337375" y="2530800"/>
            <a:ext cx="22061" cy="4119376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D33B9552-7F3C-1F63-A5DB-4DDDAF3925B6}"/>
              </a:ext>
            </a:extLst>
          </p:cNvPr>
          <p:cNvCxnSpPr>
            <a:cxnSpLocks/>
          </p:cNvCxnSpPr>
          <p:nvPr/>
        </p:nvCxnSpPr>
        <p:spPr>
          <a:xfrm>
            <a:off x="9749147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BBFC737-EC5D-E137-D528-C2E0F6ABAF35}"/>
              </a:ext>
            </a:extLst>
          </p:cNvPr>
          <p:cNvSpPr/>
          <p:nvPr/>
        </p:nvSpPr>
        <p:spPr>
          <a:xfrm rot="16200000">
            <a:off x="723600" y="7598621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Encoder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BDF9F918-4FB5-DFDA-DA12-DB74BCE04AEB}"/>
              </a:ext>
            </a:extLst>
          </p:cNvPr>
          <p:cNvCxnSpPr>
            <a:cxnSpLocks/>
          </p:cNvCxnSpPr>
          <p:nvPr/>
        </p:nvCxnSpPr>
        <p:spPr>
          <a:xfrm>
            <a:off x="73008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3933300C-7D53-B9E2-1890-F8126AB14D99}"/>
              </a:ext>
            </a:extLst>
          </p:cNvPr>
          <p:cNvSpPr/>
          <p:nvPr/>
        </p:nvSpPr>
        <p:spPr>
          <a:xfrm rot="16200000">
            <a:off x="9278100" y="7584436"/>
            <a:ext cx="2192400" cy="241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Modulation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C19774B6-94D5-E9F8-A2F2-3AE585162BA6}"/>
              </a:ext>
            </a:extLst>
          </p:cNvPr>
          <p:cNvSpPr/>
          <p:nvPr/>
        </p:nvSpPr>
        <p:spPr>
          <a:xfrm rot="16200000">
            <a:off x="10224900" y="7584436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Layer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0C61483-3F35-3C3E-91C5-435A52F9C99A}"/>
              </a:ext>
            </a:extLst>
          </p:cNvPr>
          <p:cNvCxnSpPr>
            <a:cxnSpLocks/>
          </p:cNvCxnSpPr>
          <p:nvPr/>
        </p:nvCxnSpPr>
        <p:spPr>
          <a:xfrm>
            <a:off x="106677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04C99EEB-BD26-7E17-882C-0B39E3DE9809}"/>
              </a:ext>
            </a:extLst>
          </p:cNvPr>
          <p:cNvCxnSpPr>
            <a:cxnSpLocks/>
          </p:cNvCxnSpPr>
          <p:nvPr/>
        </p:nvCxnSpPr>
        <p:spPr>
          <a:xfrm>
            <a:off x="11614500" y="7761773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290395B1-3B9B-18CA-031E-ADD42E4360E3}"/>
              </a:ext>
            </a:extLst>
          </p:cNvPr>
          <p:cNvSpPr txBox="1"/>
          <p:nvPr/>
        </p:nvSpPr>
        <p:spPr>
          <a:xfrm>
            <a:off x="12180624" y="7554622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 </a:t>
            </a:r>
          </a:p>
          <a:p>
            <a:r>
              <a:rPr lang="en-GB" dirty="0"/>
              <a:t>Prediction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B66126-C7BF-52CC-A9E5-7F8A47BF77E3}"/>
              </a:ext>
            </a:extLst>
          </p:cNvPr>
          <p:cNvCxnSpPr>
            <a:cxnSpLocks/>
          </p:cNvCxnSpPr>
          <p:nvPr/>
        </p:nvCxnSpPr>
        <p:spPr>
          <a:xfrm>
            <a:off x="2131200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B2BDBC28-B006-CA04-F95B-91216ECF4BB8}"/>
              </a:ext>
            </a:extLst>
          </p:cNvPr>
          <p:cNvSpPr/>
          <p:nvPr/>
        </p:nvSpPr>
        <p:spPr>
          <a:xfrm rot="16200000">
            <a:off x="1692645" y="2343123"/>
            <a:ext cx="2192400" cy="241200"/>
          </a:xfrm>
          <a:prstGeom prst="rect">
            <a:avLst/>
          </a:prstGeom>
          <a:solidFill>
            <a:srgbClr val="F2F2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MLP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851D147-4EE9-1117-D29F-F75F097B010E}"/>
              </a:ext>
            </a:extLst>
          </p:cNvPr>
          <p:cNvCxnSpPr>
            <a:cxnSpLocks/>
          </p:cNvCxnSpPr>
          <p:nvPr/>
        </p:nvCxnSpPr>
        <p:spPr>
          <a:xfrm>
            <a:off x="3105331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567C66EC-9CAE-3242-265B-BF4383B0D3FD}"/>
              </a:ext>
            </a:extLst>
          </p:cNvPr>
          <p:cNvSpPr/>
          <p:nvPr/>
        </p:nvSpPr>
        <p:spPr>
          <a:xfrm rot="16200000">
            <a:off x="2666494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Projection</a:t>
            </a:r>
          </a:p>
        </p:txBody>
      </p:sp>
    </p:spTree>
    <p:extLst>
      <p:ext uri="{BB962C8B-B14F-4D97-AF65-F5344CB8AC3E}">
        <p14:creationId xmlns:p14="http://schemas.microsoft.com/office/powerpoint/2010/main" val="139105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82883AA9-30A1-723E-783D-857D0233EE7E}"/>
              </a:ext>
            </a:extLst>
          </p:cNvPr>
          <p:cNvGrpSpPr/>
          <p:nvPr/>
        </p:nvGrpSpPr>
        <p:grpSpPr>
          <a:xfrm>
            <a:off x="165207" y="762987"/>
            <a:ext cx="14069798" cy="7473565"/>
            <a:chOff x="-18354" y="762987"/>
            <a:chExt cx="14069798" cy="7473565"/>
          </a:xfrm>
        </p:grpSpPr>
        <p:grpSp>
          <p:nvGrpSpPr>
            <p:cNvPr id="68" name="Gruppieren 67">
              <a:extLst>
                <a:ext uri="{FF2B5EF4-FFF2-40B4-BE49-F238E27FC236}">
                  <a16:creationId xmlns:a16="http://schemas.microsoft.com/office/drawing/2014/main" id="{E8FE29CC-08E8-030B-C918-DE4D985F6DCD}"/>
                </a:ext>
              </a:extLst>
            </p:cNvPr>
            <p:cNvGrpSpPr/>
            <p:nvPr/>
          </p:nvGrpSpPr>
          <p:grpSpPr>
            <a:xfrm>
              <a:off x="-18354" y="762987"/>
              <a:ext cx="14069798" cy="7473565"/>
              <a:chOff x="1106322" y="267386"/>
              <a:chExt cx="14069798" cy="7473565"/>
            </a:xfrm>
          </p:grpSpPr>
          <p:sp>
            <p:nvSpPr>
              <p:cNvPr id="87" name="Textfeld 86">
                <a:extLst>
                  <a:ext uri="{FF2B5EF4-FFF2-40B4-BE49-F238E27FC236}">
                    <a16:creationId xmlns:a16="http://schemas.microsoft.com/office/drawing/2014/main" id="{84AB4805-7434-8739-8F66-11D0D134AA1C}"/>
                  </a:ext>
                </a:extLst>
              </p:cNvPr>
              <p:cNvSpPr txBox="1"/>
              <p:nvPr/>
            </p:nvSpPr>
            <p:spPr>
              <a:xfrm>
                <a:off x="1395048" y="6454483"/>
                <a:ext cx="7954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Image</a:t>
                </a:r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48BE7EFB-9740-6A26-620E-3A19695CAF1C}"/>
                  </a:ext>
                </a:extLst>
              </p:cNvPr>
              <p:cNvSpPr/>
              <p:nvPr/>
            </p:nvSpPr>
            <p:spPr>
              <a:xfrm>
                <a:off x="6267419" y="5541863"/>
                <a:ext cx="586802" cy="21924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9" name="Textfeld 88">
                <a:extLst>
                  <a:ext uri="{FF2B5EF4-FFF2-40B4-BE49-F238E27FC236}">
                    <a16:creationId xmlns:a16="http://schemas.microsoft.com/office/drawing/2014/main" id="{4E1663BC-C67D-31EC-ACAD-06043D174040}"/>
                  </a:ext>
                </a:extLst>
              </p:cNvPr>
              <p:cNvSpPr txBox="1"/>
              <p:nvPr/>
            </p:nvSpPr>
            <p:spPr>
              <a:xfrm rot="16200000">
                <a:off x="5457170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1</a:t>
                </a:r>
              </a:p>
            </p:txBody>
          </p:sp>
          <p:sp>
            <p:nvSpPr>
              <p:cNvPr id="90" name="Textfeld 89">
                <a:extLst>
                  <a:ext uri="{FF2B5EF4-FFF2-40B4-BE49-F238E27FC236}">
                    <a16:creationId xmlns:a16="http://schemas.microsoft.com/office/drawing/2014/main" id="{4C89C99E-B494-86A9-DE50-C27D44D12661}"/>
                  </a:ext>
                </a:extLst>
              </p:cNvPr>
              <p:cNvSpPr txBox="1"/>
              <p:nvPr/>
            </p:nvSpPr>
            <p:spPr>
              <a:xfrm>
                <a:off x="8877914" y="6331506"/>
                <a:ext cx="9861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b="1" dirty="0"/>
                  <a:t>…</a:t>
                </a:r>
              </a:p>
            </p:txBody>
          </p:sp>
          <p:sp>
            <p:nvSpPr>
              <p:cNvPr id="91" name="Textfeld 90">
                <a:extLst>
                  <a:ext uri="{FF2B5EF4-FFF2-40B4-BE49-F238E27FC236}">
                    <a16:creationId xmlns:a16="http://schemas.microsoft.com/office/drawing/2014/main" id="{4693A785-964C-F2EA-4D27-DFDC5FF3F525}"/>
                  </a:ext>
                </a:extLst>
              </p:cNvPr>
              <p:cNvSpPr txBox="1"/>
              <p:nvPr/>
            </p:nvSpPr>
            <p:spPr>
              <a:xfrm>
                <a:off x="1201334" y="3624930"/>
                <a:ext cx="9188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Prompt</a:t>
                </a:r>
              </a:p>
            </p:txBody>
          </p:sp>
          <p:cxnSp>
            <p:nvCxnSpPr>
              <p:cNvPr id="92" name="Gerade Verbindung mit Pfeil 91">
                <a:extLst>
                  <a:ext uri="{FF2B5EF4-FFF2-40B4-BE49-F238E27FC236}">
                    <a16:creationId xmlns:a16="http://schemas.microsoft.com/office/drawing/2014/main" id="{4CC35583-680D-F9C2-5BBD-E0B943C43A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0457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3" name="Rechteck 92">
                <a:extLst>
                  <a:ext uri="{FF2B5EF4-FFF2-40B4-BE49-F238E27FC236}">
                    <a16:creationId xmlns:a16="http://schemas.microsoft.com/office/drawing/2014/main" id="{96429629-E755-F655-EEAF-2D458F818C1F}"/>
                  </a:ext>
                </a:extLst>
              </p:cNvPr>
              <p:cNvSpPr/>
              <p:nvPr/>
            </p:nvSpPr>
            <p:spPr>
              <a:xfrm rot="16200000">
                <a:off x="1742219" y="3688996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Tokenizer</a:t>
                </a:r>
              </a:p>
            </p:txBody>
          </p:sp>
          <p:cxnSp>
            <p:nvCxnSpPr>
              <p:cNvPr id="94" name="Gerade Verbindung mit Pfeil 93">
                <a:extLst>
                  <a:ext uri="{FF2B5EF4-FFF2-40B4-BE49-F238E27FC236}">
                    <a16:creationId xmlns:a16="http://schemas.microsoft.com/office/drawing/2014/main" id="{F36516D1-F384-0E23-92E9-15F96DE376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5" name="Rechteck 94">
                <a:extLst>
                  <a:ext uri="{FF2B5EF4-FFF2-40B4-BE49-F238E27FC236}">
                    <a16:creationId xmlns:a16="http://schemas.microsoft.com/office/drawing/2014/main" id="{341CB40E-D470-3BFB-778F-844DEA7AEB13}"/>
                  </a:ext>
                </a:extLst>
              </p:cNvPr>
              <p:cNvSpPr/>
              <p:nvPr/>
            </p:nvSpPr>
            <p:spPr>
              <a:xfrm rot="16200000">
                <a:off x="2710982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T5 Encoder</a:t>
                </a:r>
              </a:p>
            </p:txBody>
          </p:sp>
          <p:cxnSp>
            <p:nvCxnSpPr>
              <p:cNvPr id="96" name="Gerade Verbindung mit Pfeil 95">
                <a:extLst>
                  <a:ext uri="{FF2B5EF4-FFF2-40B4-BE49-F238E27FC236}">
                    <a16:creationId xmlns:a16="http://schemas.microsoft.com/office/drawing/2014/main" id="{31F4739F-51E3-57DF-702F-A845D0E228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6659931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7" name="Textfeld 96">
                <a:extLst>
                  <a:ext uri="{FF2B5EF4-FFF2-40B4-BE49-F238E27FC236}">
                    <a16:creationId xmlns:a16="http://schemas.microsoft.com/office/drawing/2014/main" id="{1E6D0F61-8C1A-BDFD-CC73-03B159C5BDA2}"/>
                  </a:ext>
                </a:extLst>
              </p:cNvPr>
              <p:cNvSpPr txBox="1"/>
              <p:nvPr/>
            </p:nvSpPr>
            <p:spPr>
              <a:xfrm>
                <a:off x="1106322" y="1215773"/>
                <a:ext cx="1103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Timestep</a:t>
                </a:r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DF9811DB-3945-153D-ACC0-D895F574BCC3}"/>
                  </a:ext>
                </a:extLst>
              </p:cNvPr>
              <p:cNvSpPr/>
              <p:nvPr/>
            </p:nvSpPr>
            <p:spPr>
              <a:xfrm rot="16200000">
                <a:off x="1741082" y="1242986"/>
                <a:ext cx="2192400" cy="241200"/>
              </a:xfrm>
              <a:prstGeom prst="rect">
                <a:avLst/>
              </a:prstGeom>
              <a:solidFill>
                <a:srgbClr val="D97D8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Timestep Embedding</a:t>
                </a:r>
              </a:p>
            </p:txBody>
          </p: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92313EAA-DAB7-D643-A84E-896609D424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Gerade Verbindung mit Pfeil 99">
                <a:extLst>
                  <a:ext uri="{FF2B5EF4-FFF2-40B4-BE49-F238E27FC236}">
                    <a16:creationId xmlns:a16="http://schemas.microsoft.com/office/drawing/2014/main" id="{A8CD884D-7700-D9AE-DD68-F50EDEB9E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6660435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0E84034B-94AA-1BE5-6C50-5B946C98D4C9}"/>
                  </a:ext>
                </a:extLst>
              </p:cNvPr>
              <p:cNvSpPr/>
              <p:nvPr/>
            </p:nvSpPr>
            <p:spPr>
              <a:xfrm rot="16200000">
                <a:off x="2881415" y="6325684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Patch Embedding</a:t>
                </a:r>
              </a:p>
            </p:txBody>
          </p:sp>
          <p:cxnSp>
            <p:nvCxnSpPr>
              <p:cNvPr id="102" name="Gerade Verbindung mit Pfeil 101">
                <a:extLst>
                  <a:ext uri="{FF2B5EF4-FFF2-40B4-BE49-F238E27FC236}">
                    <a16:creationId xmlns:a16="http://schemas.microsoft.com/office/drawing/2014/main" id="{861EBC5D-1231-6D35-BDBE-1A032CED30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3633" y="665932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CF3D09E6-1A46-FA02-D7F1-37E13F015A57}"/>
                  </a:ext>
                </a:extLst>
              </p:cNvPr>
              <p:cNvSpPr/>
              <p:nvPr/>
            </p:nvSpPr>
            <p:spPr>
              <a:xfrm rot="16200000">
                <a:off x="4173451" y="6326663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Positional Embedding</a:t>
                </a:r>
              </a:p>
            </p:txBody>
          </p: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8A52A173-7A83-E6FF-670B-3A4CD2D56D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5235" y="666380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5" name="Rechteck 104">
                <a:extLst>
                  <a:ext uri="{FF2B5EF4-FFF2-40B4-BE49-F238E27FC236}">
                    <a16:creationId xmlns:a16="http://schemas.microsoft.com/office/drawing/2014/main" id="{F47B609A-9D40-2E0D-AD75-C1AC39A3C721}"/>
                  </a:ext>
                </a:extLst>
              </p:cNvPr>
              <p:cNvSpPr/>
              <p:nvPr/>
            </p:nvSpPr>
            <p:spPr>
              <a:xfrm>
                <a:off x="7560325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6" name="Textfeld 105">
                <a:extLst>
                  <a:ext uri="{FF2B5EF4-FFF2-40B4-BE49-F238E27FC236}">
                    <a16:creationId xmlns:a16="http://schemas.microsoft.com/office/drawing/2014/main" id="{A7266419-3C23-6462-0650-44F30CA3153B}"/>
                  </a:ext>
                </a:extLst>
              </p:cNvPr>
              <p:cNvSpPr txBox="1"/>
              <p:nvPr/>
            </p:nvSpPr>
            <p:spPr>
              <a:xfrm rot="16200000">
                <a:off x="6743420" y="6461971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</a:t>
                </a:r>
              </a:p>
            </p:txBody>
          </p:sp>
          <p:sp>
            <p:nvSpPr>
              <p:cNvPr id="107" name="Rechteck 106">
                <a:extLst>
                  <a:ext uri="{FF2B5EF4-FFF2-40B4-BE49-F238E27FC236}">
                    <a16:creationId xmlns:a16="http://schemas.microsoft.com/office/drawing/2014/main" id="{0344B820-7FF6-0156-CD20-E1F26BAE1B1A}"/>
                  </a:ext>
                </a:extLst>
              </p:cNvPr>
              <p:cNvSpPr/>
              <p:nvPr/>
            </p:nvSpPr>
            <p:spPr>
              <a:xfrm>
                <a:off x="10062593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8" name="Textfeld 107">
                <a:extLst>
                  <a:ext uri="{FF2B5EF4-FFF2-40B4-BE49-F238E27FC236}">
                    <a16:creationId xmlns:a16="http://schemas.microsoft.com/office/drawing/2014/main" id="{74011C70-2944-7577-0C86-B2C0DF877C97}"/>
                  </a:ext>
                </a:extLst>
              </p:cNvPr>
              <p:cNvSpPr txBox="1"/>
              <p:nvPr/>
            </p:nvSpPr>
            <p:spPr>
              <a:xfrm rot="16200000">
                <a:off x="9253797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28</a:t>
                </a:r>
              </a:p>
            </p:txBody>
          </p:sp>
          <p:cxnSp>
            <p:nvCxnSpPr>
              <p:cNvPr id="109" name="Gerade Verbindung mit Pfeil 108">
                <a:extLst>
                  <a:ext uri="{FF2B5EF4-FFF2-40B4-BE49-F238E27FC236}">
                    <a16:creationId xmlns:a16="http://schemas.microsoft.com/office/drawing/2014/main" id="{7546104B-0E5A-FF13-A77B-A6D7C040E9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27273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109">
                <a:extLst>
                  <a:ext uri="{FF2B5EF4-FFF2-40B4-BE49-F238E27FC236}">
                    <a16:creationId xmlns:a16="http://schemas.microsoft.com/office/drawing/2014/main" id="{C35E5783-F0D5-6CC7-A470-BE4446015A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251" y="3817463"/>
                <a:ext cx="5230198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318C9C81-C5F3-F038-2C11-56047721B0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1419" y="3836831"/>
                <a:ext cx="0" cy="1713208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CB4A730D-ECE9-C48A-AD13-F13CEFDF86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03819" y="3836832"/>
                <a:ext cx="0" cy="1727033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2DD9D0C1-7A65-5B61-3244-F362904B4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6449" y="3835463"/>
                <a:ext cx="0" cy="172800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113">
                <a:extLst>
                  <a:ext uri="{FF2B5EF4-FFF2-40B4-BE49-F238E27FC236}">
                    <a16:creationId xmlns:a16="http://schemas.microsoft.com/office/drawing/2014/main" id="{BAB08675-105E-0C3A-8602-B940D14DBB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8703" y="1430663"/>
                <a:ext cx="6251746" cy="0"/>
              </a:xfrm>
              <a:prstGeom prst="line">
                <a:avLst/>
              </a:prstGeom>
              <a:ln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Gerade Verbindung mit Pfeil 114">
                <a:extLst>
                  <a:ext uri="{FF2B5EF4-FFF2-40B4-BE49-F238E27FC236}">
                    <a16:creationId xmlns:a16="http://schemas.microsoft.com/office/drawing/2014/main" id="{B32C96A3-8D54-0F6A-91F7-8374BA8420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55419" y="1487720"/>
                <a:ext cx="0" cy="406231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28079B43-050C-A101-1AF0-F1EF4CD139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47819" y="1460565"/>
                <a:ext cx="0" cy="410329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" name="Gerade Verbindung mit Pfeil 116">
                <a:extLst>
                  <a:ext uri="{FF2B5EF4-FFF2-40B4-BE49-F238E27FC236}">
                    <a16:creationId xmlns:a16="http://schemas.microsoft.com/office/drawing/2014/main" id="{D4376C6E-F0CE-0A3A-3DB7-00630DB40B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55995" y="1430663"/>
                <a:ext cx="22061" cy="4119376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798FF3EF-B7E9-B33D-1B3B-497649FF03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67766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9" name="Rechteck 118">
                <a:extLst>
                  <a:ext uri="{FF2B5EF4-FFF2-40B4-BE49-F238E27FC236}">
                    <a16:creationId xmlns:a16="http://schemas.microsoft.com/office/drawing/2014/main" id="{6C46583B-F3D3-7FAB-A1DA-EE85A19246C2}"/>
                  </a:ext>
                </a:extLst>
              </p:cNvPr>
              <p:cNvSpPr/>
              <p:nvPr/>
            </p:nvSpPr>
            <p:spPr>
              <a:xfrm rot="16200000">
                <a:off x="1742219" y="6498484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Encoder</a:t>
                </a:r>
              </a:p>
            </p:txBody>
          </p:sp>
          <p:cxnSp>
            <p:nvCxnSpPr>
              <p:cNvPr id="120" name="Gerade Verbindung mit Pfeil 119">
                <a:extLst>
                  <a:ext uri="{FF2B5EF4-FFF2-40B4-BE49-F238E27FC236}">
                    <a16:creationId xmlns:a16="http://schemas.microsoft.com/office/drawing/2014/main" id="{2CF6573B-0DC9-8DB2-5318-65E5BF6A3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94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1" name="Rechteck 120">
                <a:extLst>
                  <a:ext uri="{FF2B5EF4-FFF2-40B4-BE49-F238E27FC236}">
                    <a16:creationId xmlns:a16="http://schemas.microsoft.com/office/drawing/2014/main" id="{75BBAF4A-95CD-A5C6-C548-48D38C4FC7D8}"/>
                  </a:ext>
                </a:extLst>
              </p:cNvPr>
              <p:cNvSpPr/>
              <p:nvPr/>
            </p:nvSpPr>
            <p:spPr>
              <a:xfrm rot="16200000">
                <a:off x="10296719" y="6484299"/>
                <a:ext cx="2192400" cy="24120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Modulation</a:t>
                </a:r>
              </a:p>
            </p:txBody>
          </p:sp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03A7A2A-2F0D-D8AF-06D6-B8598B5E5C4D}"/>
                  </a:ext>
                </a:extLst>
              </p:cNvPr>
              <p:cNvSpPr/>
              <p:nvPr/>
            </p:nvSpPr>
            <p:spPr>
              <a:xfrm rot="16200000">
                <a:off x="11243519" y="6484299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Layer</a:t>
                </a:r>
              </a:p>
            </p:txBody>
          </p:sp>
          <p:cxnSp>
            <p:nvCxnSpPr>
              <p:cNvPr id="123" name="Gerade Verbindung mit Pfeil 122">
                <a:extLst>
                  <a:ext uri="{FF2B5EF4-FFF2-40B4-BE49-F238E27FC236}">
                    <a16:creationId xmlns:a16="http://schemas.microsoft.com/office/drawing/2014/main" id="{E07549C5-8C48-4AEA-2ABB-958F92E1A5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63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Gerade Verbindung mit Pfeil 123">
                <a:extLst>
                  <a:ext uri="{FF2B5EF4-FFF2-40B4-BE49-F238E27FC236}">
                    <a16:creationId xmlns:a16="http://schemas.microsoft.com/office/drawing/2014/main" id="{579529AB-17EA-E2D5-443B-93AF801D3B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33119" y="6661636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D5AC5911-1FB1-B0F4-7692-FFC493FC25D4}"/>
                  </a:ext>
                </a:extLst>
              </p:cNvPr>
              <p:cNvSpPr txBox="1"/>
              <p:nvPr/>
            </p:nvSpPr>
            <p:spPr>
              <a:xfrm>
                <a:off x="13975150" y="6341947"/>
                <a:ext cx="120097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Noise </a:t>
                </a:r>
              </a:p>
              <a:p>
                <a:r>
                  <a:rPr lang="en-GB" dirty="0"/>
                  <a:t>Prediction</a:t>
                </a:r>
              </a:p>
            </p:txBody>
          </p:sp>
          <p:cxnSp>
            <p:nvCxnSpPr>
              <p:cNvPr id="126" name="Gerade Verbindung mit Pfeil 125">
                <a:extLst>
                  <a:ext uri="{FF2B5EF4-FFF2-40B4-BE49-F238E27FC236}">
                    <a16:creationId xmlns:a16="http://schemas.microsoft.com/office/drawing/2014/main" id="{FB0F0823-8FF7-3409-DFCA-821DAE6CB6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7" name="Rechteck 126">
                <a:extLst>
                  <a:ext uri="{FF2B5EF4-FFF2-40B4-BE49-F238E27FC236}">
                    <a16:creationId xmlns:a16="http://schemas.microsoft.com/office/drawing/2014/main" id="{C77C9C34-6470-4707-52D4-1E2EDFA00941}"/>
                  </a:ext>
                </a:extLst>
              </p:cNvPr>
              <p:cNvSpPr/>
              <p:nvPr/>
            </p:nvSpPr>
            <p:spPr>
              <a:xfrm rot="16200000">
                <a:off x="2711264" y="1242986"/>
                <a:ext cx="2192400" cy="241200"/>
              </a:xfrm>
              <a:prstGeom prst="rect">
                <a:avLst/>
              </a:prstGeom>
              <a:solidFill>
                <a:srgbClr val="F2F2A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128" name="Gerade Verbindung mit Pfeil 127">
                <a:extLst>
                  <a:ext uri="{FF2B5EF4-FFF2-40B4-BE49-F238E27FC236}">
                    <a16:creationId xmlns:a16="http://schemas.microsoft.com/office/drawing/2014/main" id="{0D401F23-7AC0-6BA8-5C9A-0E9AD4DE9C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3950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" name="Rechteck 128">
                <a:extLst>
                  <a:ext uri="{FF2B5EF4-FFF2-40B4-BE49-F238E27FC236}">
                    <a16:creationId xmlns:a16="http://schemas.microsoft.com/office/drawing/2014/main" id="{C6E995C1-FECC-F6EB-B1C0-5D64F00177FB}"/>
                  </a:ext>
                </a:extLst>
              </p:cNvPr>
              <p:cNvSpPr/>
              <p:nvPr/>
            </p:nvSpPr>
            <p:spPr>
              <a:xfrm rot="16200000">
                <a:off x="3685113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</p:grp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5D7E22D7-B722-E14F-DBB5-B5EDD5914DF0}"/>
                </a:ext>
              </a:extLst>
            </p:cNvPr>
            <p:cNvSpPr txBox="1"/>
            <p:nvPr/>
          </p:nvSpPr>
          <p:spPr>
            <a:xfrm rot="16200000">
              <a:off x="2612167" y="1439475"/>
              <a:ext cx="758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(1, 6912)</a:t>
              </a:r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F36066C7-61BB-89BB-C51C-A83388B84DB7}"/>
                </a:ext>
              </a:extLst>
            </p:cNvPr>
            <p:cNvSpPr txBox="1"/>
            <p:nvPr/>
          </p:nvSpPr>
          <p:spPr>
            <a:xfrm rot="16200000">
              <a:off x="2369201" y="3639600"/>
              <a:ext cx="1141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(1,1,300,4096)</a:t>
              </a:r>
            </a:p>
          </p:txBody>
        </p: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728531C9-09DC-A5E1-D99B-F7DBD958414B}"/>
                </a:ext>
              </a:extLst>
            </p:cNvPr>
            <p:cNvSpPr txBox="1"/>
            <p:nvPr/>
          </p:nvSpPr>
          <p:spPr>
            <a:xfrm rot="16200000">
              <a:off x="3350187" y="3639600"/>
              <a:ext cx="1140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(1,1,300,1152)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A3121579-4557-025C-4A10-FDB380BE962D}"/>
                </a:ext>
              </a:extLst>
            </p:cNvPr>
            <p:cNvSpPr txBox="1"/>
            <p:nvPr/>
          </p:nvSpPr>
          <p:spPr>
            <a:xfrm rot="16200000">
              <a:off x="1537353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(1,4,h,w)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F88E2B28-C722-0997-6535-96584A4EDEEC}"/>
                </a:ext>
              </a:extLst>
            </p:cNvPr>
            <p:cNvSpPr txBox="1"/>
            <p:nvPr/>
          </p:nvSpPr>
          <p:spPr>
            <a:xfrm rot="16200000">
              <a:off x="284573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4B292247-54B9-77D4-2DDD-A7C21742C50E}"/>
                </a:ext>
              </a:extLst>
            </p:cNvPr>
            <p:cNvSpPr txBox="1"/>
            <p:nvPr/>
          </p:nvSpPr>
          <p:spPr>
            <a:xfrm rot="16200000">
              <a:off x="4158178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27AC79-89E0-C0A9-A09C-05F049340F64}"/>
                </a:ext>
              </a:extLst>
            </p:cNvPr>
            <p:cNvSpPr txBox="1"/>
            <p:nvPr/>
          </p:nvSpPr>
          <p:spPr>
            <a:xfrm rot="16200000">
              <a:off x="714976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(1,3,H,W)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B656EC52-8307-CDB3-6064-398FA3B7E0E5}"/>
                </a:ext>
              </a:extLst>
            </p:cNvPr>
            <p:cNvSpPr txBox="1"/>
            <p:nvPr/>
          </p:nvSpPr>
          <p:spPr>
            <a:xfrm rot="16200000">
              <a:off x="5452997" y="6505383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8E11227-3B51-0B2E-64FD-AD522D2BA7F2}"/>
                </a:ext>
              </a:extLst>
            </p:cNvPr>
            <p:cNvSpPr txBox="1"/>
            <p:nvPr/>
          </p:nvSpPr>
          <p:spPr>
            <a:xfrm rot="16200000">
              <a:off x="9245228" y="6505201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43103BD9-A58B-4ABD-5602-16BCBB30FD4E}"/>
                </a:ext>
              </a:extLst>
            </p:cNvPr>
            <p:cNvSpPr txBox="1"/>
            <p:nvPr/>
          </p:nvSpPr>
          <p:spPr>
            <a:xfrm rot="16200000">
              <a:off x="10098149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62159B72-AE43-F4AD-BA21-9EE03B3B95C0}"/>
                </a:ext>
              </a:extLst>
            </p:cNvPr>
            <p:cNvSpPr txBox="1"/>
            <p:nvPr/>
          </p:nvSpPr>
          <p:spPr>
            <a:xfrm rot="16200000">
              <a:off x="1105291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(1,N,32)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97435266-421F-3D36-684A-E26ED9BE5824}"/>
                </a:ext>
              </a:extLst>
            </p:cNvPr>
            <p:cNvSpPr/>
            <p:nvPr/>
          </p:nvSpPr>
          <p:spPr>
            <a:xfrm rot="16200000">
              <a:off x="11071215" y="6979899"/>
              <a:ext cx="2192400" cy="241200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 err="1">
                  <a:solidFill>
                    <a:schemeClr val="tx1"/>
                  </a:solidFill>
                </a:rPr>
                <a:t>Unpatchify</a:t>
              </a:r>
              <a:endParaRPr lang="en-GB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5540AD5E-3EC3-BEA4-C9B9-E85D1976B826}"/>
                </a:ext>
              </a:extLst>
            </p:cNvPr>
            <p:cNvCxnSpPr>
              <a:cxnSpLocks/>
            </p:cNvCxnSpPr>
            <p:nvPr/>
          </p:nvCxnSpPr>
          <p:spPr>
            <a:xfrm>
              <a:off x="12460815" y="715723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8F873251-AC4F-616B-E8D6-9D50CA5B78A2}"/>
                </a:ext>
              </a:extLst>
            </p:cNvPr>
            <p:cNvSpPr txBox="1"/>
            <p:nvPr/>
          </p:nvSpPr>
          <p:spPr>
            <a:xfrm rot="16200000">
              <a:off x="1199510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(1,8,h,w)</a:t>
              </a:r>
            </a:p>
          </p:txBody>
        </p: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371CA12-5A7B-92BB-6527-75074148256E}"/>
                </a:ext>
              </a:extLst>
            </p:cNvPr>
            <p:cNvSpPr txBox="1"/>
            <p:nvPr/>
          </p:nvSpPr>
          <p:spPr>
            <a:xfrm rot="16200000">
              <a:off x="673205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84" name="Textfeld 83">
              <a:extLst>
                <a:ext uri="{FF2B5EF4-FFF2-40B4-BE49-F238E27FC236}">
                  <a16:creationId xmlns:a16="http://schemas.microsoft.com/office/drawing/2014/main" id="{B1B13E5F-1939-E80F-6FAE-575203175E4A}"/>
                </a:ext>
              </a:extLst>
            </p:cNvPr>
            <p:cNvSpPr txBox="1"/>
            <p:nvPr/>
          </p:nvSpPr>
          <p:spPr>
            <a:xfrm rot="16200000">
              <a:off x="1687588" y="1464857"/>
              <a:ext cx="7264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(1,1152)</a:t>
              </a:r>
            </a:p>
          </p:txBody>
        </p: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9EA77F2E-CC18-619B-1DDD-F78E4E10B2B5}"/>
                </a:ext>
              </a:extLst>
            </p:cNvPr>
            <p:cNvSpPr txBox="1"/>
            <p:nvPr/>
          </p:nvSpPr>
          <p:spPr>
            <a:xfrm rot="16200000">
              <a:off x="976084" y="1589618"/>
              <a:ext cx="3561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(1)</a:t>
              </a:r>
            </a:p>
          </p:txBody>
        </p: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603C5392-A082-3D38-E966-349940981A63}"/>
                </a:ext>
              </a:extLst>
            </p:cNvPr>
            <p:cNvSpPr txBox="1"/>
            <p:nvPr/>
          </p:nvSpPr>
          <p:spPr>
            <a:xfrm rot="16200000">
              <a:off x="1411634" y="3639600"/>
              <a:ext cx="1141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(1,1,300)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5035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C6469-28E4-0B1D-129D-BB3802AC2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B4D23C3-E011-BFA6-220E-57EB564F0B94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8E76C2F0-AE7A-A7C2-5A53-13D13B0632F9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bg2">
              <a:lumMod val="90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053CA8BD-C32D-DEE2-47A8-0D34E6D474AA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C3E6C5B-51C6-E6B1-5638-74F7B5DBC0CF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A4D2B99-F64A-2CD7-E5C5-774976561AC2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A39394E-E108-811F-B956-51E2B41A3167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6F7159-9EC7-282F-AFC9-74001CD25F0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920C45-7E2F-0D56-1DF0-F6C6B616FEAD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82A050C-B862-D6BA-9708-AA9C5A7DDC11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40A51A-1334-C249-F69C-2FA551229756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DDCCEDD-F0A5-4FCB-5988-BC7443EE920F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395E26D-156E-9D69-5A28-BCBF700D193A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AFA0812-BC7F-2D02-8570-6ED458FA8B1A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2E0A070-8028-733A-E74C-D48DF223ECFC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F0C24AB-2CC0-7477-1F9E-AB287AE2DE25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5979E1D-88C0-3554-69BC-18B48EC84B61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06FF779-BA31-3870-E642-07794BB074A0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41E670D-7ADD-340E-F9CB-6112A97AA5F9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01ED4E-31B2-1435-7CCA-37B0000F75B0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6CE4359-FB7A-00C8-E0E9-9D1EB3DB0D51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AEC78A-A9C2-3C99-2B10-0A8339B10332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FDC309F-7049-F271-6795-127FB50BFEF4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12631C4-3CBC-1ADF-71C3-C43FA8E2803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632238B-DEDF-AF88-D7FC-11098B398DCE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103AACC-31F7-CA8B-E4F9-0A208BB50129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A9E3B33-4413-46C2-4045-8FA25B78EF37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00D1F31-478F-D0F7-4764-074064765AF4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674CDFB-2246-171D-2468-469C1E978FF4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7DE24A63-4D95-6E95-FC0A-B528CA2B84B3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D5D16B5E-6D24-B9A4-626A-9C4D9ADAA89E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ED697879-EBAA-65E6-1891-C911E94AC05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28522E0-9E0F-CD65-1FED-FC1281A0164E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5175D633-66DE-3A93-C45E-64CF44D55401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3FFDFA-A008-E8C1-BE10-6F55ACE492AE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0E02C6-5AB4-1F54-F504-906D3595DCE0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0DAB4E1-2807-8414-AD1E-FCF990DABA6D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94EA89-7B30-BD2A-3280-633F52653A03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FB73B0B-8C57-6CED-046C-A8E1E708E4E1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CDA358A-C5CE-2C40-26B4-9ED5687B1590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6867D938-3E26-CDF7-1069-9205585812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72A9F79-2A48-B042-4879-842CE435D60D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51FB5D-FC4C-B771-2DD7-4F8E5163C6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9407EB55-74F9-04A7-99FB-814FD652B055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BA1950C-8ED3-70BE-1E16-062B415BDEE5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1B758E1-AC42-16E9-A376-55EEA4AB4113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326AF27-D652-3BE6-AF33-80802FB47EC7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082FA4E-30B0-96C0-317F-1A80DC38161C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A5C7EDE-B277-7E9C-2B27-A8CE7E9CAC64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83AF12D-7DBE-33AC-D211-A4D1AFECE725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E9D6B4AE-EC37-DB1E-BE47-5D184FD8F210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CF1D475-F806-5DF9-3D93-5675E283EE2D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FF0C59A4-D308-CB9B-504D-13A51ADCFF8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8C7E734-48E1-97FA-2A92-9A751B6EF6B7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6916D17-2779-E8D7-3963-FEE860E1348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64BAC7A5-0096-7D8A-656D-23E1EA58480A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D1587A56-780D-516E-FC27-DBABE71F7FBC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FDABD614-F3E2-5B4C-48AF-41B12C8B8D7A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48CB652-A0D4-2E2B-6698-48C5B185BA75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7262B4C0-000C-B1E6-2940-9C085315ACFD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1385A43C-5186-545B-324F-57FEF621A53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F27A297D-BC26-219B-EE5A-BDC2D8EA247C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D56A108-0EB9-0D4C-B322-3911FD4310AF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CCAB49E6-DE72-EE4B-113A-B4B5355A4EA9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/>
              <a:t>Image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DBB637F1-C1D8-AFBE-4177-937E771DED34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59B4B867-F302-ECBC-4F8E-5FFE57816EE9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6E06F95-F571-01D5-7375-CEB2715F4C1F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B32CE588-071B-ADCD-C0B9-F3319008742D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EBE7792E-6B08-07CA-121A-EAB19D375CC1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47BD5CCF-61C7-F769-FC1B-099039DA2D02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C996562E-7BCC-56BA-C4C5-7FF92B63D2A4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6DC05F77-B926-5564-C1C2-E72C8B9F0A29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195DDA4D-EB26-DB0D-A1D6-D1613E36B72D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118ED9C8-1062-956C-4E8C-5522330E573F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38EC41EB-DE1D-6691-4AC4-5F52057E5388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5E03F89C-3EAF-04FA-958E-C3654E1CB7F7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4C58D019-2FE3-0D40-E9D1-EA11767CF330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325681A-EAE4-8A36-62DF-CF9F730EF4E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DF967629-4A7F-CE7D-8081-A9FC63499EE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2D2A99C-C992-F57D-8988-44ADD8FE0BBA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0099CB58-2A30-F50C-894E-0CE90FFA9D13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A3AF182D-5236-FD1F-B569-CF894C863A96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5104A068-540B-9628-4B96-F2B392453007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484148BB-4DE0-8EEC-A890-09AB9DA160B1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960BDEC5-A28C-AC1A-3F22-7E7CFBFF585E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D89B6DD-86F1-D0DE-44D7-F17CDFCC7DA8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11994A1-FCFB-438C-E106-458632B6E350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D75EBA5D-F3EA-C582-E2FA-7CA569B436B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5A52115C-2B1C-535B-4870-2C94976DB3D4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D666995-5AB1-4ABF-86B3-92FA64EF30A7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D91E47E0-A9C1-4F37-9717-D48B30F447BB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100138C-1ED6-A43C-4C45-A13450E1E0B2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9456E47E-23B4-AC1D-30F4-E1E82E80F721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DFF149B8-13E3-4B99-E1F0-BD7AA5A87036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A49D49A6-B444-DE04-485C-1991F13F3982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25094FC7-3D38-0136-8E84-F64FB3A4F23A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6DFC82B-8C84-1DD0-9490-A701EF3B1140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604A813-ED97-6921-84E7-7C2D9E0B7213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9947C608-9633-3A75-A4A7-EE3CE8C2171E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0F9FB296-3CA9-F593-33BD-BC7AD7792C71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287BD283-A1FC-BC29-A1D0-559E86C3308C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F6B7EEBE-03ED-F0C4-C11D-0E6E13DC278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984090D-FB21-64E8-3FFF-DD1FA2A91A31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7FB6DFFA-44CB-7629-FFB4-39417CF8F09C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EAC28D72-901C-68E2-885F-92DD195173B4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B53D1C5B-4917-A879-508D-6E8B2A9E8D61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7631C54B-B908-5C27-5C35-BC9EFB823780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7006D3D-D658-3C85-25F0-882B216555E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1A9DCAE-B9E1-8581-9B01-9C2E0BCE7113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8A5E4FC6-8ECB-6BA8-3EFC-07F05B43A802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4D741582-02F9-7074-B5A9-F3409132B015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529741AE-6C2A-A61C-B099-032F82151A8F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CB33382D-0210-408D-BA59-11D20073E45E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703D68D6-3B90-46B7-171C-82C7C73DFB31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24C8A06A-4DAE-5563-4E3E-6FB32091A982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1AA7F245-8592-17E8-8E2A-23A25F0CEC00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90A77559-961D-D7F6-986F-46A4533AD552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6DDB2367-5E7C-1647-010B-876A2AB28D22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246A22F8-3E6A-26BB-7DD4-6095A0DF874D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C86DE0BE-9F1C-595F-C748-59B202DE6FF8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F28811BF-1891-D34C-FCAE-D595ADDF5F8C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11F724CC-3BA8-E0C9-DF8D-B21017BBA83A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05CFF4C3-284B-12E3-AE30-CB696412EB21}"/>
              </a:ext>
            </a:extLst>
          </p:cNvPr>
          <p:cNvSpPr txBox="1"/>
          <p:nvPr/>
        </p:nvSpPr>
        <p:spPr>
          <a:xfrm>
            <a:off x="459688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EF339BD-B51D-CD0E-01E6-C899FD13C93D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2E65E521-F85B-F93B-2E9E-42086F435CED}"/>
              </a:ext>
            </a:extLst>
          </p:cNvPr>
          <p:cNvSpPr txBox="1"/>
          <p:nvPr/>
        </p:nvSpPr>
        <p:spPr>
          <a:xfrm>
            <a:off x="552579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5119C2E-1FE1-D19E-AAD3-18A80F964CB9}"/>
              </a:ext>
            </a:extLst>
          </p:cNvPr>
          <p:cNvSpPr txBox="1"/>
          <p:nvPr/>
        </p:nvSpPr>
        <p:spPr>
          <a:xfrm>
            <a:off x="585962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528D97DD-D8F3-D635-FDB2-8B3175A92741}"/>
              </a:ext>
            </a:extLst>
          </p:cNvPr>
          <p:cNvSpPr txBox="1"/>
          <p:nvPr/>
        </p:nvSpPr>
        <p:spPr>
          <a:xfrm>
            <a:off x="6483737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F00148B9-37F3-EE86-2EA4-FCAFD30A00EC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8281E50-B950-DD29-3521-6B2C19B94A3E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FF7ECB8A-EC69-0D8B-B249-AE95D84C46BC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BE02011C-A67C-696A-ADE1-5C8A4BBD4396}"/>
              </a:ext>
            </a:extLst>
          </p:cNvPr>
          <p:cNvSpPr txBox="1"/>
          <p:nvPr/>
        </p:nvSpPr>
        <p:spPr>
          <a:xfrm>
            <a:off x="9277735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1010672-DC85-678C-ACBC-31503D02B2C9}"/>
              </a:ext>
            </a:extLst>
          </p:cNvPr>
          <p:cNvSpPr txBox="1"/>
          <p:nvPr/>
        </p:nvSpPr>
        <p:spPr>
          <a:xfrm>
            <a:off x="958979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9F863D3-A544-AE3B-9AEB-9D444C21E8AE}"/>
              </a:ext>
            </a:extLst>
          </p:cNvPr>
          <p:cNvSpPr txBox="1"/>
          <p:nvPr/>
        </p:nvSpPr>
        <p:spPr>
          <a:xfrm>
            <a:off x="992362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189C04EC-A156-53F9-A1A4-33F0FB62920A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E776D984-8003-82E1-DF9E-3B52DE84569F}"/>
              </a:ext>
            </a:extLst>
          </p:cNvPr>
          <p:cNvSpPr txBox="1"/>
          <p:nvPr/>
        </p:nvSpPr>
        <p:spPr>
          <a:xfrm>
            <a:off x="10518704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8F8609B9-3857-2AE2-847F-3E3E79A2DD36}"/>
              </a:ext>
            </a:extLst>
          </p:cNvPr>
          <p:cNvSpPr txBox="1"/>
          <p:nvPr/>
        </p:nvSpPr>
        <p:spPr>
          <a:xfrm>
            <a:off x="1083802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B2D4B7B0-0F83-0FF9-BBFB-8DE3A5E7B77E}"/>
              </a:ext>
            </a:extLst>
          </p:cNvPr>
          <p:cNvSpPr txBox="1"/>
          <p:nvPr/>
        </p:nvSpPr>
        <p:spPr>
          <a:xfrm>
            <a:off x="11142819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B7312BA-9196-FDB2-29F2-0F4A640B7C2D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E9B2B074-071E-F954-7571-C3DC3A3FCE15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7B9F412-2905-3629-AA8F-0312CE6F1F87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A9C30018-58E2-AF44-3F07-A5342ED74BD3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E9984E2D-926B-06B9-7DD3-9529F213B27D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EB496B0-3C69-1016-0097-775ADC260F30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DA7B9034-0294-1BED-44B5-307C54E3CA86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E187AD0D-4451-A1D7-39BE-830B73A91C25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03B0942-D99D-E5BE-916D-4F4D32ECC25B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2B74866B-D006-E6CA-0F6E-4F1D4CF19A55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D2EA571B-C77A-CA6B-6D00-B9EBBE54E0C5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DD814199-B030-82DE-D6D6-0A19B90A6E70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E039E3E3-17E7-CD31-5615-82E6CEE7FB6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4EB657D-E391-C68B-3B8B-AA022CF5F1CE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E829241-2BFE-4741-AA46-E14EDA50081A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3970C-A8E4-9311-7A97-C0A666B6C794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112FFE7-9FC0-768F-F53F-95D8803D82C2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C06FDAD-0CE9-7D2D-250C-35FD94AB17A8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2DBAB8-A50B-D4FA-2820-B49C7314FBD3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6084C23-C17B-2E20-2B0D-FB70D0F382EA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9CB6585-3FBA-3CAE-D90F-2C7A06BAB02F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B200681-C592-2C78-2134-37745C8529A5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698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7CE95B-28D8-F23A-AF4B-78D718826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FFFEB6-A6A9-38D4-AD47-EE5D8C8C5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399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4ACB-F00E-9131-8485-13CCCC64E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BF24B187-CAB6-04A2-073F-2D255B2FDCA6}"/>
              </a:ext>
            </a:extLst>
          </p:cNvPr>
          <p:cNvSpPr/>
          <p:nvPr/>
        </p:nvSpPr>
        <p:spPr>
          <a:xfrm>
            <a:off x="2598057" y="331319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BE442670-DD60-C441-4492-C9CDBA87C842}"/>
              </a:ext>
            </a:extLst>
          </p:cNvPr>
          <p:cNvSpPr txBox="1"/>
          <p:nvPr/>
        </p:nvSpPr>
        <p:spPr>
          <a:xfrm>
            <a:off x="9725346" y="341861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4C73F524-9A8B-30D5-017C-15036BC1BF72}"/>
              </a:ext>
            </a:extLst>
          </p:cNvPr>
          <p:cNvGrpSpPr/>
          <p:nvPr/>
        </p:nvGrpSpPr>
        <p:grpSpPr>
          <a:xfrm>
            <a:off x="3075095" y="3739021"/>
            <a:ext cx="6694953" cy="977030"/>
            <a:chOff x="3023993" y="3739021"/>
            <a:chExt cx="6694953" cy="97703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1CB67AEB-FF4E-86C2-EB88-931A14EEF92B}"/>
                </a:ext>
              </a:extLst>
            </p:cNvPr>
            <p:cNvSpPr/>
            <p:nvPr/>
          </p:nvSpPr>
          <p:spPr>
            <a:xfrm>
              <a:off x="374528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8FFD8844-FC79-7932-6C66-D21621BCC6AE}"/>
                </a:ext>
              </a:extLst>
            </p:cNvPr>
            <p:cNvSpPr/>
            <p:nvPr/>
          </p:nvSpPr>
          <p:spPr>
            <a:xfrm>
              <a:off x="398223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898DC15C-74B5-501A-4F3B-DA64DB246937}"/>
                </a:ext>
              </a:extLst>
            </p:cNvPr>
            <p:cNvSpPr/>
            <p:nvPr/>
          </p:nvSpPr>
          <p:spPr>
            <a:xfrm>
              <a:off x="423066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E1D165C-A1A0-06BF-17D2-5FA6A8500B8E}"/>
                </a:ext>
              </a:extLst>
            </p:cNvPr>
            <p:cNvSpPr/>
            <p:nvPr/>
          </p:nvSpPr>
          <p:spPr>
            <a:xfrm>
              <a:off x="446761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E3464B0-4A5C-7F3F-7D71-224F3AB4398B}"/>
                </a:ext>
              </a:extLst>
            </p:cNvPr>
            <p:cNvSpPr/>
            <p:nvPr/>
          </p:nvSpPr>
          <p:spPr>
            <a:xfrm>
              <a:off x="473692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24F7207-B292-F92C-7062-5AB336C17397}"/>
                </a:ext>
              </a:extLst>
            </p:cNvPr>
            <p:cNvSpPr/>
            <p:nvPr/>
          </p:nvSpPr>
          <p:spPr>
            <a:xfrm>
              <a:off x="49738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D630443-AC74-9E50-75DA-8E129BA23358}"/>
                </a:ext>
              </a:extLst>
            </p:cNvPr>
            <p:cNvSpPr/>
            <p:nvPr/>
          </p:nvSpPr>
          <p:spPr>
            <a:xfrm>
              <a:off x="52223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434ED1C7-9B39-62FB-9F8D-AF7CAC496644}"/>
                </a:ext>
              </a:extLst>
            </p:cNvPr>
            <p:cNvSpPr/>
            <p:nvPr/>
          </p:nvSpPr>
          <p:spPr>
            <a:xfrm>
              <a:off x="54592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B1E58E3-B1AD-8E8A-9029-ACB412D8997B}"/>
                </a:ext>
              </a:extLst>
            </p:cNvPr>
            <p:cNvSpPr/>
            <p:nvPr/>
          </p:nvSpPr>
          <p:spPr>
            <a:xfrm>
              <a:off x="569203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361C573-9703-3536-E549-CB6F18DDD8B9}"/>
                </a:ext>
              </a:extLst>
            </p:cNvPr>
            <p:cNvSpPr/>
            <p:nvPr/>
          </p:nvSpPr>
          <p:spPr>
            <a:xfrm>
              <a:off x="592898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13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DF5F12-763E-7462-BD59-EBC63465A6BC}"/>
                </a:ext>
              </a:extLst>
            </p:cNvPr>
            <p:cNvSpPr/>
            <p:nvPr/>
          </p:nvSpPr>
          <p:spPr>
            <a:xfrm>
              <a:off x="61774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14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936E9EB-AAA7-7A12-EE5F-F770682291CB}"/>
                </a:ext>
              </a:extLst>
            </p:cNvPr>
            <p:cNvSpPr/>
            <p:nvPr/>
          </p:nvSpPr>
          <p:spPr>
            <a:xfrm>
              <a:off x="64143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15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06B661C1-D975-625B-9676-0517F26A6EF9}"/>
                </a:ext>
              </a:extLst>
            </p:cNvPr>
            <p:cNvSpPr/>
            <p:nvPr/>
          </p:nvSpPr>
          <p:spPr>
            <a:xfrm>
              <a:off x="665341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16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9D9868EB-31ED-212E-4F11-7033903BEB84}"/>
                </a:ext>
              </a:extLst>
            </p:cNvPr>
            <p:cNvSpPr/>
            <p:nvPr/>
          </p:nvSpPr>
          <p:spPr>
            <a:xfrm>
              <a:off x="689036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17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F9060B8-940F-44B7-8462-176D5B740A03}"/>
                </a:ext>
              </a:extLst>
            </p:cNvPr>
            <p:cNvSpPr/>
            <p:nvPr/>
          </p:nvSpPr>
          <p:spPr>
            <a:xfrm>
              <a:off x="713879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18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5542712-87DC-085E-615E-37E3C351D9B0}"/>
                </a:ext>
              </a:extLst>
            </p:cNvPr>
            <p:cNvSpPr/>
            <p:nvPr/>
          </p:nvSpPr>
          <p:spPr>
            <a:xfrm>
              <a:off x="737574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19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3ACFC1A-3325-B271-2A69-CD7F6E4A6392}"/>
                </a:ext>
              </a:extLst>
            </p:cNvPr>
            <p:cNvSpPr/>
            <p:nvPr/>
          </p:nvSpPr>
          <p:spPr>
            <a:xfrm>
              <a:off x="764453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7A9DFF00-8D4D-4393-F3BF-337D69ECDB7A}"/>
                </a:ext>
              </a:extLst>
            </p:cNvPr>
            <p:cNvSpPr/>
            <p:nvPr/>
          </p:nvSpPr>
          <p:spPr>
            <a:xfrm>
              <a:off x="788148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21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AD0CBD17-593D-CC8E-E85C-F673BFE1A9AE}"/>
                </a:ext>
              </a:extLst>
            </p:cNvPr>
            <p:cNvSpPr/>
            <p:nvPr/>
          </p:nvSpPr>
          <p:spPr>
            <a:xfrm>
              <a:off x="8129919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22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BC7264-30E5-2603-49A9-2C24797C7D67}"/>
                </a:ext>
              </a:extLst>
            </p:cNvPr>
            <p:cNvSpPr/>
            <p:nvPr/>
          </p:nvSpPr>
          <p:spPr>
            <a:xfrm>
              <a:off x="836687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23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B8FDCABA-3D02-AEB8-E249-277A945562E2}"/>
                </a:ext>
              </a:extLst>
            </p:cNvPr>
            <p:cNvSpPr/>
            <p:nvPr/>
          </p:nvSpPr>
          <p:spPr>
            <a:xfrm>
              <a:off x="86038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8C26D4C9-651F-0742-5B14-8A859DF6A201}"/>
                </a:ext>
              </a:extLst>
            </p:cNvPr>
            <p:cNvSpPr/>
            <p:nvPr/>
          </p:nvSpPr>
          <p:spPr>
            <a:xfrm>
              <a:off x="88407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25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77D67170-3D3C-F8C5-D3BA-2A46D6258F4F}"/>
                </a:ext>
              </a:extLst>
            </p:cNvPr>
            <p:cNvSpPr/>
            <p:nvPr/>
          </p:nvSpPr>
          <p:spPr>
            <a:xfrm>
              <a:off x="302399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17865E7D-4D19-3D58-7C7F-F1E90B30BD07}"/>
                </a:ext>
              </a:extLst>
            </p:cNvPr>
            <p:cNvSpPr/>
            <p:nvPr/>
          </p:nvSpPr>
          <p:spPr>
            <a:xfrm>
              <a:off x="3260944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C672069-7A8D-0218-565F-A69F89741A00}"/>
                </a:ext>
              </a:extLst>
            </p:cNvPr>
            <p:cNvSpPr/>
            <p:nvPr/>
          </p:nvSpPr>
          <p:spPr>
            <a:xfrm>
              <a:off x="35093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2E7094B-62F5-93EE-B58D-4587F9F0F79B}"/>
                </a:ext>
              </a:extLst>
            </p:cNvPr>
            <p:cNvSpPr/>
            <p:nvPr/>
          </p:nvSpPr>
          <p:spPr>
            <a:xfrm>
              <a:off x="90798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26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029636D0-6A3F-492A-81B3-C016138E0CC0}"/>
                </a:ext>
              </a:extLst>
            </p:cNvPr>
            <p:cNvSpPr/>
            <p:nvPr/>
          </p:nvSpPr>
          <p:spPr>
            <a:xfrm>
              <a:off x="93167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13DC18FC-CBE5-1881-2DAE-A02F78823602}"/>
                </a:ext>
              </a:extLst>
            </p:cNvPr>
            <p:cNvSpPr/>
            <p:nvPr/>
          </p:nvSpPr>
          <p:spPr>
            <a:xfrm>
              <a:off x="955610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28</a:t>
              </a:r>
            </a:p>
          </p:txBody>
        </p:sp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4D0E1359-F194-4606-53AF-923545112B8F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6BD75E38-39CB-C1C5-6BCD-373669399BF7}"/>
              </a:ext>
            </a:extLst>
          </p:cNvPr>
          <p:cNvSpPr/>
          <p:nvPr/>
        </p:nvSpPr>
        <p:spPr>
          <a:xfrm>
            <a:off x="2540184" y="5723656"/>
            <a:ext cx="7649029" cy="172326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03617FDD-47E4-44DC-A2BE-42BEFB9F8C82}"/>
              </a:ext>
            </a:extLst>
          </p:cNvPr>
          <p:cNvSpPr/>
          <p:nvPr/>
        </p:nvSpPr>
        <p:spPr>
          <a:xfrm>
            <a:off x="373851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B02544CF-2036-2D60-A6AF-1E9C849C4AFF}"/>
              </a:ext>
            </a:extLst>
          </p:cNvPr>
          <p:cNvSpPr/>
          <p:nvPr/>
        </p:nvSpPr>
        <p:spPr>
          <a:xfrm>
            <a:off x="397546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E272B807-4EC9-4202-5BAF-27EE235482BD}"/>
              </a:ext>
            </a:extLst>
          </p:cNvPr>
          <p:cNvSpPr/>
          <p:nvPr/>
        </p:nvSpPr>
        <p:spPr>
          <a:xfrm>
            <a:off x="422389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AB959A7-55F9-6A33-418F-122A10CB5AD8}"/>
              </a:ext>
            </a:extLst>
          </p:cNvPr>
          <p:cNvSpPr/>
          <p:nvPr/>
        </p:nvSpPr>
        <p:spPr>
          <a:xfrm>
            <a:off x="446084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13AEA90-DD84-27E0-B79A-7FA227CFC0B9}"/>
              </a:ext>
            </a:extLst>
          </p:cNvPr>
          <p:cNvSpPr/>
          <p:nvPr/>
        </p:nvSpPr>
        <p:spPr>
          <a:xfrm>
            <a:off x="473015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1B2F03F-91D9-35AE-6E1D-513504A2F9A0}"/>
              </a:ext>
            </a:extLst>
          </p:cNvPr>
          <p:cNvSpPr/>
          <p:nvPr/>
        </p:nvSpPr>
        <p:spPr>
          <a:xfrm>
            <a:off x="49671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E20BAE37-5413-D1D7-7024-FE7E5F7D7EC5}"/>
              </a:ext>
            </a:extLst>
          </p:cNvPr>
          <p:cNvSpPr/>
          <p:nvPr/>
        </p:nvSpPr>
        <p:spPr>
          <a:xfrm>
            <a:off x="52155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35DF8A55-E94E-C73E-6841-3BDC7CC16443}"/>
              </a:ext>
            </a:extLst>
          </p:cNvPr>
          <p:cNvSpPr/>
          <p:nvPr/>
        </p:nvSpPr>
        <p:spPr>
          <a:xfrm>
            <a:off x="54524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8DF41D6-0777-3A10-E6E7-AF58A28A6561}"/>
              </a:ext>
            </a:extLst>
          </p:cNvPr>
          <p:cNvSpPr/>
          <p:nvPr/>
        </p:nvSpPr>
        <p:spPr>
          <a:xfrm>
            <a:off x="568526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D6DA3148-48BF-7F80-0DE3-A51E2CA3B173}"/>
              </a:ext>
            </a:extLst>
          </p:cNvPr>
          <p:cNvSpPr/>
          <p:nvPr/>
        </p:nvSpPr>
        <p:spPr>
          <a:xfrm>
            <a:off x="592221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6D8AD0FD-7BAD-E5DC-5343-ADBCFAAB668C}"/>
              </a:ext>
            </a:extLst>
          </p:cNvPr>
          <p:cNvSpPr/>
          <p:nvPr/>
        </p:nvSpPr>
        <p:spPr>
          <a:xfrm>
            <a:off x="61706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10705B9A-CF83-5C8E-F8B3-9313967E0C72}"/>
              </a:ext>
            </a:extLst>
          </p:cNvPr>
          <p:cNvSpPr/>
          <p:nvPr/>
        </p:nvSpPr>
        <p:spPr>
          <a:xfrm>
            <a:off x="64076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0E50F6D6-0557-23F0-22B9-7BEAC42680B9}"/>
              </a:ext>
            </a:extLst>
          </p:cNvPr>
          <p:cNvSpPr/>
          <p:nvPr/>
        </p:nvSpPr>
        <p:spPr>
          <a:xfrm>
            <a:off x="664664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9706C5C9-A654-B861-C504-1DAA79CE04C0}"/>
              </a:ext>
            </a:extLst>
          </p:cNvPr>
          <p:cNvSpPr/>
          <p:nvPr/>
        </p:nvSpPr>
        <p:spPr>
          <a:xfrm>
            <a:off x="688359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B1714264-EEDB-72D3-7CCE-8EE3AC1A4F88}"/>
              </a:ext>
            </a:extLst>
          </p:cNvPr>
          <p:cNvSpPr/>
          <p:nvPr/>
        </p:nvSpPr>
        <p:spPr>
          <a:xfrm>
            <a:off x="713202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FFE81917-D8E3-E7C8-4028-D0776A16EEFE}"/>
              </a:ext>
            </a:extLst>
          </p:cNvPr>
          <p:cNvSpPr/>
          <p:nvPr/>
        </p:nvSpPr>
        <p:spPr>
          <a:xfrm>
            <a:off x="736897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8210826B-5F2F-7C69-7660-D2B0380626AE}"/>
              </a:ext>
            </a:extLst>
          </p:cNvPr>
          <p:cNvSpPr/>
          <p:nvPr/>
        </p:nvSpPr>
        <p:spPr>
          <a:xfrm>
            <a:off x="763776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707F7709-4024-88EC-167F-65ABB4A82406}"/>
              </a:ext>
            </a:extLst>
          </p:cNvPr>
          <p:cNvSpPr/>
          <p:nvPr/>
        </p:nvSpPr>
        <p:spPr>
          <a:xfrm>
            <a:off x="787471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11" name="Rechteck 110">
            <a:extLst>
              <a:ext uri="{FF2B5EF4-FFF2-40B4-BE49-F238E27FC236}">
                <a16:creationId xmlns:a16="http://schemas.microsoft.com/office/drawing/2014/main" id="{48EB34AD-39CA-22C0-0A62-18F65CE34550}"/>
              </a:ext>
            </a:extLst>
          </p:cNvPr>
          <p:cNvSpPr/>
          <p:nvPr/>
        </p:nvSpPr>
        <p:spPr>
          <a:xfrm>
            <a:off x="8123148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7597A728-2EB9-6B65-3BD7-958F35D94746}"/>
              </a:ext>
            </a:extLst>
          </p:cNvPr>
          <p:cNvSpPr/>
          <p:nvPr/>
        </p:nvSpPr>
        <p:spPr>
          <a:xfrm>
            <a:off x="836009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2D24D2D8-8FD9-8AA7-3153-05CC306D61E3}"/>
              </a:ext>
            </a:extLst>
          </p:cNvPr>
          <p:cNvSpPr/>
          <p:nvPr/>
        </p:nvSpPr>
        <p:spPr>
          <a:xfrm>
            <a:off x="85970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1114F183-1B6C-CF56-A189-2A7E61A83289}"/>
              </a:ext>
            </a:extLst>
          </p:cNvPr>
          <p:cNvSpPr/>
          <p:nvPr/>
        </p:nvSpPr>
        <p:spPr>
          <a:xfrm>
            <a:off x="88340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B2EDB9-0589-C602-9109-519B8A2A2ADE}"/>
              </a:ext>
            </a:extLst>
          </p:cNvPr>
          <p:cNvSpPr/>
          <p:nvPr/>
        </p:nvSpPr>
        <p:spPr>
          <a:xfrm>
            <a:off x="301722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9" name="Rechteck 118">
            <a:extLst>
              <a:ext uri="{FF2B5EF4-FFF2-40B4-BE49-F238E27FC236}">
                <a16:creationId xmlns:a16="http://schemas.microsoft.com/office/drawing/2014/main" id="{DC607DB9-7C21-CDCA-EA76-7B26CE14E103}"/>
              </a:ext>
            </a:extLst>
          </p:cNvPr>
          <p:cNvSpPr/>
          <p:nvPr/>
        </p:nvSpPr>
        <p:spPr>
          <a:xfrm>
            <a:off x="3254173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C06DA7B1-5A4A-CC27-3928-9E632E1818BD}"/>
              </a:ext>
            </a:extLst>
          </p:cNvPr>
          <p:cNvSpPr/>
          <p:nvPr/>
        </p:nvSpPr>
        <p:spPr>
          <a:xfrm>
            <a:off x="35026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49A5C073-525E-40D5-F7D8-F61E7735F6C9}"/>
              </a:ext>
            </a:extLst>
          </p:cNvPr>
          <p:cNvSpPr/>
          <p:nvPr/>
        </p:nvSpPr>
        <p:spPr>
          <a:xfrm>
            <a:off x="90730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629B6C7C-65D2-4A61-E92C-31D44089F8D7}"/>
              </a:ext>
            </a:extLst>
          </p:cNvPr>
          <p:cNvSpPr/>
          <p:nvPr/>
        </p:nvSpPr>
        <p:spPr>
          <a:xfrm>
            <a:off x="93099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2FBCA05F-3752-1CCC-994D-F19ECE95E454}"/>
              </a:ext>
            </a:extLst>
          </p:cNvPr>
          <p:cNvSpPr/>
          <p:nvPr/>
        </p:nvSpPr>
        <p:spPr>
          <a:xfrm>
            <a:off x="954933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DE75AC1A-FEC0-06AB-3C1D-09B8BC7141CA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5650D238-E2FB-6A47-75DC-72C144317811}"/>
              </a:ext>
            </a:extLst>
          </p:cNvPr>
          <p:cNvSpPr txBox="1"/>
          <p:nvPr/>
        </p:nvSpPr>
        <p:spPr>
          <a:xfrm>
            <a:off x="9660577" y="558262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2580032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6FD84-B67A-1B02-C5C3-B86A3134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0A3AD76-D172-EC7B-B053-1E197A7A1D6C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DF3A35E9-D304-0F66-4208-60C5611CB7C0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68D647A-ACB5-4B08-0823-3E0B34CF2B68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26C97F2-A954-7C8E-187A-B9CFFC952F8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6B89FC1-0612-94DD-B841-D85C2BB5BD9A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E79ED6C-8A47-8A93-7FEA-A0A5DC3CC06D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5D43DBA-B176-07A3-D285-39D654A62F1C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517606-50F7-5469-D562-B6C61529B745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F8C088A-44B4-4EF6-AA72-8B1F82359A3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218D31-8ABA-EF49-D7C8-B9F01A06BD9F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605682C-4926-6931-6234-B7B1E446941C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4F5B206-0FA0-7BF4-75F4-75F5F85EBDFF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3DE66AB-49DC-CB61-A374-B247FF174DF3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258B6F7-9532-A9CF-09A3-1977AEEA3C52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710D1E1-75A4-F9E3-4859-C68B4F483CCE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C9A304B-80A9-BF34-5CA3-F85BC85444BD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2B86C0D-2EFD-FD28-1E71-1BFCE29D48A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E395D9-FC6B-E693-37E6-69B9A30F7EAF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CD93CC6-C7C6-376D-0006-90BD53376276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5B22B6B-AF24-3A91-0F1D-DD570E996764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7F101528-E719-B832-CA9E-14257E6D87DC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6B3CF6F-8AE0-C22A-9B46-C309A121CA6D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770D689-ED2C-C2DB-5D20-6490A52CED6F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00F4AEF-1410-EF28-3281-49340B63A1F5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8C77697-BB4A-1A71-10BF-5F382B96F23E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F5E5CA5-8720-BCD4-FAA0-B902DE7696C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D60027EB-0EBC-D925-D5EB-84E180A77F23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3ABB94-A557-6471-E6E8-950DCECC4A51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D47B686E-9BC9-4CA7-6902-1EF801F0EEF6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839C0F58-0957-AA7B-7A68-62059765ECAD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627C7F63-CABF-4E9B-7BD0-2AC2D134F344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5772C087-6A51-2899-9936-35F00EDE1234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CD9463C3-D6D6-A490-CC7C-991A4C6B6365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F7ABA58-8E4B-393B-AD0D-6A174DC8B0A1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673269E-56E4-84B0-4BE8-66E99227C988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4F9F21-2C72-8AAD-0896-8153150787EB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439320-03AD-9F2C-D44A-72AF5AE71AD5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E3DF03A-EC1E-C5E9-1ACC-A014711C2DB8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F5D7BF7-85AC-C868-1FAF-33985F1E7E56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7F86DCC-3AAB-F010-DD40-087353B6EB2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CD25687-ACF2-8F20-CE41-B0E88606F5EA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4DFCAB7-5505-7084-988C-D2F7101713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115CB69-734D-AFED-FE6E-374D1E4A15E7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D055F4BF-47D1-A231-DB59-347661E435E0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65EC204-A8C8-38E8-F80D-2C8AEF5A7CF5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C4072E62-62B5-C2CC-CA67-9CE755202B5D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9666201-9AC5-7316-8B58-9974F3E0F2A2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94ACB5BA-1876-896B-EA78-626B17E2BD0F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44AE4493-AE3D-76F8-BAC3-88C99BA545E6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F4620368-8E34-3B3B-9532-9BDF06034388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D041FED-8796-F77B-0FDA-BE61B66DB8C9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CC42D71C-6E65-1F87-A68A-399734321BA0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F15FF15-83ED-BF62-ABE9-CFDD59A4082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E0CB352-2E04-8EDF-F6DC-DB5936710D8A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A69E937-F4F3-6C70-43F2-AAC4AE122C7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731F8BFC-82DC-BA8F-DBB6-7E78A2581C1D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E26D495-E610-D63B-4460-211387E64E72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1B65D150-205A-616C-2A5A-3A800F5EA03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44E847DA-6937-A5A3-803E-6D87212622FF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3282C9CD-7124-1874-37CB-5914C2C4C8B7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71A7003C-90DF-7102-E6A1-5210CFBFBE1F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C7078FAA-9B80-46C1-6FB8-14373CCBC01B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2644016C-2C12-328F-7730-E3B3F3F5F2AF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77A7864-A008-560E-A3C1-1E5A6E4918E9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6B2BF8E-553D-797E-B184-49E9495AD893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DF6FD5C2-B8A4-AA55-677E-F42679F7FE48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F12275D3-6817-C60B-3CF3-E1DD5E6899F1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802132E9-5B67-F6DB-3F4C-06AC1D10DA0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0D9A810A-A947-308B-E7FB-EDF96ACFF634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B53F2741-6786-20F8-45FA-6CADD1D05318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684BD02-E477-7CF4-F792-F536775DF39D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6D76A54-2B10-5707-4385-93103518EFDF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F45A2EB9-7FF4-C5CA-962B-29D21B10C575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76E451AC-A3E0-A59A-C29B-9277F67B478D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63146925-CAF7-86CC-CA09-CE7AD5EAA7BE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D66424E-C27D-4914-C550-12BD663BE69B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F6B2547-29ED-3BF7-B1A1-4A0E7ED3C08F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7E02EFE3-964E-298C-0C77-DDEC97CC3DCD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ACF7C3FF-1DA5-720E-FD9D-6B8ECDF6CE3E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777B9F94-6592-3F9F-123D-CD8E3F0594C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F18C573-3B91-918C-4668-52633A60DFD4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95EC1D9-5490-54C4-81DA-D1BB9EF71E20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08807CEE-8D63-8CE0-1197-EF944729D8FD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6543A2CD-26F6-0898-7E64-5BBE1CEE64D0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420D447-3964-946B-3E4A-3D1D5B120641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6E1E89E5-F3CF-B4A6-41EA-8D9A492587F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1A0FB10-EB6A-7D7D-C25B-2633F311763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1F5BD2B1-A3F8-6A4E-9342-EE3561E9EFAB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0A8559E-B8EB-686D-0FBD-2C0681059EFB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C226C6B4-2548-5104-EBC7-F2D104DCF8D2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8B55228-D730-E155-82EB-A4E3FC2960A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6795784B-99F1-1994-9C60-5A300EFDC6E0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A43FF0EC-39CA-D0D4-E233-D6C97B362ECC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C515C3DE-8E3C-1D4E-8D14-46CD74D79CF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0AD963BB-7639-4383-2852-0966F9E96C47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B7B1D67F-B53D-D248-5A12-5A85A6116894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78BFF922-1462-CC42-AC71-6546643E5B7C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1B8F902-294C-6976-D291-371353AB82A5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D8103C9-6C39-19D4-9DA7-5B8454CABC17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1FA2C3EF-9A7C-BAEC-522A-165D8DE84F3E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0C1B442-CEA5-B39A-D85B-D6014381D3E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8689429F-A0D5-58AE-53C4-5809AAABC2DB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A9B65AC7-8D75-C589-9A09-09EF7BF8DF7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A10FE47A-B25E-933F-93CA-BADCA18325EC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98B990C7-081F-A5B7-3C27-95A3F57A681A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36051B9D-420E-5380-08E1-E2E6ECE02BD1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CBBD51DC-CA92-4710-3DCA-2E5EDB4C04E9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77B114D3-C886-32D7-E52E-3D8951FAD43D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3CFDE98-94D3-EF8B-305B-1CED0A7E0847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37B89728-CE34-1826-82A0-2C0B62B642B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11FA57E1-B53B-98C1-9FE5-C700B798E298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D131067-0D9E-FDB9-50FA-CC7B6310820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C369EE7-E838-9B20-AC0B-D928A1061059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C0FE76BE-1482-1438-17F1-4042E13C1CF5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896561BC-2CCC-203C-E6E9-BBA47D1E9F9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85496C3B-F9B1-D9A7-E04E-157C525607EB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78C50B98-F918-814A-5EB3-9168388E78E3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EDF3E040-9331-462F-19D8-9B6E79D2265B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43658888-BA3B-C326-2F03-43BBA04A5202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316EC85E-C9B8-DA11-252A-D3D424E295EB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9E5ADF82-F21B-7F3C-5D39-E14AFEA368F7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26919321-FFED-ACE5-9FA5-42119B04951C}"/>
              </a:ext>
            </a:extLst>
          </p:cNvPr>
          <p:cNvSpPr txBox="1"/>
          <p:nvPr/>
        </p:nvSpPr>
        <p:spPr>
          <a:xfrm>
            <a:off x="459688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B826C8B4-815E-C26F-C732-29E7E0197E06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97890C71-0542-671A-985E-5CFC049765DA}"/>
              </a:ext>
            </a:extLst>
          </p:cNvPr>
          <p:cNvSpPr txBox="1"/>
          <p:nvPr/>
        </p:nvSpPr>
        <p:spPr>
          <a:xfrm>
            <a:off x="552579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92F1709-75A8-EF27-06B5-2B52660E0C40}"/>
              </a:ext>
            </a:extLst>
          </p:cNvPr>
          <p:cNvSpPr txBox="1"/>
          <p:nvPr/>
        </p:nvSpPr>
        <p:spPr>
          <a:xfrm>
            <a:off x="58596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65742CCA-39D0-512A-FC32-2F93B8163558}"/>
              </a:ext>
            </a:extLst>
          </p:cNvPr>
          <p:cNvSpPr txBox="1"/>
          <p:nvPr/>
        </p:nvSpPr>
        <p:spPr>
          <a:xfrm>
            <a:off x="64837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705F6E0-00C3-1B7B-CA9A-AB6A307631E2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F512366-0E55-045A-1C25-DFE017967CAC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67439409-8ECB-60CF-9D08-41BF3C239107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54BFED1D-369E-72DE-400A-D141E9912BC3}"/>
              </a:ext>
            </a:extLst>
          </p:cNvPr>
          <p:cNvSpPr txBox="1"/>
          <p:nvPr/>
        </p:nvSpPr>
        <p:spPr>
          <a:xfrm>
            <a:off x="92777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C0489BB1-C43F-1FD4-6610-93EC504D49F4}"/>
              </a:ext>
            </a:extLst>
          </p:cNvPr>
          <p:cNvSpPr txBox="1"/>
          <p:nvPr/>
        </p:nvSpPr>
        <p:spPr>
          <a:xfrm>
            <a:off x="958979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F6E2102-A4AF-0D90-9102-F68882307547}"/>
              </a:ext>
            </a:extLst>
          </p:cNvPr>
          <p:cNvSpPr txBox="1"/>
          <p:nvPr/>
        </p:nvSpPr>
        <p:spPr>
          <a:xfrm>
            <a:off x="992362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B36F7913-F81B-073A-B4CF-9CAE8A036536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172373EF-7DBB-F57E-8A5A-2C4B2E90927C}"/>
              </a:ext>
            </a:extLst>
          </p:cNvPr>
          <p:cNvSpPr txBox="1"/>
          <p:nvPr/>
        </p:nvSpPr>
        <p:spPr>
          <a:xfrm>
            <a:off x="10518704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35B78F4A-220E-F8DC-A7A2-B0A73A9284E1}"/>
              </a:ext>
            </a:extLst>
          </p:cNvPr>
          <p:cNvSpPr txBox="1"/>
          <p:nvPr/>
        </p:nvSpPr>
        <p:spPr>
          <a:xfrm>
            <a:off x="1083802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D91BF4F0-926E-62D9-189D-AF366602E936}"/>
              </a:ext>
            </a:extLst>
          </p:cNvPr>
          <p:cNvSpPr txBox="1"/>
          <p:nvPr/>
        </p:nvSpPr>
        <p:spPr>
          <a:xfrm>
            <a:off x="1114281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AF66418D-EE9A-7776-CDBA-E1DEF7B648F9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57E04AFD-CF0B-16B3-AAAF-8C6407895E63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3DF9826B-D654-8958-41E7-E02D833AD62A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135EDE2A-D7AF-E8D4-D6A8-21902D97D7DB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FA02EFCF-AE51-1EFE-EC01-FE176AB64E71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3FF0768A-73FD-F679-DCB6-D60A05B6C3D7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4521318F-3762-92FA-ACE1-E4F31DE66159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6484A7D-3F60-D03D-F951-B193EFC5B97F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0279E1D9-E596-E2AE-7CF4-0420F3AC9B34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63B2A909-9A80-D5F2-AE67-57A663C2C276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BF4352EB-922F-3EFB-34F9-2E0277B9BDA3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52A2AC3-7A96-D54A-ED3A-49F3C24DDCA8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073D6C82-922A-E5C5-3DB2-0FE994E4950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24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503C4-33E7-F494-459B-94420C5B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C862412-7F37-F005-ACE2-33F8171164B3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73CCB467-6560-2C27-7C54-50735EE7C64D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154B938-16F5-969B-E2DC-331127B1DA33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8E68D78-7C16-57DD-D883-677B1224BC82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6FB676-5EDF-F5D6-AC7C-633443368FD7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2182D27-BF3F-3AC3-DB16-A3FEC28B3AC4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51C07B1-99A4-1681-B433-785533F0FE28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35B5E1-C484-AD37-AC47-41E7ABDE6A52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0C10B61-ECA0-B7AA-5F08-1DA06A057B07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F72029-45F8-29AF-0D78-BD514AE47644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CA826D8-26D4-E8B8-64B4-38B00F477DB7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4900A07-D2DA-F5AA-DD43-39DB9B29848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EB30CC3-60C2-8077-D0D5-5637E61D73EC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54373F4-F37B-40CF-2DDF-AFCA4419D0A1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439252A-C701-2318-B6C6-8FF22F2F0E4A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3D399C-4F21-6B7E-A402-71A01A3D93BF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7EC2069-E3CD-79C3-0845-CA817C7A30FB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3CA7E7B-9ACB-01CE-2B4B-9CF030112155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C30AA96-B7C2-59C8-57FD-AAD1199516DF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0D2816B-4B0D-AAE9-F1CD-BF8AB68A02E5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BC67461-4CF5-01AA-A5C1-B3E40A47CF94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33E7AF3-4C48-C4E1-CC95-51DAA2F8D6C0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27EA139-10EB-BA71-A735-FF5EE7409DAC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DD838E5-4D6A-1DB7-D962-C63DF18D237B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B771E6E-5E6B-D630-38FF-D15E43BA617C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7A4350B-9CC5-4417-A591-92082B8BDE06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5528330-89CC-6BDB-9EE2-6DCD9C09F3DE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9A71CA5-31B2-2F1B-439B-66167B13C5EB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C174BFA-396D-794C-A934-A4443F98A601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03BEF14B-3651-0DB0-7650-A2517FF3880B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C37602C6-CBE8-B06B-AE29-ED55EDD71E4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CDCA780-B9BE-D744-335A-DCA6C35E0D71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8280DF55-18E5-3199-F303-F70F43945A8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6ACDB169-28C9-8EF5-35B2-535BA93FA19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357FA48-C1C4-6177-0449-C379914C09A5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C9F49E-F8BF-814C-F3B5-25A741B80A6E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D025BB-82B6-982C-7292-62259C9EC55E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E15D65-406C-D89B-24AC-75DC883314F2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804E27EC-E8C9-CC11-ECD0-9A918AACFB43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C0594D71-02D7-2A1B-B1E2-7C9842932E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73B622D-3CC3-8B29-0393-263DA765C4B1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B5B56DD-443C-81C6-CA8A-6F75172E2B13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0E2FB7D-C6D3-00F0-B979-068EC7E6067E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6EA974D-4137-9E67-F762-4208D103476D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57EBFAB9-11F3-D4E2-508D-669B4180C46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7E902AB-8236-29F6-F72A-B0D735D17836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BB68580-5DA8-86A5-C636-7C9485656DEE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7C92A36-C342-7A86-08AD-39A01F9A309E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240A32CA-9838-1E38-1693-0A44C2985382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8FF6CB13-5B21-F6A9-B58F-31CA04482ECB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78F24796-B0F7-8B45-9FC8-243D7153E446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31FE568-59A6-280A-ADA0-6BAC2DCD7B1A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22042C8-29F8-AE3B-CABF-1B9732D2AF3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493AFCE-934B-0A3D-71FA-35EBB1DC20A3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DC1B3726-E585-2A26-DCF0-976D6B90ACE1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19D58624-CCCF-1035-7593-9FED3FFA1866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DD9AFE36-37EF-36BC-0BC0-CFAF4A54CBB9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69EC936A-61A7-8396-1A01-F19345CBC4DB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99C172F8-3D95-8C9E-520A-3408E4E35068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25A2712-6AB6-7C5C-F1BF-201126921E04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C5DD2D4D-1062-D241-2596-807916DBCA2B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9195F952-40BA-2E4B-8D58-A0A1A577098C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B6CA2BD-A59B-E5F9-0373-E26BDD5A468D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824E45F9-2103-9F3C-1AD2-4A8CFB1CB1EB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0DCBB752-F5A9-37C3-96D9-16708DA8C5D8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4FAADE5-EBF9-1B97-D817-501EF68C01DA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A485022B-FE08-3419-59CF-0E308F08D59C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63CD0437-AF70-3078-F01B-108319799C2E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A5506A4-B10F-CBAB-915E-0B9D3ADC1F36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9CA05CA6-31A5-F280-BA2F-E1AA54E3C935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D544D3EF-1032-7E0B-6F0A-A597193A1D4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34CD15B-3E73-859F-8625-DA5389FB474A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85B579A3-C60E-315A-B2EF-F027F1629BBA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18441E73-3013-55CB-B246-1E2F9125E183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41CC4A3D-3A27-E167-446C-8ECEFE7B05B2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A17C046E-E033-9C25-7041-DDB0FE7B1DC1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4D1079FC-7906-CDC9-2D6E-18D385D82DB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C276EB7-B7DF-7711-3A77-247473225EBC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2B26818C-0296-CEEC-18B9-00DF5475AE05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F318F710-C97D-8276-14E4-F2837F802D0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2BB931A-E944-1C60-55F9-E04EEA786985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D065DF3-4C32-53A8-7B05-A56402891385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573EFF45-3604-B934-21BB-E2A25EDA5CF8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336EE0F1-6DCA-8E39-F872-9ABB88F05C51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01EFF4E3-92D9-6403-E82A-83B854A07FBE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5169CEF0-2104-C81E-9D1E-F5F8FD6A83A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05E0A0A-FB68-7BE0-8F6B-0546498B047B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2872AB8C-B064-3653-0B99-CBD0C74AF6C8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F76099-7CFC-DA88-E0EA-E84DB95FEF48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E9C89045-2465-5C37-3389-B92D72A953F3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942C95F0-BC88-0908-9394-16CDC7A91FF7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20AB2FD2-6DC7-D84A-3838-B848D9114609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C60C8A2F-393A-6275-E523-132AD02AFA4D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62B5C1FB-1B3D-4D75-D357-24771FAE4014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7DB1E3C6-16F1-59A3-E415-20E965C83183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19F0D6E-2A76-3A6D-3D6D-AEF20CEEF5A2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A5EE85CF-611F-B329-CAF6-0FA4FBE870C5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6EF0DCB-CE94-1571-9606-9CA650DECFA3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B5D36BF9-D460-B1C3-FE06-1AFCE46A9FC0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0FCBD6F6-E305-ECC0-C416-BB040ED3B834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37D5A4B2-262B-9B5A-DF4E-95D98378A234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559342C8-9FB7-8876-16E0-B865991597C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02014CF5-AE11-F50B-05E1-F11E02ADFFB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82C49B85-2657-B24A-2864-725ACE2EC9E6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1B09716F-855C-3B80-D9BC-51AD5855096E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93B70A05-9D26-065E-DAF6-40D4D8473254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68BCDAE-BA6A-BFD0-BB11-163EAB9DB84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A8092C0-0575-8CE9-E374-3BD5EB40235E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A4E55733-C175-0BB2-F036-1DDCC860D666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B85F0926-622A-9A93-DBAD-FEDBB1F1577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F956DC93-BFFA-02E7-0A39-5BA54DD77DBE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C8EEB3B-9424-15B6-F9C4-45A62B29BA7A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B3098BA6-9113-9E8C-1249-94F0D0CD7C94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E864A69D-01BA-03A8-8354-58829FAFA23E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CBEB48C1-2E41-D440-732B-D6E58E9A8A8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F28B6B13-34CB-BC68-B23F-D4385E998425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63A8DF86-E119-4FA2-82AD-230F771B92E1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479DE095-93BF-2192-FB94-3077BA7B604D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E0A0FB0F-D606-4E79-1CD8-8154BCF0F37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CAFF7DFB-BBB7-8BBF-0EA2-52699C934C67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60756871-A6C4-0898-E7B7-0950147D9634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25909208-B175-A420-163F-E9C00EFD5EFC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2659259-9C10-B00C-94BC-F5142CA7BFA0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DE358AF5-487A-6986-11B0-A810ACD02957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AA928B20-E08D-A34A-C7A7-862D49185A79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79FDFACE-E482-820C-172F-47CAB0142CCE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1ED832A5-8C47-67D0-0407-FC3E27F16091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BCFA477B-BD78-C2AB-D45E-471FE2B6355E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3931FC21-BC75-8BE7-4B9C-59AB374D81EF}"/>
              </a:ext>
            </a:extLst>
          </p:cNvPr>
          <p:cNvSpPr txBox="1"/>
          <p:nvPr/>
        </p:nvSpPr>
        <p:spPr>
          <a:xfrm>
            <a:off x="11722216" y="578788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</p:spTree>
    <p:extLst>
      <p:ext uri="{BB962C8B-B14F-4D97-AF65-F5344CB8AC3E}">
        <p14:creationId xmlns:p14="http://schemas.microsoft.com/office/powerpoint/2010/main" val="2632439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5B7D-0CCA-DCE8-D720-E00C01D0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EECB137-36E0-8819-EF76-2920E81D684F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3D6A8E98-BCEC-C4DE-4E9B-13CEA1AF259E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39ACD7D-BF3E-E40B-4BB3-2BFCD00E575C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C1D1992-EBAC-F8C9-4DC2-2222794D749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F885B2E-21CD-108D-2FB2-E71F75ECF2C4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B4BAF7-92D3-E141-C1DB-4595B68500E2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390991D-5B3F-0779-5856-10F192DBF79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0733E42-55F8-7A17-986D-5C1A7F37AD09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BC7B72-1B75-8E6E-F200-59FA5D81BEC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07C5EE2-33F2-509E-A3A3-1AB938AB84C5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B8EEBBF-7A1C-C8D1-88EB-CE643FD03311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08B6F0C-D198-59BD-F7F4-5C2951D8261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69E27B8-F496-001D-6F4B-F14076C32BBF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811E4DD-5D6E-114E-0922-98AB35033476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E0B0BCF-EB34-BE98-7258-3DA2AE5FFA91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A070982-1DD8-5972-7B5B-01391BE6D73C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822E7E8-5543-B2D0-A6C6-97E798699F0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DB8C9FB-6C96-0A44-F002-8ED5904DA32D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5B11000-CEF7-B949-A394-14F74ABDC69C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783FF6F-5993-8A14-BED2-FA37510260BA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78AF7F9-AA90-35FC-F412-4ACD3311D42D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823F5D1-ED80-39E7-34D2-10A5F0A3340E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EFFF03E-1992-4264-E5B9-85EE572252D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A3F718C-829E-44BE-3875-CC0DA5787FC3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43016CAD-37A2-7269-F53D-B0F1E8FB5CD7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648F15D-13CB-BDE9-EA90-3747831CECB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A986DAD-4F0C-6E49-C6A2-068FDB4F4A70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778E7DD-BADC-6FF9-8C43-A215AEACCDBE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370E98F-58EE-053B-08B3-77B59F8BB90F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5A5D055-A5BA-57F3-FAB8-0D675CC2F1B3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9D39360-0A1A-D133-C808-5B0A26E9144B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504F10F-8B12-231C-6F10-D484E7425EB7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75D4635-A790-9235-7725-9140A0B3CDC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B552CF-6131-AA9A-B8E3-45EC56CA04D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BAC61DC-BA9A-D4FA-4082-A68C7A4AC904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EBE7618-277A-A647-51D8-7DF3BADCE983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62D26ED-27B0-3A6C-03F6-B5EEC1AD611A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5A3DBB1-9985-9E36-5F73-E7CF98C7E333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6E8597-760F-761A-A9CE-0416F08872FC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FFA80AD-3F16-DAFA-9E8E-102883AB76DD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36954F2-7F0D-C36A-8999-8DC2143E73DF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72DD06E-D7E7-3246-AFCD-BB3EC6F35ACE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3F9D08E-E1DD-C2F2-31B7-62FFEEA8A0F4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67EFD19-A172-992C-C035-7A929CBCE133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A30613E3-EA41-D018-603F-02E1729B13C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3A10FAD-77BA-ABA9-8C21-68143A4018F9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9C1A2B7-CA0D-BBA7-1348-49D5160AE7D1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040D09D4-1CBA-B8ED-30C5-6B9D5A88F005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5E61ABB-586D-4AB4-3DBD-D738E3364D49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1132B367-4910-EDEE-E5E7-DB5F6DD59183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D9B0355-6268-1178-78A3-84DCC8C8C33C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5DCDC414-C179-9702-05A3-068F58FA254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2AA7C22E-D25D-CC3A-D7A2-7DBA455BB1EA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D67E9FA-564E-2543-50ED-7000489753D8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AC81F72A-540E-345C-49A9-FF861684211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EAAC74A4-BFFF-0D34-DD1D-CEDC72260941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B88B220E-A8F8-9560-900A-271194542BE3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3D5CC5F-BE31-5BC5-20FC-72DDF1A5B59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6964F996-FA6F-BA12-43BD-F9C257EBA67B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70507088-72F9-0881-D530-F745D17B494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8483A37-0FE0-3DFA-035E-763FA8894522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4CC331D8-AD34-2607-8E7F-09BBB13DB5AE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14B4793-3E69-3B40-41B5-5A06BC3A2597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F6C42B0C-FE02-3AAC-3B91-36B9F0675D01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FC58898A-F217-6E3E-348B-CBFEA383697F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46A3C4B0-EE14-FCA0-F996-4C2ED9A301CC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7246AFD9-73A3-466F-0453-041D279A7024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A10CA085-C887-9017-A634-EBA87EAE9C5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75F8FA4-F047-184F-ECC3-5D87576A89BD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2B82A0C5-0403-8995-C472-7C163E4775DD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57F73D6C-B371-8759-141F-6ED50077A80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27C6BEF1-AB0B-C53E-B293-3128B2D4204B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98861A1E-2F7D-FB42-4124-E837629B8747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8B382BC8-1A42-EFAE-B7D9-004009DA257A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890AE296-1451-85D7-A288-9FC4B009B4B0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C536F21-5145-A576-C25A-D0CA94FD9F13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D956255-5500-7AFD-CC7A-220483AA11CC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5F07B271-7271-0278-950E-B535B7A5E9B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B5FBF03E-0935-43A9-2E88-43D284531656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C25284B0-9BF3-1C07-79C0-559897C6A100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36C1BBFF-6AE2-7151-C2D5-93C78AD8810E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10C4F6A4-E371-D34C-4A53-1F3CD79B0B3E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15A9AF4E-E259-502C-82B3-90737631A2B9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557EC752-2A4B-1C00-089F-CBE14D32E3C3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CF1CACE-9E45-CAF9-28FA-8D34D8F4B855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1BA2BFA6-9A32-4180-AEB0-0069464B2D5A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CA836500-96C5-0BE4-5353-68625504FB74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FB32B1DF-1017-DB66-B456-D4951B5947B9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7C4D042-B998-DE75-F2AA-24C6C8C6F682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23085EA-E65B-77B3-0C5B-840898DE7FBA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4277C0E-5443-1F10-2BB4-BD5656E0D43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45839D73-E901-6FEC-DDCD-FBF21B42B26A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52FAAF61-BEDF-2BDE-5E49-BBCBBED3799B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7221F979-FCA9-C8F6-6B35-35526FE388A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A9FAD112-C45A-83C9-9119-0F4B2329C5E2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C3798D37-05B9-4F38-5EA4-41CF752DC22F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5B66426E-7E38-A61F-D3E7-DE7EEBBB4E9E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EC17DA7E-41A3-4433-117B-B76A8A61F49B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C894F07-F941-4748-CC64-B8A4DDD5ADAB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3304B4D8-1543-9E1F-CAE6-9F13932A464B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ECF9399-CAF9-C7DC-19DC-69F4D882CF13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65D11226-7FA5-1CBE-B5AF-81793C30B1E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CB684102-B7A4-801D-B456-AD7EF4F4CEB7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3291184B-187F-A765-2FD6-50B94A915209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2A84ED4-25EE-2350-8EE5-3F590E8D26D8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18F6A88F-81C9-F888-ED1D-36528F618067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A425E6A-9AEB-8CCC-DF0C-FFAB2A9C3E38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9DC2B9FE-2A27-0491-B492-4CDD646D38DB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7C758C3-4396-5704-CF96-B470066B9758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971D5E70-0DD5-72CA-2E7F-94775213F448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FBF8083-0E36-8991-DE8C-42A0AAB231AB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D168CBA0-8787-7F89-6AE2-B64AC067215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96AC5B8-5FFC-0005-3218-E680B18AB703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889D2581-115C-3FFD-4BAF-A4015B934658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4F335D7F-EEC0-F6B5-F89D-C9196045AB43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91EEB697-270F-7157-C2CE-0B9A9B2646B7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1B1AEC2-ECC7-CB01-3903-C2ED74C6CB7E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432D5730-D417-5A13-BA52-CAA2394CDEB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A6C278F1-D420-5A0E-1078-9D6AF890A99C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14E5779-B927-76FD-D8C3-5438B8C28F9E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9B050DB4-450C-74F7-B169-9ADB7D17A15A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BDC52605-B5D5-0B6F-1FB2-AB7812CCC681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584BBEB9-913E-9C51-F65E-478243FD09CE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B9917E15-10DD-9438-5845-7E2E4CC5697D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9FFB5757-D5D0-3B41-8C7D-F511AED1620C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37D4356E-8137-7FD9-938B-D768C09AA6A9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39494738-F401-68EC-0A91-F5B3136E7AAD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F832EEF-8277-3760-8524-C6C1A3FAD301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E3C7F65-894B-38D4-4D69-114648E9EFF1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7C786A-8BD9-6EBD-9789-B53F6573869B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5B8CA0F-EF87-3DA8-46EC-738C36ABCC10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0A02C3D-B7E9-38D8-468C-0C523ED18EC1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F46B2DC-0F09-36E4-46EB-1C5380A5FAEB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1D02795-B0E1-D376-9B81-10E669D10CF0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6C7D76F-5532-087E-EF55-C0C35D0FFE0C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812BCB7-4D06-9B99-C344-38CB853C90AC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2E84F66C-91F5-1827-3AB8-373B9DA11532}"/>
              </a:ext>
            </a:extLst>
          </p:cNvPr>
          <p:cNvSpPr txBox="1"/>
          <p:nvPr/>
        </p:nvSpPr>
        <p:spPr>
          <a:xfrm>
            <a:off x="11693188" y="5744332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>
                <a:effectLst/>
                <a:latin typeface="Apple Color Emoji" pitchFamily="2" charset="0"/>
              </a:rPr>
              <a:t>🔥</a:t>
            </a:r>
            <a:endParaRPr lang="de-DE" sz="3200" dirty="0">
              <a:effectLst/>
              <a:latin typeface="Apple Color Emoji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3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8E7354-8CB2-0882-DDA4-4772A4AB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Controle</a:t>
            </a:r>
            <a:r>
              <a:rPr lang="en-GB" dirty="0"/>
              <a:t> Module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693BF716-4B24-CB21-F91B-EECD81BD78C8}"/>
              </a:ext>
            </a:extLst>
          </p:cNvPr>
          <p:cNvSpPr/>
          <p:nvPr/>
        </p:nvSpPr>
        <p:spPr>
          <a:xfrm>
            <a:off x="1605280" y="459335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8679779-8D1A-D04E-4ED3-1F5578660795}"/>
              </a:ext>
            </a:extLst>
          </p:cNvPr>
          <p:cNvSpPr txBox="1"/>
          <p:nvPr/>
        </p:nvSpPr>
        <p:spPr>
          <a:xfrm>
            <a:off x="8732569" y="469877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9CF488E-5E1D-876C-FFB9-0154B4123EC1}"/>
              </a:ext>
            </a:extLst>
          </p:cNvPr>
          <p:cNvSpPr/>
          <p:nvPr/>
        </p:nvSpPr>
        <p:spPr>
          <a:xfrm>
            <a:off x="280360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8EEDA8E-DEB5-726A-FE38-DB3DF9C83D93}"/>
              </a:ext>
            </a:extLst>
          </p:cNvPr>
          <p:cNvSpPr/>
          <p:nvPr/>
        </p:nvSpPr>
        <p:spPr>
          <a:xfrm>
            <a:off x="304055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41C1EF-E9A2-955D-3F51-1705101A7217}"/>
              </a:ext>
            </a:extLst>
          </p:cNvPr>
          <p:cNvSpPr/>
          <p:nvPr/>
        </p:nvSpPr>
        <p:spPr>
          <a:xfrm>
            <a:off x="328899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0D29D4-FF4B-D01D-F5DD-E4C38016AB37}"/>
              </a:ext>
            </a:extLst>
          </p:cNvPr>
          <p:cNvSpPr/>
          <p:nvPr/>
        </p:nvSpPr>
        <p:spPr>
          <a:xfrm>
            <a:off x="352594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55CFE5C-0012-8C21-FE5C-AF6360C4C771}"/>
              </a:ext>
            </a:extLst>
          </p:cNvPr>
          <p:cNvSpPr/>
          <p:nvPr/>
        </p:nvSpPr>
        <p:spPr>
          <a:xfrm>
            <a:off x="379525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80C5947-F203-1BFC-8B04-30710965668C}"/>
              </a:ext>
            </a:extLst>
          </p:cNvPr>
          <p:cNvSpPr/>
          <p:nvPr/>
        </p:nvSpPr>
        <p:spPr>
          <a:xfrm>
            <a:off x="40322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7FF344D-E931-382F-A926-6922DD62B2EF}"/>
              </a:ext>
            </a:extLst>
          </p:cNvPr>
          <p:cNvSpPr/>
          <p:nvPr/>
        </p:nvSpPr>
        <p:spPr>
          <a:xfrm>
            <a:off x="42806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4AD439B-66E7-A028-D604-7EFB7BB1F555}"/>
              </a:ext>
            </a:extLst>
          </p:cNvPr>
          <p:cNvSpPr/>
          <p:nvPr/>
        </p:nvSpPr>
        <p:spPr>
          <a:xfrm>
            <a:off x="45175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BFC5193-0969-10DC-A22E-54C59191D7AC}"/>
              </a:ext>
            </a:extLst>
          </p:cNvPr>
          <p:cNvSpPr/>
          <p:nvPr/>
        </p:nvSpPr>
        <p:spPr>
          <a:xfrm>
            <a:off x="475036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86DC902-B65F-7B28-6471-CEF978413483}"/>
              </a:ext>
            </a:extLst>
          </p:cNvPr>
          <p:cNvSpPr/>
          <p:nvPr/>
        </p:nvSpPr>
        <p:spPr>
          <a:xfrm>
            <a:off x="498731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506D6F6-E782-C2B6-7E0E-344B17D6FF8E}"/>
              </a:ext>
            </a:extLst>
          </p:cNvPr>
          <p:cNvSpPr/>
          <p:nvPr/>
        </p:nvSpPr>
        <p:spPr>
          <a:xfrm>
            <a:off x="52357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18D38B7-CAAB-A6D3-4572-712FFBE19166}"/>
              </a:ext>
            </a:extLst>
          </p:cNvPr>
          <p:cNvSpPr/>
          <p:nvPr/>
        </p:nvSpPr>
        <p:spPr>
          <a:xfrm>
            <a:off x="54726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8B36312-AAFC-9622-0BAD-9768EB2F92B8}"/>
              </a:ext>
            </a:extLst>
          </p:cNvPr>
          <p:cNvSpPr/>
          <p:nvPr/>
        </p:nvSpPr>
        <p:spPr>
          <a:xfrm>
            <a:off x="571173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E4994B3-7A6D-2999-2C89-BF1CF2CDDBFA}"/>
              </a:ext>
            </a:extLst>
          </p:cNvPr>
          <p:cNvSpPr/>
          <p:nvPr/>
        </p:nvSpPr>
        <p:spPr>
          <a:xfrm>
            <a:off x="594868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6559644-526D-AAC2-0F23-756429FF0D12}"/>
              </a:ext>
            </a:extLst>
          </p:cNvPr>
          <p:cNvSpPr/>
          <p:nvPr/>
        </p:nvSpPr>
        <p:spPr>
          <a:xfrm>
            <a:off x="619712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A6491C8-5409-2091-9A43-36E2A4F71507}"/>
              </a:ext>
            </a:extLst>
          </p:cNvPr>
          <p:cNvSpPr/>
          <p:nvPr/>
        </p:nvSpPr>
        <p:spPr>
          <a:xfrm>
            <a:off x="643407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244D12-425E-22B5-E89D-AE1559037AEB}"/>
              </a:ext>
            </a:extLst>
          </p:cNvPr>
          <p:cNvSpPr/>
          <p:nvPr/>
        </p:nvSpPr>
        <p:spPr>
          <a:xfrm>
            <a:off x="670286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D098FFC-A4D4-77E9-9D61-D3FC76D1B9DF}"/>
              </a:ext>
            </a:extLst>
          </p:cNvPr>
          <p:cNvSpPr/>
          <p:nvPr/>
        </p:nvSpPr>
        <p:spPr>
          <a:xfrm>
            <a:off x="693981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8C11AFE-F16E-7F4A-E783-BDF68A7E97CB}"/>
              </a:ext>
            </a:extLst>
          </p:cNvPr>
          <p:cNvSpPr/>
          <p:nvPr/>
        </p:nvSpPr>
        <p:spPr>
          <a:xfrm>
            <a:off x="7188244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2641F7-B312-BB0D-4174-0CA0A5F4FEB5}"/>
              </a:ext>
            </a:extLst>
          </p:cNvPr>
          <p:cNvSpPr/>
          <p:nvPr/>
        </p:nvSpPr>
        <p:spPr>
          <a:xfrm>
            <a:off x="742519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00E4C9-BF55-13B3-7241-C64864AFB6F9}"/>
              </a:ext>
            </a:extLst>
          </p:cNvPr>
          <p:cNvSpPr/>
          <p:nvPr/>
        </p:nvSpPr>
        <p:spPr>
          <a:xfrm>
            <a:off x="76621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9226A56-9416-C418-7071-CDD9864A085D}"/>
              </a:ext>
            </a:extLst>
          </p:cNvPr>
          <p:cNvSpPr/>
          <p:nvPr/>
        </p:nvSpPr>
        <p:spPr>
          <a:xfrm>
            <a:off x="78990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7A7283B-A2CF-4583-6760-344264EB7C97}"/>
              </a:ext>
            </a:extLst>
          </p:cNvPr>
          <p:cNvSpPr/>
          <p:nvPr/>
        </p:nvSpPr>
        <p:spPr>
          <a:xfrm>
            <a:off x="208231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64C9200-CE2C-4484-C545-4B6A77DB9242}"/>
              </a:ext>
            </a:extLst>
          </p:cNvPr>
          <p:cNvSpPr/>
          <p:nvPr/>
        </p:nvSpPr>
        <p:spPr>
          <a:xfrm>
            <a:off x="2319269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2C38CD3-9C36-C38F-853F-2CC668B84D5F}"/>
              </a:ext>
            </a:extLst>
          </p:cNvPr>
          <p:cNvSpPr/>
          <p:nvPr/>
        </p:nvSpPr>
        <p:spPr>
          <a:xfrm>
            <a:off x="25677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07E5756-9092-9370-678A-78483AEE034E}"/>
              </a:ext>
            </a:extLst>
          </p:cNvPr>
          <p:cNvSpPr/>
          <p:nvPr/>
        </p:nvSpPr>
        <p:spPr>
          <a:xfrm>
            <a:off x="81381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6182EB0-1575-BB4D-EE8F-75FC7E2CFFD6}"/>
              </a:ext>
            </a:extLst>
          </p:cNvPr>
          <p:cNvSpPr/>
          <p:nvPr/>
        </p:nvSpPr>
        <p:spPr>
          <a:xfrm>
            <a:off x="83750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EC5DDB1-3165-D861-B826-E1F63FBF3AE6}"/>
              </a:ext>
            </a:extLst>
          </p:cNvPr>
          <p:cNvSpPr/>
          <p:nvPr/>
        </p:nvSpPr>
        <p:spPr>
          <a:xfrm>
            <a:off x="861443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8A5FB1-31A2-C924-69C1-FB2604B034C8}"/>
              </a:ext>
            </a:extLst>
          </p:cNvPr>
          <p:cNvSpPr/>
          <p:nvPr/>
        </p:nvSpPr>
        <p:spPr>
          <a:xfrm>
            <a:off x="2803607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B1E6A3-21C2-9034-7D78-61B42E8A1263}"/>
              </a:ext>
            </a:extLst>
          </p:cNvPr>
          <p:cNvSpPr/>
          <p:nvPr/>
        </p:nvSpPr>
        <p:spPr>
          <a:xfrm>
            <a:off x="304055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4BCBF51-C8AD-5E61-5F34-349F00C57A0D}"/>
              </a:ext>
            </a:extLst>
          </p:cNvPr>
          <p:cNvSpPr/>
          <p:nvPr/>
        </p:nvSpPr>
        <p:spPr>
          <a:xfrm>
            <a:off x="328899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BDA3485-9016-1A9C-E377-1473A0C92844}"/>
              </a:ext>
            </a:extLst>
          </p:cNvPr>
          <p:cNvSpPr/>
          <p:nvPr/>
        </p:nvSpPr>
        <p:spPr>
          <a:xfrm>
            <a:off x="352594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B6C5F17-5FEC-E233-57D6-9384C98E49FC}"/>
              </a:ext>
            </a:extLst>
          </p:cNvPr>
          <p:cNvSpPr/>
          <p:nvPr/>
        </p:nvSpPr>
        <p:spPr>
          <a:xfrm>
            <a:off x="379525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3D88EAC-1752-BDE8-086B-B4D1E4D124D8}"/>
              </a:ext>
            </a:extLst>
          </p:cNvPr>
          <p:cNvSpPr/>
          <p:nvPr/>
        </p:nvSpPr>
        <p:spPr>
          <a:xfrm>
            <a:off x="40322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29DE47E-A9F5-A593-18A2-1A6BE16B8D8A}"/>
              </a:ext>
            </a:extLst>
          </p:cNvPr>
          <p:cNvSpPr/>
          <p:nvPr/>
        </p:nvSpPr>
        <p:spPr>
          <a:xfrm>
            <a:off x="4280635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9707DA7-171D-1EC1-195B-048BE61E6C45}"/>
              </a:ext>
            </a:extLst>
          </p:cNvPr>
          <p:cNvSpPr/>
          <p:nvPr/>
        </p:nvSpPr>
        <p:spPr>
          <a:xfrm>
            <a:off x="4517586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483C938-24BD-E425-C809-A18B45D5128D}"/>
              </a:ext>
            </a:extLst>
          </p:cNvPr>
          <p:cNvSpPr/>
          <p:nvPr/>
        </p:nvSpPr>
        <p:spPr>
          <a:xfrm>
            <a:off x="475036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F07E6F8-8F4E-A5AD-554E-89ED25EF7F65}"/>
              </a:ext>
            </a:extLst>
          </p:cNvPr>
          <p:cNvSpPr/>
          <p:nvPr/>
        </p:nvSpPr>
        <p:spPr>
          <a:xfrm>
            <a:off x="4987313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1DF8D91B-6B01-52B2-4AF3-FAB32FCFD7E1}"/>
              </a:ext>
            </a:extLst>
          </p:cNvPr>
          <p:cNvSpPr/>
          <p:nvPr/>
        </p:nvSpPr>
        <p:spPr>
          <a:xfrm>
            <a:off x="208231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552F65F-8A09-05F3-AC97-52A805FAADC2}"/>
              </a:ext>
            </a:extLst>
          </p:cNvPr>
          <p:cNvSpPr/>
          <p:nvPr/>
        </p:nvSpPr>
        <p:spPr>
          <a:xfrm>
            <a:off x="2319269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78249AF-43C6-A3B0-FD9B-179D68888BEF}"/>
              </a:ext>
            </a:extLst>
          </p:cNvPr>
          <p:cNvSpPr/>
          <p:nvPr/>
        </p:nvSpPr>
        <p:spPr>
          <a:xfrm>
            <a:off x="25677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6489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757</Words>
  <Application>Microsoft Macintosh PowerPoint</Application>
  <PresentationFormat>Benutzerdefiniert</PresentationFormat>
  <Paragraphs>581</Paragraphs>
  <Slides>11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Apple Color Emoji</vt:lpstr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Controle Module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87</cp:revision>
  <dcterms:created xsi:type="dcterms:W3CDTF">2025-09-15T09:41:49Z</dcterms:created>
  <dcterms:modified xsi:type="dcterms:W3CDTF">2025-12-30T08:43:40Z</dcterms:modified>
</cp:coreProperties>
</file>