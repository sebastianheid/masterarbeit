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8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626"/>
  </p:normalViewPr>
  <p:slideViewPr>
    <p:cSldViewPr snapToGrid="0">
      <p:cViewPr varScale="1">
        <p:scale>
          <a:sx n="55" d="100"/>
          <a:sy n="55" d="100"/>
        </p:scale>
        <p:origin x="24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59CF-64EB-15F1-7164-B5AA3075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A2A41DD-C1B3-AD30-1122-41C3156F4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41ADBBB-A6A7-76F4-BC36-A2B426E2E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12,5 2,375 10,125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D53AE5-0F32-C737-C8B3-C41CED38F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56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53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53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14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208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22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33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37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37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3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63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02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8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F2EA-25FE-D253-8B11-13671E8A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A401B76-8D4A-D398-CF28-AC9FF75153E3}"/>
              </a:ext>
            </a:extLst>
          </p:cNvPr>
          <p:cNvGrpSpPr/>
          <p:nvPr/>
        </p:nvGrpSpPr>
        <p:grpSpPr>
          <a:xfrm>
            <a:off x="900107" y="1057156"/>
            <a:ext cx="12600000" cy="12285901"/>
            <a:chOff x="720106" y="630936"/>
            <a:chExt cx="12600000" cy="12285901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B3AB783-5BB1-2756-B68B-2B434A5C503A}"/>
                </a:ext>
              </a:extLst>
            </p:cNvPr>
            <p:cNvSpPr/>
            <p:nvPr/>
          </p:nvSpPr>
          <p:spPr>
            <a:xfrm>
              <a:off x="720106" y="630936"/>
              <a:ext cx="12600000" cy="1093057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1961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DB191EE0-400E-D81A-E645-F2FB00723A92}"/>
                </a:ext>
              </a:extLst>
            </p:cNvPr>
            <p:cNvSpPr/>
            <p:nvPr/>
          </p:nvSpPr>
          <p:spPr>
            <a:xfrm>
              <a:off x="7421711" y="10317978"/>
              <a:ext cx="1708484" cy="8456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 Modulation Projection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D2A221E4-5723-8C3B-2E9F-4ABBC0F4F3D0}"/>
                </a:ext>
              </a:extLst>
            </p:cNvPr>
            <p:cNvSpPr/>
            <p:nvPr/>
          </p:nvSpPr>
          <p:spPr>
            <a:xfrm>
              <a:off x="4903735" y="10317600"/>
              <a:ext cx="1708484" cy="8456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Modulation Projection</a:t>
              </a:r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6AA20B85-3E39-2D6D-7FD2-D9E3521436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0000" y="10688400"/>
              <a:ext cx="0" cy="1582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DFA1D1A3-53C1-B94E-326C-BC21B3C66465}"/>
                </a:ext>
              </a:extLst>
            </p:cNvPr>
            <p:cNvCxnSpPr/>
            <p:nvPr/>
          </p:nvCxnSpPr>
          <p:spPr>
            <a:xfrm flipV="1">
              <a:off x="5760000" y="11163600"/>
              <a:ext cx="0" cy="110690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F30BD42C-EE5B-3316-E285-088C77F27834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H="1" flipV="1">
              <a:off x="10793929" y="10688400"/>
              <a:ext cx="6071" cy="1582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C81905B3-63C4-8385-01DB-8192A05CDFCB}"/>
                </a:ext>
              </a:extLst>
            </p:cNvPr>
            <p:cNvCxnSpPr/>
            <p:nvPr/>
          </p:nvCxnSpPr>
          <p:spPr>
            <a:xfrm flipV="1">
              <a:off x="8280000" y="11163600"/>
              <a:ext cx="0" cy="110690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B086C74-8B8B-EF5E-0105-B7EFC4ADA3D8}"/>
                </a:ext>
              </a:extLst>
            </p:cNvPr>
            <p:cNvSpPr txBox="1"/>
            <p:nvPr/>
          </p:nvSpPr>
          <p:spPr>
            <a:xfrm>
              <a:off x="2767017" y="12270506"/>
              <a:ext cx="9459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Image</a:t>
              </a:r>
            </a:p>
            <a:p>
              <a:r>
                <a:rPr lang="en-GB" dirty="0"/>
                <a:t>Feature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5ADF9FD-296C-09FB-9D05-CA5121F64B3D}"/>
                </a:ext>
              </a:extLst>
            </p:cNvPr>
            <p:cNvSpPr txBox="1"/>
            <p:nvPr/>
          </p:nvSpPr>
          <p:spPr>
            <a:xfrm>
              <a:off x="10327017" y="12270506"/>
              <a:ext cx="9459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Text</a:t>
              </a:r>
            </a:p>
            <a:p>
              <a:r>
                <a:rPr lang="en-GB" dirty="0"/>
                <a:t>Feature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308D0E9A-EF77-BEFE-6112-FCCC987F50A7}"/>
                </a:ext>
              </a:extLst>
            </p:cNvPr>
            <p:cNvSpPr txBox="1"/>
            <p:nvPr/>
          </p:nvSpPr>
          <p:spPr>
            <a:xfrm>
              <a:off x="5291637" y="12270506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Guidance </a:t>
              </a:r>
            </a:p>
            <a:p>
              <a:r>
                <a:rPr lang="en-GB" dirty="0"/>
                <a:t>Vector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B4159E7-81ED-2AFD-0F28-7978D88CA0B2}"/>
                </a:ext>
              </a:extLst>
            </p:cNvPr>
            <p:cNvSpPr txBox="1"/>
            <p:nvPr/>
          </p:nvSpPr>
          <p:spPr>
            <a:xfrm>
              <a:off x="7866048" y="12270506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Guidance </a:t>
              </a:r>
            </a:p>
            <a:p>
              <a:r>
                <a:rPr lang="en-GB" dirty="0"/>
                <a:t>Vector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F1D9BD94-687A-FF66-3884-994E33CCC4FF}"/>
                </a:ext>
              </a:extLst>
            </p:cNvPr>
            <p:cNvSpPr/>
            <p:nvPr/>
          </p:nvSpPr>
          <p:spPr>
            <a:xfrm>
              <a:off x="2385759" y="10317600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2F3930FB-532C-661D-926C-54E477739EDF}"/>
                </a:ext>
              </a:extLst>
            </p:cNvPr>
            <p:cNvSpPr/>
            <p:nvPr/>
          </p:nvSpPr>
          <p:spPr>
            <a:xfrm>
              <a:off x="9939687" y="10317600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Gerade Verbindung 33">
              <a:extLst>
                <a:ext uri="{FF2B5EF4-FFF2-40B4-BE49-F238E27FC236}">
                  <a16:creationId xmlns:a16="http://schemas.microsoft.com/office/drawing/2014/main" id="{13B95820-F775-86D8-13CC-AE2F210B29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0000" y="10137600"/>
              <a:ext cx="1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35">
              <a:extLst>
                <a:ext uri="{FF2B5EF4-FFF2-40B4-BE49-F238E27FC236}">
                  <a16:creationId xmlns:a16="http://schemas.microsoft.com/office/drawing/2014/main" id="{AA972671-DA84-8DDE-72F9-5AECBBBAFB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7976" y="10137600"/>
              <a:ext cx="1" cy="18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C5F00EB-8B4A-C9E6-F2A9-6A90E7B49C3D}"/>
                </a:ext>
              </a:extLst>
            </p:cNvPr>
            <p:cNvSpPr/>
            <p:nvPr/>
          </p:nvSpPr>
          <p:spPr>
            <a:xfrm>
              <a:off x="3646800" y="9360000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43" name="Gerade Verbindung 42">
              <a:extLst>
                <a:ext uri="{FF2B5EF4-FFF2-40B4-BE49-F238E27FC236}">
                  <a16:creationId xmlns:a16="http://schemas.microsoft.com/office/drawing/2014/main" id="{B1DA0B23-17D2-FF1B-52A0-6792DE30F74A}"/>
                </a:ext>
              </a:extLst>
            </p:cNvPr>
            <p:cNvCxnSpPr>
              <a:cxnSpLocks/>
            </p:cNvCxnSpPr>
            <p:nvPr/>
          </p:nvCxnSpPr>
          <p:spPr>
            <a:xfrm>
              <a:off x="3239999" y="10137600"/>
              <a:ext cx="10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>
              <a:extLst>
                <a:ext uri="{FF2B5EF4-FFF2-40B4-BE49-F238E27FC236}">
                  <a16:creationId xmlns:a16="http://schemas.microsoft.com/office/drawing/2014/main" id="{29F7AE26-BBB9-C13C-8AD2-C508A1995609}"/>
                </a:ext>
              </a:extLst>
            </p:cNvPr>
            <p:cNvCxnSpPr/>
            <p:nvPr/>
          </p:nvCxnSpPr>
          <p:spPr>
            <a:xfrm flipH="1">
              <a:off x="4677976" y="10137600"/>
              <a:ext cx="108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50D9DA11-4C90-314A-968F-D7E128F7ADFB}"/>
                </a:ext>
              </a:extLst>
            </p:cNvPr>
            <p:cNvCxnSpPr/>
            <p:nvPr/>
          </p:nvCxnSpPr>
          <p:spPr>
            <a:xfrm flipV="1">
              <a:off x="4319999" y="9966960"/>
              <a:ext cx="0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D054209D-644A-23E6-C8DF-40083148CAE3}"/>
                </a:ext>
              </a:extLst>
            </p:cNvPr>
            <p:cNvCxnSpPr/>
            <p:nvPr/>
          </p:nvCxnSpPr>
          <p:spPr>
            <a:xfrm flipV="1">
              <a:off x="4683600" y="9968400"/>
              <a:ext cx="0" cy="180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73">
              <a:extLst>
                <a:ext uri="{FF2B5EF4-FFF2-40B4-BE49-F238E27FC236}">
                  <a16:creationId xmlns:a16="http://schemas.microsoft.com/office/drawing/2014/main" id="{8B22EB67-E936-8FA4-417F-C8A2B42B34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0008" y="10137600"/>
              <a:ext cx="1" cy="18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75">
              <a:extLst>
                <a:ext uri="{FF2B5EF4-FFF2-40B4-BE49-F238E27FC236}">
                  <a16:creationId xmlns:a16="http://schemas.microsoft.com/office/drawing/2014/main" id="{E5236720-A054-16CD-3447-2ECCEC536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7984" y="10137600"/>
              <a:ext cx="1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D265E07F-8183-0820-B4A0-1BEF3937AED3}"/>
                </a:ext>
              </a:extLst>
            </p:cNvPr>
            <p:cNvSpPr/>
            <p:nvPr/>
          </p:nvSpPr>
          <p:spPr>
            <a:xfrm>
              <a:off x="8676808" y="9360000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80" name="Gerade Verbindung 79">
              <a:extLst>
                <a:ext uri="{FF2B5EF4-FFF2-40B4-BE49-F238E27FC236}">
                  <a16:creationId xmlns:a16="http://schemas.microsoft.com/office/drawing/2014/main" id="{DB1385F7-D4EA-A2F8-96C8-79969AF3CBD8}"/>
                </a:ext>
              </a:extLst>
            </p:cNvPr>
            <p:cNvCxnSpPr>
              <a:cxnSpLocks/>
            </p:cNvCxnSpPr>
            <p:nvPr/>
          </p:nvCxnSpPr>
          <p:spPr>
            <a:xfrm>
              <a:off x="8270007" y="10137600"/>
              <a:ext cx="108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 Verbindung 80">
              <a:extLst>
                <a:ext uri="{FF2B5EF4-FFF2-40B4-BE49-F238E27FC236}">
                  <a16:creationId xmlns:a16="http://schemas.microsoft.com/office/drawing/2014/main" id="{95C33812-9518-7020-60E8-F83E7327F9D4}"/>
                </a:ext>
              </a:extLst>
            </p:cNvPr>
            <p:cNvCxnSpPr/>
            <p:nvPr/>
          </p:nvCxnSpPr>
          <p:spPr>
            <a:xfrm flipH="1">
              <a:off x="9707984" y="10137600"/>
              <a:ext cx="10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700A245F-4435-CEE4-B02D-924A5BF815A7}"/>
                </a:ext>
              </a:extLst>
            </p:cNvPr>
            <p:cNvCxnSpPr/>
            <p:nvPr/>
          </p:nvCxnSpPr>
          <p:spPr>
            <a:xfrm flipV="1">
              <a:off x="9350007" y="9968400"/>
              <a:ext cx="0" cy="180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3EEE2A36-B7EC-2DD4-887B-7D8CE9C1FAA5}"/>
                </a:ext>
              </a:extLst>
            </p:cNvPr>
            <p:cNvCxnSpPr/>
            <p:nvPr/>
          </p:nvCxnSpPr>
          <p:spPr>
            <a:xfrm flipV="1">
              <a:off x="9715063" y="9968400"/>
              <a:ext cx="0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A9A46BA5-A8D6-FCC4-49D6-60716D597583}"/>
                </a:ext>
              </a:extLst>
            </p:cNvPr>
            <p:cNvSpPr/>
            <p:nvPr/>
          </p:nvSpPr>
          <p:spPr>
            <a:xfrm>
              <a:off x="3646800" y="8609204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Linear1</a:t>
              </a:r>
            </a:p>
          </p:txBody>
        </p: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61883D6C-6BF7-FDFE-B3AE-9377D5078B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042" y="898914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1527FF1E-739C-C689-D728-5AA2B4579F25}"/>
                </a:ext>
              </a:extLst>
            </p:cNvPr>
            <p:cNvSpPr/>
            <p:nvPr/>
          </p:nvSpPr>
          <p:spPr>
            <a:xfrm>
              <a:off x="8676808" y="8614686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 Linear1</a:t>
              </a:r>
            </a:p>
          </p:txBody>
        </p:sp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796FEE5A-E381-D602-A2F7-217B49949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1050" y="899463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16CB6B18-A198-D0F4-F414-FBBEBB9078C3}"/>
                </a:ext>
              </a:extLst>
            </p:cNvPr>
            <p:cNvSpPr/>
            <p:nvPr/>
          </p:nvSpPr>
          <p:spPr>
            <a:xfrm>
              <a:off x="3646800" y="7863006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RMS Norm</a:t>
              </a:r>
            </a:p>
          </p:txBody>
        </p:sp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122E52F6-C977-D728-94C7-12AE71360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042" y="8249204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631E7194-B898-50D7-CD30-F7FF0038C0B1}"/>
                </a:ext>
              </a:extLst>
            </p:cNvPr>
            <p:cNvSpPr/>
            <p:nvPr/>
          </p:nvSpPr>
          <p:spPr>
            <a:xfrm>
              <a:off x="8676808" y="7862373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RMS Norm</a:t>
              </a:r>
            </a:p>
          </p:txBody>
        </p: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2EEBEEA4-C10B-96CB-AEF5-12E9CF4FA5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1050" y="8248571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104">
              <a:extLst>
                <a:ext uri="{FF2B5EF4-FFF2-40B4-BE49-F238E27FC236}">
                  <a16:creationId xmlns:a16="http://schemas.microsoft.com/office/drawing/2014/main" id="{1D04B129-660D-5942-15C7-6A4F31E909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7682400"/>
              <a:ext cx="0" cy="1820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106">
              <a:extLst>
                <a:ext uri="{FF2B5EF4-FFF2-40B4-BE49-F238E27FC236}">
                  <a16:creationId xmlns:a16="http://schemas.microsoft.com/office/drawing/2014/main" id="{A64B77C1-2188-5C00-E71B-AFD7AC8B7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2800" y="7680960"/>
              <a:ext cx="0" cy="181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9C77FDE1-1BC5-9B7D-779E-6ED097BF0CC9}"/>
                </a:ext>
              </a:extLst>
            </p:cNvPr>
            <p:cNvGrpSpPr/>
            <p:nvPr/>
          </p:nvGrpSpPr>
          <p:grpSpPr>
            <a:xfrm>
              <a:off x="6930106" y="7593386"/>
              <a:ext cx="180000" cy="180000"/>
              <a:chOff x="2993721" y="5110619"/>
              <a:chExt cx="180000" cy="180000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C931858-FDF3-0D8E-EAA7-13201084CB32}"/>
                  </a:ext>
                </a:extLst>
              </p:cNvPr>
              <p:cNvSpPr/>
              <p:nvPr/>
            </p:nvSpPr>
            <p:spPr>
              <a:xfrm>
                <a:off x="2993721" y="5110619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10" name="Gerade Verbindung 109">
                <a:extLst>
                  <a:ext uri="{FF2B5EF4-FFF2-40B4-BE49-F238E27FC236}">
                    <a16:creationId xmlns:a16="http://schemas.microsoft.com/office/drawing/2014/main" id="{893D9B30-49BD-DBEE-340A-7A284D16818A}"/>
                  </a:ext>
                </a:extLst>
              </p:cNvPr>
              <p:cNvCxnSpPr>
                <a:stCxn id="109" idx="0"/>
                <a:endCxn id="109" idx="4"/>
              </p:cNvCxnSpPr>
              <p:nvPr/>
            </p:nvCxnSpPr>
            <p:spPr>
              <a:xfrm>
                <a:off x="3083721" y="5110619"/>
                <a:ext cx="0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 Verbindung 110">
                <a:extLst>
                  <a:ext uri="{FF2B5EF4-FFF2-40B4-BE49-F238E27FC236}">
                    <a16:creationId xmlns:a16="http://schemas.microsoft.com/office/drawing/2014/main" id="{6119B163-54B9-6A89-9EFE-A45F7B99510F}"/>
                  </a:ext>
                </a:extLst>
              </p:cNvPr>
              <p:cNvCxnSpPr>
                <a:stCxn id="109" idx="2"/>
                <a:endCxn id="109" idx="6"/>
              </p:cNvCxnSpPr>
              <p:nvPr/>
            </p:nvCxnSpPr>
            <p:spPr>
              <a:xfrm>
                <a:off x="2993721" y="5200619"/>
                <a:ext cx="18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636BB895-6BAD-E7AF-D716-29E025C7F11C}"/>
                </a:ext>
              </a:extLst>
            </p:cNvPr>
            <p:cNvCxnSpPr>
              <a:cxnSpLocks/>
            </p:cNvCxnSpPr>
            <p:nvPr/>
          </p:nvCxnSpPr>
          <p:spPr>
            <a:xfrm>
              <a:off x="4501042" y="7680960"/>
              <a:ext cx="2433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03525CB4-1208-AF60-C9F7-14CF6FD047FE}"/>
                </a:ext>
              </a:extLst>
            </p:cNvPr>
            <p:cNvCxnSpPr/>
            <p:nvPr/>
          </p:nvCxnSpPr>
          <p:spPr>
            <a:xfrm flipH="1">
              <a:off x="7110106" y="7680960"/>
              <a:ext cx="2420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5EF0BC9B-BACB-762C-042A-9B07AF0A8A7E}"/>
                </a:ext>
              </a:extLst>
            </p:cNvPr>
            <p:cNvSpPr/>
            <p:nvPr/>
          </p:nvSpPr>
          <p:spPr>
            <a:xfrm>
              <a:off x="6165864" y="7026031"/>
              <a:ext cx="1708484" cy="3708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Attention</a:t>
              </a:r>
            </a:p>
          </p:txBody>
        </p: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0C2F3530-5006-7E70-BED3-BA3295663C04}"/>
                </a:ext>
              </a:extLst>
            </p:cNvPr>
            <p:cNvCxnSpPr>
              <a:stCxn id="109" idx="0"/>
            </p:cNvCxnSpPr>
            <p:nvPr/>
          </p:nvCxnSpPr>
          <p:spPr>
            <a:xfrm flipV="1">
              <a:off x="7020106" y="7405372"/>
              <a:ext cx="0" cy="1880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122">
              <a:extLst>
                <a:ext uri="{FF2B5EF4-FFF2-40B4-BE49-F238E27FC236}">
                  <a16:creationId xmlns:a16="http://schemas.microsoft.com/office/drawing/2014/main" id="{7E1D4401-BA2B-7A99-D927-D961D72C45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0106" y="6846031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124">
              <a:extLst>
                <a:ext uri="{FF2B5EF4-FFF2-40B4-BE49-F238E27FC236}">
                  <a16:creationId xmlns:a16="http://schemas.microsoft.com/office/drawing/2014/main" id="{78706234-5446-6FA3-4C2D-988B3AC5E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1042" y="6846031"/>
              <a:ext cx="25190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126">
              <a:extLst>
                <a:ext uri="{FF2B5EF4-FFF2-40B4-BE49-F238E27FC236}">
                  <a16:creationId xmlns:a16="http://schemas.microsoft.com/office/drawing/2014/main" id="{31076B8C-F10D-9F38-E9C5-954D4A0530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475" y="6846031"/>
              <a:ext cx="25190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1D4BD678-2B17-A21D-88E9-71DF77C581AE}"/>
                </a:ext>
              </a:extLst>
            </p:cNvPr>
            <p:cNvCxnSpPr/>
            <p:nvPr/>
          </p:nvCxnSpPr>
          <p:spPr>
            <a:xfrm flipV="1">
              <a:off x="4500000" y="6667200"/>
              <a:ext cx="0" cy="1800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40F2C0E8-DFBE-8B48-6CC3-D361C9B48B1C}"/>
                </a:ext>
              </a:extLst>
            </p:cNvPr>
            <p:cNvCxnSpPr/>
            <p:nvPr/>
          </p:nvCxnSpPr>
          <p:spPr>
            <a:xfrm flipV="1">
              <a:off x="9532800" y="6667200"/>
              <a:ext cx="0" cy="1800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8C188663-9E98-6B18-8B4E-B16275978409}"/>
                </a:ext>
              </a:extLst>
            </p:cNvPr>
            <p:cNvSpPr/>
            <p:nvPr/>
          </p:nvSpPr>
          <p:spPr>
            <a:xfrm>
              <a:off x="3645758" y="6066000"/>
              <a:ext cx="1708484" cy="5796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Projection</a:t>
              </a: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196F2F2C-4982-AC32-11B8-2778727A80FE}"/>
                </a:ext>
              </a:extLst>
            </p:cNvPr>
            <p:cNvSpPr/>
            <p:nvPr/>
          </p:nvSpPr>
          <p:spPr>
            <a:xfrm>
              <a:off x="8675297" y="6066000"/>
              <a:ext cx="1708484" cy="5796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 Projection</a:t>
              </a:r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7D410AA5-3C95-F7A9-CE09-BC1B2699D7F7}"/>
                </a:ext>
              </a:extLst>
            </p:cNvPr>
            <p:cNvSpPr/>
            <p:nvPr/>
          </p:nvSpPr>
          <p:spPr>
            <a:xfrm>
              <a:off x="3645758" y="4248209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3C29F16C-1151-4281-28C2-A23A3666D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571320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998EE087-91C2-F980-3E5D-4A54BA59F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2800" y="5169600"/>
              <a:ext cx="0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6A8BD4BF-787F-7011-0F96-8F7767A654B0}"/>
                </a:ext>
              </a:extLst>
            </p:cNvPr>
            <p:cNvSpPr/>
            <p:nvPr/>
          </p:nvSpPr>
          <p:spPr>
            <a:xfrm>
              <a:off x="8675297" y="4248209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39" name="Rechteck 138">
              <a:extLst>
                <a:ext uri="{FF2B5EF4-FFF2-40B4-BE49-F238E27FC236}">
                  <a16:creationId xmlns:a16="http://schemas.microsoft.com/office/drawing/2014/main" id="{90F2D1A6-6749-D90D-CAFE-F88B573A5148}"/>
                </a:ext>
              </a:extLst>
            </p:cNvPr>
            <p:cNvSpPr/>
            <p:nvPr/>
          </p:nvSpPr>
          <p:spPr>
            <a:xfrm>
              <a:off x="3645758" y="3294209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140" name="Gerade Verbindung mit Pfeil 139">
              <a:extLst>
                <a:ext uri="{FF2B5EF4-FFF2-40B4-BE49-F238E27FC236}">
                  <a16:creationId xmlns:a16="http://schemas.microsoft.com/office/drawing/2014/main" id="{DBECD56F-7C92-8132-96E4-7AEADE584B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3888209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hteck 140">
              <a:extLst>
                <a:ext uri="{FF2B5EF4-FFF2-40B4-BE49-F238E27FC236}">
                  <a16:creationId xmlns:a16="http://schemas.microsoft.com/office/drawing/2014/main" id="{7F05E626-468C-0BF5-768E-08AD1E009A9C}"/>
                </a:ext>
              </a:extLst>
            </p:cNvPr>
            <p:cNvSpPr/>
            <p:nvPr/>
          </p:nvSpPr>
          <p:spPr>
            <a:xfrm>
              <a:off x="8675297" y="3294209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142" name="Gerade Verbindung mit Pfeil 141">
              <a:extLst>
                <a:ext uri="{FF2B5EF4-FFF2-40B4-BE49-F238E27FC236}">
                  <a16:creationId xmlns:a16="http://schemas.microsoft.com/office/drawing/2014/main" id="{6365C2B9-51FA-613F-3AFC-751F18BB0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2800" y="3888209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0D936DA0-3F5F-C82A-E377-D2A9FD68301F}"/>
                </a:ext>
              </a:extLst>
            </p:cNvPr>
            <p:cNvSpPr/>
            <p:nvPr/>
          </p:nvSpPr>
          <p:spPr>
            <a:xfrm>
              <a:off x="3645758" y="2556209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Image MLP</a:t>
              </a:r>
            </a:p>
          </p:txBody>
        </p:sp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5C57625C-7F99-00A2-1CF2-EAE457B4BE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2930609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0B858F24-61D8-7FF1-1BA8-B6C4AFCA860C}"/>
                </a:ext>
              </a:extLst>
            </p:cNvPr>
            <p:cNvSpPr/>
            <p:nvPr/>
          </p:nvSpPr>
          <p:spPr>
            <a:xfrm>
              <a:off x="8676000" y="2556209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Text MLP</a:t>
              </a:r>
            </a:p>
          </p:txBody>
        </p:sp>
        <p:cxnSp>
          <p:nvCxnSpPr>
            <p:cNvPr id="146" name="Gerade Verbindung mit Pfeil 145">
              <a:extLst>
                <a:ext uri="{FF2B5EF4-FFF2-40B4-BE49-F238E27FC236}">
                  <a16:creationId xmlns:a16="http://schemas.microsoft.com/office/drawing/2014/main" id="{62BEE1B8-3929-CC8E-8720-A154EFE83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9539" y="2930609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hteck 146">
              <a:extLst>
                <a:ext uri="{FF2B5EF4-FFF2-40B4-BE49-F238E27FC236}">
                  <a16:creationId xmlns:a16="http://schemas.microsoft.com/office/drawing/2014/main" id="{258F08C7-4A03-EBA6-ED95-9B649489CB1A}"/>
                </a:ext>
              </a:extLst>
            </p:cNvPr>
            <p:cNvSpPr/>
            <p:nvPr/>
          </p:nvSpPr>
          <p:spPr>
            <a:xfrm>
              <a:off x="3640825" y="5347800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48" name="Gerade Verbindung mit Pfeil 147">
              <a:extLst>
                <a:ext uri="{FF2B5EF4-FFF2-40B4-BE49-F238E27FC236}">
                  <a16:creationId xmlns:a16="http://schemas.microsoft.com/office/drawing/2014/main" id="{CCFD9AB4-3470-A3E1-3026-5E032E44E7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0000" y="5169600"/>
              <a:ext cx="0" cy="17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 Verbindung 149">
              <a:extLst>
                <a:ext uri="{FF2B5EF4-FFF2-40B4-BE49-F238E27FC236}">
                  <a16:creationId xmlns:a16="http://schemas.microsoft.com/office/drawing/2014/main" id="{403C5C9E-A6AD-6742-31AB-9F4F7D8F2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0344" y="2001600"/>
              <a:ext cx="0" cy="831468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 Verbindung 152">
              <a:extLst>
                <a:ext uri="{FF2B5EF4-FFF2-40B4-BE49-F238E27FC236}">
                  <a16:creationId xmlns:a16="http://schemas.microsoft.com/office/drawing/2014/main" id="{FB8686AC-79CC-1F44-1916-5C99C4D7D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3613" y="2001600"/>
              <a:ext cx="0" cy="831468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feld 153">
              <a:extLst>
                <a:ext uri="{FF2B5EF4-FFF2-40B4-BE49-F238E27FC236}">
                  <a16:creationId xmlns:a16="http://schemas.microsoft.com/office/drawing/2014/main" id="{778B4612-F31B-3732-E3D4-2F81BBFE92C1}"/>
                </a:ext>
              </a:extLst>
            </p:cNvPr>
            <p:cNvSpPr txBox="1"/>
            <p:nvPr/>
          </p:nvSpPr>
          <p:spPr>
            <a:xfrm>
              <a:off x="4656591" y="9906818"/>
              <a:ext cx="1243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Scale1, Shift1</a:t>
              </a:r>
            </a:p>
          </p:txBody>
        </p:sp>
        <p:sp>
          <p:nvSpPr>
            <p:cNvPr id="155" name="Textfeld 154">
              <a:extLst>
                <a:ext uri="{FF2B5EF4-FFF2-40B4-BE49-F238E27FC236}">
                  <a16:creationId xmlns:a16="http://schemas.microsoft.com/office/drawing/2014/main" id="{08CB0231-EF98-E130-6A23-301DF26455A5}"/>
                </a:ext>
              </a:extLst>
            </p:cNvPr>
            <p:cNvSpPr txBox="1"/>
            <p:nvPr/>
          </p:nvSpPr>
          <p:spPr>
            <a:xfrm>
              <a:off x="8188394" y="9903071"/>
              <a:ext cx="1243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Scale1, Shift1</a:t>
              </a:r>
            </a:p>
          </p:txBody>
        </p:sp>
        <p:cxnSp>
          <p:nvCxnSpPr>
            <p:cNvPr id="157" name="Gerade Verbindung mit Pfeil 156">
              <a:extLst>
                <a:ext uri="{FF2B5EF4-FFF2-40B4-BE49-F238E27FC236}">
                  <a16:creationId xmlns:a16="http://schemas.microsoft.com/office/drawing/2014/main" id="{D4B6291D-4865-21BB-7F54-12C7E60C124A}"/>
                </a:ext>
              </a:extLst>
            </p:cNvPr>
            <p:cNvCxnSpPr/>
            <p:nvPr/>
          </p:nvCxnSpPr>
          <p:spPr>
            <a:xfrm flipH="1">
              <a:off x="5349309" y="5533200"/>
              <a:ext cx="75103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>
              <a:extLst>
                <a:ext uri="{FF2B5EF4-FFF2-40B4-BE49-F238E27FC236}">
                  <a16:creationId xmlns:a16="http://schemas.microsoft.com/office/drawing/2014/main" id="{DFB199A7-83DB-C311-7BCB-580D935AEA5A}"/>
                </a:ext>
              </a:extLst>
            </p:cNvPr>
            <p:cNvSpPr txBox="1"/>
            <p:nvPr/>
          </p:nvSpPr>
          <p:spPr>
            <a:xfrm>
              <a:off x="5452363" y="5279671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Gate1</a:t>
              </a:r>
            </a:p>
          </p:txBody>
        </p:sp>
        <p:cxnSp>
          <p:nvCxnSpPr>
            <p:cNvPr id="159" name="Gerade Verbindung mit Pfeil 158">
              <a:extLst>
                <a:ext uri="{FF2B5EF4-FFF2-40B4-BE49-F238E27FC236}">
                  <a16:creationId xmlns:a16="http://schemas.microsoft.com/office/drawing/2014/main" id="{43854438-1713-CB84-E744-56B9E7E35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4472" y="5711108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45B4D2A8-7AD3-0937-153F-51E5CBD39F71}"/>
                </a:ext>
              </a:extLst>
            </p:cNvPr>
            <p:cNvSpPr/>
            <p:nvPr/>
          </p:nvSpPr>
          <p:spPr>
            <a:xfrm>
              <a:off x="8675297" y="5345708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62" name="Gerade Verbindung mit Pfeil 161">
              <a:extLst>
                <a:ext uri="{FF2B5EF4-FFF2-40B4-BE49-F238E27FC236}">
                  <a16:creationId xmlns:a16="http://schemas.microsoft.com/office/drawing/2014/main" id="{07EE1A0C-AB74-8705-9A8E-E8E3D3D25EE7}"/>
                </a:ext>
              </a:extLst>
            </p:cNvPr>
            <p:cNvCxnSpPr>
              <a:cxnSpLocks/>
              <a:endCxn id="160" idx="1"/>
            </p:cNvCxnSpPr>
            <p:nvPr/>
          </p:nvCxnSpPr>
          <p:spPr>
            <a:xfrm>
              <a:off x="7943612" y="5531108"/>
              <a:ext cx="73168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AFE8D933-9270-909A-91B4-6B975B689B56}"/>
                </a:ext>
              </a:extLst>
            </p:cNvPr>
            <p:cNvSpPr txBox="1"/>
            <p:nvPr/>
          </p:nvSpPr>
          <p:spPr>
            <a:xfrm>
              <a:off x="7999200" y="5273710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Gate1</a:t>
              </a:r>
            </a:p>
          </p:txBody>
        </p:sp>
        <p:cxnSp>
          <p:nvCxnSpPr>
            <p:cNvPr id="166" name="Gerade Verbindung mit Pfeil 165">
              <a:extLst>
                <a:ext uri="{FF2B5EF4-FFF2-40B4-BE49-F238E27FC236}">
                  <a16:creationId xmlns:a16="http://schemas.microsoft.com/office/drawing/2014/main" id="{F372A481-E661-4727-14CC-4CAA74077582}"/>
                </a:ext>
              </a:extLst>
            </p:cNvPr>
            <p:cNvCxnSpPr>
              <a:cxnSpLocks/>
              <a:endCxn id="139" idx="3"/>
            </p:cNvCxnSpPr>
            <p:nvPr/>
          </p:nvCxnSpPr>
          <p:spPr>
            <a:xfrm flipH="1">
              <a:off x="5354242" y="3582860"/>
              <a:ext cx="746102" cy="114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 Verbindung mit Pfeil 168">
              <a:extLst>
                <a:ext uri="{FF2B5EF4-FFF2-40B4-BE49-F238E27FC236}">
                  <a16:creationId xmlns:a16="http://schemas.microsoft.com/office/drawing/2014/main" id="{C7901771-6660-7057-F5A6-1A8611FE868C}"/>
                </a:ext>
              </a:extLst>
            </p:cNvPr>
            <p:cNvCxnSpPr>
              <a:cxnSpLocks/>
              <a:endCxn id="141" idx="1"/>
            </p:cNvCxnSpPr>
            <p:nvPr/>
          </p:nvCxnSpPr>
          <p:spPr>
            <a:xfrm>
              <a:off x="7943612" y="3582860"/>
              <a:ext cx="731685" cy="114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feld 170">
              <a:extLst>
                <a:ext uri="{FF2B5EF4-FFF2-40B4-BE49-F238E27FC236}">
                  <a16:creationId xmlns:a16="http://schemas.microsoft.com/office/drawing/2014/main" id="{8693209A-F039-CDB3-8884-6E65998301F5}"/>
                </a:ext>
              </a:extLst>
            </p:cNvPr>
            <p:cNvSpPr txBox="1"/>
            <p:nvPr/>
          </p:nvSpPr>
          <p:spPr>
            <a:xfrm>
              <a:off x="5416066" y="3346468"/>
              <a:ext cx="7607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Scale2,</a:t>
              </a:r>
            </a:p>
            <a:p>
              <a:r>
                <a:rPr lang="en-GB" sz="1400" i="1" dirty="0"/>
                <a:t> Shift2</a:t>
              </a:r>
            </a:p>
          </p:txBody>
        </p: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39AA6944-D37A-5391-65E9-3E3D3CACF284}"/>
                </a:ext>
              </a:extLst>
            </p:cNvPr>
            <p:cNvSpPr txBox="1"/>
            <p:nvPr/>
          </p:nvSpPr>
          <p:spPr>
            <a:xfrm>
              <a:off x="7914576" y="3343476"/>
              <a:ext cx="7607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Scale2,</a:t>
              </a:r>
            </a:p>
            <a:p>
              <a:r>
                <a:rPr lang="en-GB" sz="1400" i="1" dirty="0"/>
                <a:t> Shift2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35B3DBD-511A-EE0B-1872-27BE5B3ABF99}"/>
                </a:ext>
              </a:extLst>
            </p:cNvPr>
            <p:cNvSpPr/>
            <p:nvPr/>
          </p:nvSpPr>
          <p:spPr>
            <a:xfrm>
              <a:off x="4405067" y="4987555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6E757C41-597D-07F2-E1C2-41E2B3AE4632}"/>
                </a:ext>
              </a:extLst>
            </p:cNvPr>
            <p:cNvSpPr/>
            <p:nvPr/>
          </p:nvSpPr>
          <p:spPr>
            <a:xfrm>
              <a:off x="9439200" y="4981901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177" name="Gerade Verbindung mit Pfeil 176">
              <a:extLst>
                <a:ext uri="{FF2B5EF4-FFF2-40B4-BE49-F238E27FC236}">
                  <a16:creationId xmlns:a16="http://schemas.microsoft.com/office/drawing/2014/main" id="{226A3BB9-0926-30E7-D409-1302123775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5067" y="462600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 Verbindung mit Pfeil 177">
              <a:extLst>
                <a:ext uri="{FF2B5EF4-FFF2-40B4-BE49-F238E27FC236}">
                  <a16:creationId xmlns:a16="http://schemas.microsoft.com/office/drawing/2014/main" id="{18ABAAD9-AF41-D45D-E65F-80117E4B4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2800" y="462600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 Verbindung 179">
              <a:extLst>
                <a:ext uri="{FF2B5EF4-FFF2-40B4-BE49-F238E27FC236}">
                  <a16:creationId xmlns:a16="http://schemas.microsoft.com/office/drawing/2014/main" id="{D5D49C8F-8EEA-FE0A-E6C9-B16F2CB1FCF6}"/>
                </a:ext>
              </a:extLst>
            </p:cNvPr>
            <p:cNvCxnSpPr/>
            <p:nvPr/>
          </p:nvCxnSpPr>
          <p:spPr>
            <a:xfrm flipH="1">
              <a:off x="1806497" y="11163600"/>
              <a:ext cx="144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 Verbindung 180">
              <a:extLst>
                <a:ext uri="{FF2B5EF4-FFF2-40B4-BE49-F238E27FC236}">
                  <a16:creationId xmlns:a16="http://schemas.microsoft.com/office/drawing/2014/main" id="{86E97FBA-C06D-5800-9B34-A9F686C9D6F2}"/>
                </a:ext>
              </a:extLst>
            </p:cNvPr>
            <p:cNvCxnSpPr/>
            <p:nvPr/>
          </p:nvCxnSpPr>
          <p:spPr>
            <a:xfrm flipH="1">
              <a:off x="10796964" y="11163600"/>
              <a:ext cx="144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 Verbindung 182">
              <a:extLst>
                <a:ext uri="{FF2B5EF4-FFF2-40B4-BE49-F238E27FC236}">
                  <a16:creationId xmlns:a16="http://schemas.microsoft.com/office/drawing/2014/main" id="{2A8AD3DB-A616-952E-A9AC-DEB0CF692CAF}"/>
                </a:ext>
              </a:extLst>
            </p:cNvPr>
            <p:cNvCxnSpPr/>
            <p:nvPr/>
          </p:nvCxnSpPr>
          <p:spPr>
            <a:xfrm flipV="1">
              <a:off x="1800000" y="5077555"/>
              <a:ext cx="0" cy="60856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 Verbindung 183">
              <a:extLst>
                <a:ext uri="{FF2B5EF4-FFF2-40B4-BE49-F238E27FC236}">
                  <a16:creationId xmlns:a16="http://schemas.microsoft.com/office/drawing/2014/main" id="{5175CEC2-1500-FB82-2D5A-E176DE49989D}"/>
                </a:ext>
              </a:extLst>
            </p:cNvPr>
            <p:cNvCxnSpPr/>
            <p:nvPr/>
          </p:nvCxnSpPr>
          <p:spPr>
            <a:xfrm flipV="1">
              <a:off x="12232800" y="5077555"/>
              <a:ext cx="0" cy="60856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 Verbindung mit Pfeil 185">
              <a:extLst>
                <a:ext uri="{FF2B5EF4-FFF2-40B4-BE49-F238E27FC236}">
                  <a16:creationId xmlns:a16="http://schemas.microsoft.com/office/drawing/2014/main" id="{5A4005C6-74E1-FB6B-6FB7-E55B44505D5E}"/>
                </a:ext>
              </a:extLst>
            </p:cNvPr>
            <p:cNvCxnSpPr>
              <a:cxnSpLocks/>
            </p:cNvCxnSpPr>
            <p:nvPr/>
          </p:nvCxnSpPr>
          <p:spPr>
            <a:xfrm>
              <a:off x="1803600" y="5077555"/>
              <a:ext cx="26023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 Verbindung mit Pfeil 188">
              <a:extLst>
                <a:ext uri="{FF2B5EF4-FFF2-40B4-BE49-F238E27FC236}">
                  <a16:creationId xmlns:a16="http://schemas.microsoft.com/office/drawing/2014/main" id="{7CDDC4D9-8D87-DF57-350E-184228C6DDFD}"/>
                </a:ext>
              </a:extLst>
            </p:cNvPr>
            <p:cNvCxnSpPr>
              <a:cxnSpLocks/>
              <a:endCxn id="176" idx="6"/>
            </p:cNvCxnSpPr>
            <p:nvPr/>
          </p:nvCxnSpPr>
          <p:spPr>
            <a:xfrm flipH="1" flipV="1">
              <a:off x="9619200" y="5071901"/>
              <a:ext cx="2616004" cy="56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Gerade Verbindung mit Pfeil 190">
              <a:extLst>
                <a:ext uri="{FF2B5EF4-FFF2-40B4-BE49-F238E27FC236}">
                  <a16:creationId xmlns:a16="http://schemas.microsoft.com/office/drawing/2014/main" id="{B8D6A568-F774-F831-678A-7048BC2E0F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9200" y="217520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D923D40A-8D35-8F1B-B807-9303E79FB97D}"/>
                </a:ext>
              </a:extLst>
            </p:cNvPr>
            <p:cNvSpPr/>
            <p:nvPr/>
          </p:nvSpPr>
          <p:spPr>
            <a:xfrm>
              <a:off x="8675297" y="1810895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93" name="Gerade Verbindung mit Pfeil 192">
              <a:extLst>
                <a:ext uri="{FF2B5EF4-FFF2-40B4-BE49-F238E27FC236}">
                  <a16:creationId xmlns:a16="http://schemas.microsoft.com/office/drawing/2014/main" id="{0E32571F-F2E1-5CAA-9799-B208FF484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217520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hteck 193">
              <a:extLst>
                <a:ext uri="{FF2B5EF4-FFF2-40B4-BE49-F238E27FC236}">
                  <a16:creationId xmlns:a16="http://schemas.microsoft.com/office/drawing/2014/main" id="{783950BE-4322-3F83-E2C1-9EAC5B1358C7}"/>
                </a:ext>
              </a:extLst>
            </p:cNvPr>
            <p:cNvSpPr/>
            <p:nvPr/>
          </p:nvSpPr>
          <p:spPr>
            <a:xfrm>
              <a:off x="3640825" y="1811600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197" name="Gerade Verbindung mit Pfeil 196">
              <a:extLst>
                <a:ext uri="{FF2B5EF4-FFF2-40B4-BE49-F238E27FC236}">
                  <a16:creationId xmlns:a16="http://schemas.microsoft.com/office/drawing/2014/main" id="{00A2147A-B7EB-9FAF-6A6F-C71B066237E9}"/>
                </a:ext>
              </a:extLst>
            </p:cNvPr>
            <p:cNvCxnSpPr>
              <a:cxnSpLocks/>
              <a:endCxn id="194" idx="3"/>
            </p:cNvCxnSpPr>
            <p:nvPr/>
          </p:nvCxnSpPr>
          <p:spPr>
            <a:xfrm flipH="1">
              <a:off x="5349309" y="1993617"/>
              <a:ext cx="751035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feld 200">
              <a:extLst>
                <a:ext uri="{FF2B5EF4-FFF2-40B4-BE49-F238E27FC236}">
                  <a16:creationId xmlns:a16="http://schemas.microsoft.com/office/drawing/2014/main" id="{9033E26E-33FD-104F-5557-B17DA4E0912E}"/>
                </a:ext>
              </a:extLst>
            </p:cNvPr>
            <p:cNvSpPr txBox="1"/>
            <p:nvPr/>
          </p:nvSpPr>
          <p:spPr>
            <a:xfrm>
              <a:off x="5452363" y="1750400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Gate2</a:t>
              </a:r>
            </a:p>
          </p:txBody>
        </p:sp>
        <p:cxnSp>
          <p:nvCxnSpPr>
            <p:cNvPr id="203" name="Gerade Verbindung mit Pfeil 202">
              <a:extLst>
                <a:ext uri="{FF2B5EF4-FFF2-40B4-BE49-F238E27FC236}">
                  <a16:creationId xmlns:a16="http://schemas.microsoft.com/office/drawing/2014/main" id="{DCC84C7E-662B-CA38-D0DF-BBEE2EBB2310}"/>
                </a:ext>
              </a:extLst>
            </p:cNvPr>
            <p:cNvCxnSpPr>
              <a:endCxn id="192" idx="1"/>
            </p:cNvCxnSpPr>
            <p:nvPr/>
          </p:nvCxnSpPr>
          <p:spPr>
            <a:xfrm>
              <a:off x="7943612" y="1995455"/>
              <a:ext cx="731685" cy="84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feld 203">
              <a:extLst>
                <a:ext uri="{FF2B5EF4-FFF2-40B4-BE49-F238E27FC236}">
                  <a16:creationId xmlns:a16="http://schemas.microsoft.com/office/drawing/2014/main" id="{694BAD0D-0A55-D1A0-4CB7-8E5C8C7985A1}"/>
                </a:ext>
              </a:extLst>
            </p:cNvPr>
            <p:cNvSpPr txBox="1"/>
            <p:nvPr/>
          </p:nvSpPr>
          <p:spPr>
            <a:xfrm>
              <a:off x="7999200" y="1750400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Gate2</a:t>
              </a:r>
            </a:p>
          </p:txBody>
        </p:sp>
        <p:cxnSp>
          <p:nvCxnSpPr>
            <p:cNvPr id="207" name="Gerade Verbindung mit Pfeil 206">
              <a:extLst>
                <a:ext uri="{FF2B5EF4-FFF2-40B4-BE49-F238E27FC236}">
                  <a16:creationId xmlns:a16="http://schemas.microsoft.com/office/drawing/2014/main" id="{DDC942F2-4D53-B080-7BE5-D2C0750741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4933" y="1630800"/>
              <a:ext cx="0" cy="17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60639E4B-B408-B441-CB10-232019797589}"/>
                </a:ext>
              </a:extLst>
            </p:cNvPr>
            <p:cNvSpPr/>
            <p:nvPr/>
          </p:nvSpPr>
          <p:spPr>
            <a:xfrm>
              <a:off x="4410000" y="1448535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209" name="Gerade Verbindung mit Pfeil 208">
              <a:extLst>
                <a:ext uri="{FF2B5EF4-FFF2-40B4-BE49-F238E27FC236}">
                  <a16:creationId xmlns:a16="http://schemas.microsoft.com/office/drawing/2014/main" id="{51BFA349-32E4-796E-892D-93971340D7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0000" y="108698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Gerade Verbindung mit Pfeil 212">
              <a:extLst>
                <a:ext uri="{FF2B5EF4-FFF2-40B4-BE49-F238E27FC236}">
                  <a16:creationId xmlns:a16="http://schemas.microsoft.com/office/drawing/2014/main" id="{0B96A937-D920-6713-F708-AF1F6C9EB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29200" y="1630800"/>
              <a:ext cx="0" cy="17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E3B1F93B-0327-CC1A-DB9F-5EA0CCE2F063}"/>
                </a:ext>
              </a:extLst>
            </p:cNvPr>
            <p:cNvSpPr/>
            <p:nvPr/>
          </p:nvSpPr>
          <p:spPr>
            <a:xfrm>
              <a:off x="9439200" y="1447200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215" name="Gerade Verbindung mit Pfeil 214">
              <a:extLst>
                <a:ext uri="{FF2B5EF4-FFF2-40B4-BE49-F238E27FC236}">
                  <a16:creationId xmlns:a16="http://schemas.microsoft.com/office/drawing/2014/main" id="{47D5485E-418E-FD17-CD72-9BCB4FAD7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29200" y="108720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Gerade Verbindung 216">
              <a:extLst>
                <a:ext uri="{FF2B5EF4-FFF2-40B4-BE49-F238E27FC236}">
                  <a16:creationId xmlns:a16="http://schemas.microsoft.com/office/drawing/2014/main" id="{6E2F9208-57EA-D7C0-39EA-83A9FE3A319F}"/>
                </a:ext>
              </a:extLst>
            </p:cNvPr>
            <p:cNvCxnSpPr/>
            <p:nvPr/>
          </p:nvCxnSpPr>
          <p:spPr>
            <a:xfrm flipH="1">
              <a:off x="1793174" y="4845600"/>
              <a:ext cx="27068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Gerade Verbindung 218">
              <a:extLst>
                <a:ext uri="{FF2B5EF4-FFF2-40B4-BE49-F238E27FC236}">
                  <a16:creationId xmlns:a16="http://schemas.microsoft.com/office/drawing/2014/main" id="{10335D11-A77A-33F6-853C-3CFACFF94578}"/>
                </a:ext>
              </a:extLst>
            </p:cNvPr>
            <p:cNvCxnSpPr/>
            <p:nvPr/>
          </p:nvCxnSpPr>
          <p:spPr>
            <a:xfrm flipV="1">
              <a:off x="1800000" y="1544400"/>
              <a:ext cx="0" cy="33013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Gerade Verbindung mit Pfeil 219">
              <a:extLst>
                <a:ext uri="{FF2B5EF4-FFF2-40B4-BE49-F238E27FC236}">
                  <a16:creationId xmlns:a16="http://schemas.microsoft.com/office/drawing/2014/main" id="{1CC7F94D-299F-BB4A-CB88-C4EACD93418F}"/>
                </a:ext>
              </a:extLst>
            </p:cNvPr>
            <p:cNvCxnSpPr>
              <a:cxnSpLocks/>
            </p:cNvCxnSpPr>
            <p:nvPr/>
          </p:nvCxnSpPr>
          <p:spPr>
            <a:xfrm>
              <a:off x="1802674" y="1536729"/>
              <a:ext cx="26023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 Verbindung 220">
              <a:extLst>
                <a:ext uri="{FF2B5EF4-FFF2-40B4-BE49-F238E27FC236}">
                  <a16:creationId xmlns:a16="http://schemas.microsoft.com/office/drawing/2014/main" id="{0F874961-6BB7-3503-8DAE-78B784DA9CC9}"/>
                </a:ext>
              </a:extLst>
            </p:cNvPr>
            <p:cNvCxnSpPr/>
            <p:nvPr/>
          </p:nvCxnSpPr>
          <p:spPr>
            <a:xfrm flipH="1">
              <a:off x="9529539" y="4845600"/>
              <a:ext cx="27068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Gerade Verbindung 221">
              <a:extLst>
                <a:ext uri="{FF2B5EF4-FFF2-40B4-BE49-F238E27FC236}">
                  <a16:creationId xmlns:a16="http://schemas.microsoft.com/office/drawing/2014/main" id="{47D8148D-51B6-E767-2F5E-660315E3FE2E}"/>
                </a:ext>
              </a:extLst>
            </p:cNvPr>
            <p:cNvCxnSpPr/>
            <p:nvPr/>
          </p:nvCxnSpPr>
          <p:spPr>
            <a:xfrm flipV="1">
              <a:off x="12232800" y="1544400"/>
              <a:ext cx="0" cy="33013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Gerade Verbindung mit Pfeil 223">
              <a:extLst>
                <a:ext uri="{FF2B5EF4-FFF2-40B4-BE49-F238E27FC236}">
                  <a16:creationId xmlns:a16="http://schemas.microsoft.com/office/drawing/2014/main" id="{4BE4C241-937E-6D31-7E93-BBA2D933DB4C}"/>
                </a:ext>
              </a:extLst>
            </p:cNvPr>
            <p:cNvCxnSpPr>
              <a:cxnSpLocks/>
              <a:endCxn id="214" idx="6"/>
            </p:cNvCxnSpPr>
            <p:nvPr/>
          </p:nvCxnSpPr>
          <p:spPr>
            <a:xfrm flipH="1" flipV="1">
              <a:off x="9619200" y="1537200"/>
              <a:ext cx="26242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359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82</Words>
  <Application>Microsoft Macintosh PowerPoint</Application>
  <PresentationFormat>Benutzerdefiniert</PresentationFormat>
  <Paragraphs>48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70</cp:revision>
  <dcterms:created xsi:type="dcterms:W3CDTF">2025-12-02T13:46:42Z</dcterms:created>
  <dcterms:modified xsi:type="dcterms:W3CDTF">2026-01-05T14:20:20Z</dcterms:modified>
</cp:coreProperties>
</file>