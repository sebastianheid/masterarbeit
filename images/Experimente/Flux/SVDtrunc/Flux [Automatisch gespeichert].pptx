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0"/>
  </p:notesMasterIdLst>
  <p:sldIdLst>
    <p:sldId id="256" r:id="rId2"/>
    <p:sldId id="260" r:id="rId3"/>
    <p:sldId id="264" r:id="rId4"/>
    <p:sldId id="261" r:id="rId5"/>
    <p:sldId id="258" r:id="rId6"/>
    <p:sldId id="263" r:id="rId7"/>
    <p:sldId id="259" r:id="rId8"/>
    <p:sldId id="262" r:id="rId9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/>
    <p:restoredTop sz="94626"/>
  </p:normalViewPr>
  <p:slideViewPr>
    <p:cSldViewPr snapToGrid="0">
      <p:cViewPr varScale="1">
        <p:scale>
          <a:sx n="44" d="100"/>
          <a:sy n="44" d="100"/>
        </p:scale>
        <p:origin x="18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F74F-E1EB-F71D-F4A5-2CAE4CD8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03DA67-3D91-0792-A380-00D242C9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03F444-5840-C055-4453-90236B451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7A8219-0D2E-B5E7-C095-A50F203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2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DE54-0F12-D415-5DC1-789DF78D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794727-7FF1-6D96-73F5-112B287D7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1BFC6CC-6191-433E-0317-78FEB2382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7C914-70B6-E361-F136-2F364C64A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251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9745-D22A-3497-65C8-2BDF0F4B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A716C6-A9D1-DC2D-8C81-24186ED7B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D7C595-6570-73BC-CEEE-3A58F323E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71DF22-1079-30A4-D612-148E3C808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540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59CF-64EB-15F1-7164-B5AA3075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2A41DD-C1B3-AD30-1122-41C3156F4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1ADBBB-A6A7-76F4-BC36-A2B426E2E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D53AE5-0F32-C737-C8B3-C41CED38F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56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7063-A1E0-8475-2525-9D3555BE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948507-38DC-D44A-5680-1383CF2E7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B5F9F7-7074-88A1-18C1-0F4EA574E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B7664F-6821-C799-1348-652158179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185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3961-00C8-7D38-0E49-49FFA8FB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2C90BA-BDDC-7A41-6D09-4CED09C01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829B6F-69C0-13B6-9092-CC9B083E9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0B390C-D3DA-03D1-ED40-84D04327C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556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8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3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80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33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10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4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6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23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3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93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12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32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39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4AF3A-CB18-993F-0AAB-8A8D19BA8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99FEEC-0976-C3F6-DBAA-805C28142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47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863F-E72E-B9B1-5398-E6A8FFE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21D4807-EF9C-C1F8-5C48-7E1D20953F07}"/>
              </a:ext>
            </a:extLst>
          </p:cNvPr>
          <p:cNvSpPr/>
          <p:nvPr/>
        </p:nvSpPr>
        <p:spPr>
          <a:xfrm>
            <a:off x="7560224" y="3978782"/>
            <a:ext cx="6480000" cy="8722800"/>
          </a:xfrm>
          <a:prstGeom prst="rect">
            <a:avLst/>
          </a:prstGeom>
          <a:solidFill>
            <a:srgbClr val="E3C893">
              <a:alpha val="41961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8AD370-0D88-C6BF-6917-8A167F5F7A33}"/>
              </a:ext>
            </a:extLst>
          </p:cNvPr>
          <p:cNvSpPr txBox="1"/>
          <p:nvPr/>
        </p:nvSpPr>
        <p:spPr>
          <a:xfrm>
            <a:off x="9720225" y="12332830"/>
            <a:ext cx="21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Stream Block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C6E740E-04ED-421D-2361-DA1E4B3CC571}"/>
              </a:ext>
            </a:extLst>
          </p:cNvPr>
          <p:cNvCxnSpPr>
            <a:cxnSpLocks/>
          </p:cNvCxnSpPr>
          <p:nvPr/>
        </p:nvCxnSpPr>
        <p:spPr>
          <a:xfrm flipV="1">
            <a:off x="9000225" y="11786436"/>
            <a:ext cx="0" cy="151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E2FBFA6-26AD-CE47-6491-3A36FAC6163E}"/>
              </a:ext>
            </a:extLst>
          </p:cNvPr>
          <p:cNvSpPr txBox="1"/>
          <p:nvPr/>
        </p:nvSpPr>
        <p:spPr>
          <a:xfrm>
            <a:off x="8855848" y="13459298"/>
            <a:ext cx="52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57936A4-5E83-A92D-FC94-2055DEB4D823}"/>
              </a:ext>
            </a:extLst>
          </p:cNvPr>
          <p:cNvCxnSpPr>
            <a:cxnSpLocks/>
          </p:cNvCxnSpPr>
          <p:nvPr/>
        </p:nvCxnSpPr>
        <p:spPr>
          <a:xfrm flipV="1">
            <a:off x="12600225" y="11786436"/>
            <a:ext cx="0" cy="15159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C62FF0F8-06C9-B3A7-F3F3-782C7830062C}"/>
              </a:ext>
            </a:extLst>
          </p:cNvPr>
          <p:cNvSpPr txBox="1"/>
          <p:nvPr/>
        </p:nvSpPr>
        <p:spPr>
          <a:xfrm>
            <a:off x="11999740" y="13375552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7927E0B-DF59-E999-B180-B8B09C940BD7}"/>
              </a:ext>
            </a:extLst>
          </p:cNvPr>
          <p:cNvSpPr/>
          <p:nvPr/>
        </p:nvSpPr>
        <p:spPr>
          <a:xfrm>
            <a:off x="11745983" y="1118618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Modulation Projection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37B4E09-9E13-8DBD-5CF4-763D2D86CA97}"/>
              </a:ext>
            </a:extLst>
          </p:cNvPr>
          <p:cNvSpPr/>
          <p:nvPr/>
        </p:nvSpPr>
        <p:spPr>
          <a:xfrm>
            <a:off x="8157532" y="1139029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A3EEBA39-7E4B-06BF-A277-0FF0E2A97DAB}"/>
              </a:ext>
            </a:extLst>
          </p:cNvPr>
          <p:cNvCxnSpPr>
            <a:cxnSpLocks/>
          </p:cNvCxnSpPr>
          <p:nvPr/>
        </p:nvCxnSpPr>
        <p:spPr>
          <a:xfrm flipV="1">
            <a:off x="9000225" y="10805835"/>
            <a:ext cx="0" cy="590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68F21D8F-A048-9131-9263-1EF8374CB612}"/>
              </a:ext>
            </a:extLst>
          </p:cNvPr>
          <p:cNvCxnSpPr>
            <a:cxnSpLocks/>
          </p:cNvCxnSpPr>
          <p:nvPr/>
        </p:nvCxnSpPr>
        <p:spPr>
          <a:xfrm>
            <a:off x="9000227" y="10814625"/>
            <a:ext cx="1481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061D4CF6-7317-F7C3-C09A-E3D22ED413A9}"/>
              </a:ext>
            </a:extLst>
          </p:cNvPr>
          <p:cNvCxnSpPr>
            <a:cxnSpLocks/>
          </p:cNvCxnSpPr>
          <p:nvPr/>
        </p:nvCxnSpPr>
        <p:spPr>
          <a:xfrm flipV="1">
            <a:off x="12600225" y="10811705"/>
            <a:ext cx="0" cy="36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B904953-E326-7D66-68D4-808E69DBE9BB}"/>
              </a:ext>
            </a:extLst>
          </p:cNvPr>
          <p:cNvCxnSpPr/>
          <p:nvPr/>
        </p:nvCxnSpPr>
        <p:spPr>
          <a:xfrm flipV="1">
            <a:off x="10482172" y="1026583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EAFDA547-4E36-E8CC-2994-90250A330222}"/>
              </a:ext>
            </a:extLst>
          </p:cNvPr>
          <p:cNvSpPr/>
          <p:nvPr/>
        </p:nvSpPr>
        <p:spPr>
          <a:xfrm>
            <a:off x="9945982" y="9673309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CEF45AC-538A-6CD9-0503-E9C7CCEC5118}"/>
              </a:ext>
            </a:extLst>
          </p:cNvPr>
          <p:cNvCxnSpPr>
            <a:cxnSpLocks/>
          </p:cNvCxnSpPr>
          <p:nvPr/>
        </p:nvCxnSpPr>
        <p:spPr>
          <a:xfrm flipV="1">
            <a:off x="10800224" y="912867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F6071045-4854-BA3E-41FF-FD84B66EE4D8}"/>
              </a:ext>
            </a:extLst>
          </p:cNvPr>
          <p:cNvSpPr/>
          <p:nvPr/>
        </p:nvSpPr>
        <p:spPr>
          <a:xfrm>
            <a:off x="9945982" y="8745560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Linear1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AD485B54-942C-1ED8-90C7-D44592C624A6}"/>
              </a:ext>
            </a:extLst>
          </p:cNvPr>
          <p:cNvCxnSpPr>
            <a:cxnSpLocks/>
          </p:cNvCxnSpPr>
          <p:nvPr/>
        </p:nvCxnSpPr>
        <p:spPr>
          <a:xfrm flipV="1">
            <a:off x="10800224" y="8384672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3C9B0FB9-C4A2-41B0-66EE-B6D0522E6F61}"/>
              </a:ext>
            </a:extLst>
          </p:cNvPr>
          <p:cNvCxnSpPr/>
          <p:nvPr/>
        </p:nvCxnSpPr>
        <p:spPr>
          <a:xfrm>
            <a:off x="9000224" y="8384672"/>
            <a:ext cx="36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93675D1-51F3-6704-8CE9-B7056D9B2666}"/>
              </a:ext>
            </a:extLst>
          </p:cNvPr>
          <p:cNvCxnSpPr/>
          <p:nvPr/>
        </p:nvCxnSpPr>
        <p:spPr>
          <a:xfrm flipV="1">
            <a:off x="901177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76C8AF53-5126-27F8-91F7-0F7A4F54610A}"/>
              </a:ext>
            </a:extLst>
          </p:cNvPr>
          <p:cNvCxnSpPr/>
          <p:nvPr/>
        </p:nvCxnSpPr>
        <p:spPr>
          <a:xfrm flipV="1">
            <a:off x="1260022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F2FFC9E4-2BE9-8D78-35D5-0F7A3753C182}"/>
              </a:ext>
            </a:extLst>
          </p:cNvPr>
          <p:cNvSpPr/>
          <p:nvPr/>
        </p:nvSpPr>
        <p:spPr>
          <a:xfrm>
            <a:off x="8145982" y="7645209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Self-Attention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FC18E61-126E-2052-F3DD-1F67AF4412EE}"/>
              </a:ext>
            </a:extLst>
          </p:cNvPr>
          <p:cNvSpPr/>
          <p:nvPr/>
        </p:nvSpPr>
        <p:spPr>
          <a:xfrm>
            <a:off x="11745982" y="7645209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GELU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9F1C56A8-D2AC-BF0C-E4E2-65864D4409A9}"/>
              </a:ext>
            </a:extLst>
          </p:cNvPr>
          <p:cNvCxnSpPr>
            <a:stCxn id="41" idx="0"/>
          </p:cNvCxnSpPr>
          <p:nvPr/>
        </p:nvCxnSpPr>
        <p:spPr>
          <a:xfrm flipV="1">
            <a:off x="90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BF51A6EE-A848-DA7F-D633-1F8DB7DE3A50}"/>
              </a:ext>
            </a:extLst>
          </p:cNvPr>
          <p:cNvCxnSpPr>
            <a:stCxn id="42" idx="0"/>
          </p:cNvCxnSpPr>
          <p:nvPr/>
        </p:nvCxnSpPr>
        <p:spPr>
          <a:xfrm flipV="1">
            <a:off x="126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EAEBA638-7CA0-94FA-97E6-AD30223C6187}"/>
              </a:ext>
            </a:extLst>
          </p:cNvPr>
          <p:cNvGrpSpPr/>
          <p:nvPr/>
        </p:nvGrpSpPr>
        <p:grpSpPr>
          <a:xfrm>
            <a:off x="10710224" y="7199051"/>
            <a:ext cx="180000" cy="180000"/>
            <a:chOff x="2993721" y="5110619"/>
            <a:chExt cx="180000" cy="180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7FE4C25-9B80-2CA0-78DB-F6CADDBEE3DE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EACE9CE7-D02A-5B02-1536-84221AB5772D}"/>
                </a:ext>
              </a:extLst>
            </p:cNvPr>
            <p:cNvCxnSpPr>
              <a:stCxn id="47" idx="0"/>
              <a:endCxn id="47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09D42E60-6387-B266-BBE6-2EF836BE0897}"/>
                </a:ext>
              </a:extLst>
            </p:cNvPr>
            <p:cNvCxnSpPr>
              <a:stCxn id="47" idx="2"/>
              <a:endCxn id="47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67324B7-D6B3-9E7B-83BB-E91085C5986B}"/>
              </a:ext>
            </a:extLst>
          </p:cNvPr>
          <p:cNvCxnSpPr/>
          <p:nvPr/>
        </p:nvCxnSpPr>
        <p:spPr>
          <a:xfrm>
            <a:off x="9000224" y="7286935"/>
            <a:ext cx="171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51AFFC7A-5D94-D651-0A34-70EE383FCF0B}"/>
              </a:ext>
            </a:extLst>
          </p:cNvPr>
          <p:cNvCxnSpPr/>
          <p:nvPr/>
        </p:nvCxnSpPr>
        <p:spPr>
          <a:xfrm flipH="1">
            <a:off x="10890227" y="7286935"/>
            <a:ext cx="1709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AC7087C-479A-43A0-4ECA-CD54CE70A322}"/>
              </a:ext>
            </a:extLst>
          </p:cNvPr>
          <p:cNvCxnSpPr/>
          <p:nvPr/>
        </p:nvCxnSpPr>
        <p:spPr>
          <a:xfrm flipV="1">
            <a:off x="10800224" y="683599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4CB67D58-F520-BB77-2411-78464544CB44}"/>
              </a:ext>
            </a:extLst>
          </p:cNvPr>
          <p:cNvSpPr/>
          <p:nvPr/>
        </p:nvSpPr>
        <p:spPr>
          <a:xfrm>
            <a:off x="9945982" y="645444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Projection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C34B0D0-907B-840C-B817-2DE017BC2494}"/>
              </a:ext>
            </a:extLst>
          </p:cNvPr>
          <p:cNvSpPr txBox="1"/>
          <p:nvPr/>
        </p:nvSpPr>
        <p:spPr>
          <a:xfrm>
            <a:off x="11554812" y="10547580"/>
            <a:ext cx="1045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Scale, Shift</a:t>
            </a:r>
          </a:p>
        </p:txBody>
      </p:sp>
      <p:cxnSp>
        <p:nvCxnSpPr>
          <p:cNvPr id="64" name="Gerade Verbindung 63">
            <a:extLst>
              <a:ext uri="{FF2B5EF4-FFF2-40B4-BE49-F238E27FC236}">
                <a16:creationId xmlns:a16="http://schemas.microsoft.com/office/drawing/2014/main" id="{E12E4D7C-68DF-8CB0-5447-9EBF72A149C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3454467" y="11475984"/>
            <a:ext cx="349690" cy="3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3D1871C1-FDC6-5D2F-0BC1-68E0D34A337D}"/>
              </a:ext>
            </a:extLst>
          </p:cNvPr>
          <p:cNvCxnSpPr>
            <a:cxnSpLocks/>
          </p:cNvCxnSpPr>
          <p:nvPr/>
        </p:nvCxnSpPr>
        <p:spPr>
          <a:xfrm flipV="1">
            <a:off x="13804157" y="5715563"/>
            <a:ext cx="0" cy="576077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9A6B3C7A-A0A0-7B1C-4C16-D2AC8AF6369F}"/>
              </a:ext>
            </a:extLst>
          </p:cNvPr>
          <p:cNvCxnSpPr>
            <a:cxnSpLocks/>
          </p:cNvCxnSpPr>
          <p:nvPr/>
        </p:nvCxnSpPr>
        <p:spPr>
          <a:xfrm flipV="1">
            <a:off x="10800224" y="5912536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C2F692FE-A7FD-8B69-6568-5F27B32EB48C}"/>
              </a:ext>
            </a:extLst>
          </p:cNvPr>
          <p:cNvSpPr/>
          <p:nvPr/>
        </p:nvSpPr>
        <p:spPr>
          <a:xfrm>
            <a:off x="9945982" y="5522234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F554CDDD-7BD7-B7D8-5D13-F0752B4F49A1}"/>
              </a:ext>
            </a:extLst>
          </p:cNvPr>
          <p:cNvCxnSpPr>
            <a:cxnSpLocks/>
          </p:cNvCxnSpPr>
          <p:nvPr/>
        </p:nvCxnSpPr>
        <p:spPr>
          <a:xfrm flipH="1">
            <a:off x="11654468" y="5715561"/>
            <a:ext cx="214969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9EB5E043-6D8F-830A-9BA5-E517616C4AE4}"/>
              </a:ext>
            </a:extLst>
          </p:cNvPr>
          <p:cNvSpPr txBox="1"/>
          <p:nvPr/>
        </p:nvSpPr>
        <p:spPr>
          <a:xfrm>
            <a:off x="13292935" y="5469201"/>
            <a:ext cx="59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</a:t>
            </a:r>
          </a:p>
        </p:txBody>
      </p: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730C4E1F-1963-2BB5-B1B8-1CEAE4EAB3F8}"/>
              </a:ext>
            </a:extLst>
          </p:cNvPr>
          <p:cNvCxnSpPr>
            <a:stCxn id="69" idx="0"/>
          </p:cNvCxnSpPr>
          <p:nvPr/>
        </p:nvCxnSpPr>
        <p:spPr>
          <a:xfrm flipV="1">
            <a:off x="10800224" y="5149723"/>
            <a:ext cx="0" cy="372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AAAF5EA-265A-0DC2-1293-D9B3EBD49060}"/>
              </a:ext>
            </a:extLst>
          </p:cNvPr>
          <p:cNvSpPr/>
          <p:nvPr/>
        </p:nvSpPr>
        <p:spPr>
          <a:xfrm>
            <a:off x="10710352" y="4975811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F98E0C5C-5374-EA63-CBE3-3C553343C6E1}"/>
              </a:ext>
            </a:extLst>
          </p:cNvPr>
          <p:cNvCxnSpPr>
            <a:cxnSpLocks/>
          </p:cNvCxnSpPr>
          <p:nvPr/>
        </p:nvCxnSpPr>
        <p:spPr>
          <a:xfrm flipH="1">
            <a:off x="7928653" y="12332830"/>
            <a:ext cx="1071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86">
            <a:extLst>
              <a:ext uri="{FF2B5EF4-FFF2-40B4-BE49-F238E27FC236}">
                <a16:creationId xmlns:a16="http://schemas.microsoft.com/office/drawing/2014/main" id="{AB30FDAE-D7CE-5098-EC72-D9AF33F494F5}"/>
              </a:ext>
            </a:extLst>
          </p:cNvPr>
          <p:cNvCxnSpPr>
            <a:cxnSpLocks/>
          </p:cNvCxnSpPr>
          <p:nvPr/>
        </p:nvCxnSpPr>
        <p:spPr>
          <a:xfrm flipV="1">
            <a:off x="7928651" y="5065813"/>
            <a:ext cx="0" cy="7267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4069D8CA-05B0-2639-04D4-5182B17A721F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7928653" y="5065811"/>
            <a:ext cx="2781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1CAABB51-CE71-F83D-3A2E-9048ACBE3C11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10800224" y="4600566"/>
            <a:ext cx="128" cy="37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46EB38A3-D9D1-B344-AF7E-4A196F8E6E26}"/>
              </a:ext>
            </a:extLst>
          </p:cNvPr>
          <p:cNvCxnSpPr/>
          <p:nvPr/>
        </p:nvCxnSpPr>
        <p:spPr>
          <a:xfrm flipV="1">
            <a:off x="11122523" y="10267425"/>
            <a:ext cx="0" cy="54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F4E1B7BC-19C1-48F3-4232-391B944C5A3D}"/>
              </a:ext>
            </a:extLst>
          </p:cNvPr>
          <p:cNvCxnSpPr>
            <a:cxnSpLocks/>
          </p:cNvCxnSpPr>
          <p:nvPr/>
        </p:nvCxnSpPr>
        <p:spPr>
          <a:xfrm>
            <a:off x="11118279" y="10814625"/>
            <a:ext cx="148194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35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4305-399B-7A52-C135-1A27DB2B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1C5DC5E-14BC-54C1-3433-0E7A831C48B8}"/>
              </a:ext>
            </a:extLst>
          </p:cNvPr>
          <p:cNvGrpSpPr/>
          <p:nvPr/>
        </p:nvGrpSpPr>
        <p:grpSpPr>
          <a:xfrm>
            <a:off x="7560224" y="3978782"/>
            <a:ext cx="6947467" cy="10043101"/>
            <a:chOff x="7560224" y="3978782"/>
            <a:chExt cx="6947467" cy="10043101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E5613465-9046-8362-1609-94A23CD8978B}"/>
                </a:ext>
              </a:extLst>
            </p:cNvPr>
            <p:cNvSpPr/>
            <p:nvPr/>
          </p:nvSpPr>
          <p:spPr>
            <a:xfrm>
              <a:off x="7560224" y="3978782"/>
              <a:ext cx="6480000" cy="8722800"/>
            </a:xfrm>
            <a:prstGeom prst="rect">
              <a:avLst/>
            </a:prstGeom>
            <a:solidFill>
              <a:srgbClr val="E3C893">
                <a:alpha val="41961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76DC67EE-4F33-E378-C07E-9BFC23E9E659}"/>
                </a:ext>
              </a:extLst>
            </p:cNvPr>
            <p:cNvSpPr txBox="1"/>
            <p:nvPr/>
          </p:nvSpPr>
          <p:spPr>
            <a:xfrm>
              <a:off x="9720225" y="12332830"/>
              <a:ext cx="2162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Single Stream Block</a:t>
              </a:r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F889F17B-EA9F-6BB6-4629-A0A3C51CC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0225" y="11786436"/>
              <a:ext cx="0" cy="15159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E3A3096-648A-5B4C-F6D7-009088BEF8FF}"/>
                </a:ext>
              </a:extLst>
            </p:cNvPr>
            <p:cNvSpPr txBox="1"/>
            <p:nvPr/>
          </p:nvSpPr>
          <p:spPr>
            <a:xfrm>
              <a:off x="8855848" y="13459298"/>
              <a:ext cx="52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9910D9E9-2E59-C943-D537-5D69232B9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00225" y="11786436"/>
              <a:ext cx="0" cy="151597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04773309-C07F-68BE-ABFE-A704A86CF009}"/>
                </a:ext>
              </a:extLst>
            </p:cNvPr>
            <p:cNvSpPr txBox="1"/>
            <p:nvPr/>
          </p:nvSpPr>
          <p:spPr>
            <a:xfrm>
              <a:off x="11999740" y="13375552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D919DC8D-A872-0D8D-2BDE-0BE26E3BE9F1}"/>
                </a:ext>
              </a:extLst>
            </p:cNvPr>
            <p:cNvSpPr/>
            <p:nvPr/>
          </p:nvSpPr>
          <p:spPr>
            <a:xfrm>
              <a:off x="11746800" y="11185200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Modulation Projection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E6F64DA-6ADD-B556-2990-72A5169268D2}"/>
                </a:ext>
              </a:extLst>
            </p:cNvPr>
            <p:cNvSpPr/>
            <p:nvPr/>
          </p:nvSpPr>
          <p:spPr>
            <a:xfrm>
              <a:off x="8157532" y="11390294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7946E7A9-B1F7-9897-1C1C-B4ECE2764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0225" y="10805835"/>
              <a:ext cx="0" cy="5900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1FD253BB-1E9A-B29D-9736-23FFFC822282}"/>
                </a:ext>
              </a:extLst>
            </p:cNvPr>
            <p:cNvCxnSpPr>
              <a:cxnSpLocks/>
            </p:cNvCxnSpPr>
            <p:nvPr/>
          </p:nvCxnSpPr>
          <p:spPr>
            <a:xfrm>
              <a:off x="9000227" y="10814625"/>
              <a:ext cx="14819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22">
              <a:extLst>
                <a:ext uri="{FF2B5EF4-FFF2-40B4-BE49-F238E27FC236}">
                  <a16:creationId xmlns:a16="http://schemas.microsoft.com/office/drawing/2014/main" id="{D4329489-2311-55DA-BDAE-F1A184894E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00225" y="10811705"/>
              <a:ext cx="0" cy="36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0901F3B1-D298-EE4C-CAA3-3C1ACEED0F5B}"/>
                </a:ext>
              </a:extLst>
            </p:cNvPr>
            <p:cNvCxnSpPr/>
            <p:nvPr/>
          </p:nvCxnSpPr>
          <p:spPr>
            <a:xfrm flipV="1">
              <a:off x="10482172" y="10265833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37CC894F-1878-A938-FFC7-4E1EBCFA7131}"/>
                </a:ext>
              </a:extLst>
            </p:cNvPr>
            <p:cNvSpPr/>
            <p:nvPr/>
          </p:nvSpPr>
          <p:spPr>
            <a:xfrm>
              <a:off x="9945982" y="9673309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A7663149-5AFE-B5A0-A1E2-EC9EA77F97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224" y="9128673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BF28D69-1F02-4794-815F-F2A04AF3498A}"/>
                </a:ext>
              </a:extLst>
            </p:cNvPr>
            <p:cNvSpPr/>
            <p:nvPr/>
          </p:nvSpPr>
          <p:spPr>
            <a:xfrm>
              <a:off x="9946800" y="8744400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Linear1</a:t>
              </a:r>
            </a:p>
          </p:txBody>
        </p:sp>
        <p:cxnSp>
          <p:nvCxnSpPr>
            <p:cNvPr id="33" name="Gerade Verbindung 32">
              <a:extLst>
                <a:ext uri="{FF2B5EF4-FFF2-40B4-BE49-F238E27FC236}">
                  <a16:creationId xmlns:a16="http://schemas.microsoft.com/office/drawing/2014/main" id="{9692818D-159A-5092-EBE1-1BA882B27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224" y="8384672"/>
              <a:ext cx="0" cy="36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4">
              <a:extLst>
                <a:ext uri="{FF2B5EF4-FFF2-40B4-BE49-F238E27FC236}">
                  <a16:creationId xmlns:a16="http://schemas.microsoft.com/office/drawing/2014/main" id="{4B6525E1-7E7E-F52A-7E0F-1946F9801CF2}"/>
                </a:ext>
              </a:extLst>
            </p:cNvPr>
            <p:cNvCxnSpPr/>
            <p:nvPr/>
          </p:nvCxnSpPr>
          <p:spPr>
            <a:xfrm>
              <a:off x="9000224" y="8384672"/>
              <a:ext cx="36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4C3C9A0F-8CB4-376A-082C-CDC3F6899093}"/>
                </a:ext>
              </a:extLst>
            </p:cNvPr>
            <p:cNvCxnSpPr/>
            <p:nvPr/>
          </p:nvCxnSpPr>
          <p:spPr>
            <a:xfrm flipV="1">
              <a:off x="9011774" y="802597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79D3D943-8624-1C74-A6A6-6397007578E1}"/>
                </a:ext>
              </a:extLst>
            </p:cNvPr>
            <p:cNvCxnSpPr/>
            <p:nvPr/>
          </p:nvCxnSpPr>
          <p:spPr>
            <a:xfrm flipV="1">
              <a:off x="12600224" y="802597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25C2EE1-3BB7-8D02-879D-8539F00B15C9}"/>
                </a:ext>
              </a:extLst>
            </p:cNvPr>
            <p:cNvSpPr/>
            <p:nvPr/>
          </p:nvSpPr>
          <p:spPr>
            <a:xfrm>
              <a:off x="8145982" y="7645209"/>
              <a:ext cx="1708484" cy="3708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Self-Attention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591CB98-C73E-27C0-8D9F-F5FA6B277BC2}"/>
                </a:ext>
              </a:extLst>
            </p:cNvPr>
            <p:cNvSpPr/>
            <p:nvPr/>
          </p:nvSpPr>
          <p:spPr>
            <a:xfrm>
              <a:off x="11745982" y="7645209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GELU</a:t>
              </a:r>
            </a:p>
          </p:txBody>
        </p: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9DC83F1B-1B15-5765-95A5-B0437F62E512}"/>
                </a:ext>
              </a:extLst>
            </p:cNvPr>
            <p:cNvCxnSpPr>
              <a:stCxn id="41" idx="0"/>
            </p:cNvCxnSpPr>
            <p:nvPr/>
          </p:nvCxnSpPr>
          <p:spPr>
            <a:xfrm flipV="1">
              <a:off x="9000224" y="7286935"/>
              <a:ext cx="0" cy="3582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>
              <a:extLst>
                <a:ext uri="{FF2B5EF4-FFF2-40B4-BE49-F238E27FC236}">
                  <a16:creationId xmlns:a16="http://schemas.microsoft.com/office/drawing/2014/main" id="{4925305D-803E-D44B-DB4F-831FA79F45AA}"/>
                </a:ext>
              </a:extLst>
            </p:cNvPr>
            <p:cNvCxnSpPr>
              <a:stCxn id="42" idx="0"/>
            </p:cNvCxnSpPr>
            <p:nvPr/>
          </p:nvCxnSpPr>
          <p:spPr>
            <a:xfrm flipV="1">
              <a:off x="12600224" y="7286935"/>
              <a:ext cx="0" cy="3582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64EE2367-B331-B7B3-F38E-9D051EDBB683}"/>
                </a:ext>
              </a:extLst>
            </p:cNvPr>
            <p:cNvGrpSpPr/>
            <p:nvPr/>
          </p:nvGrpSpPr>
          <p:grpSpPr>
            <a:xfrm>
              <a:off x="10710224" y="7199051"/>
              <a:ext cx="180000" cy="180000"/>
              <a:chOff x="2993721" y="5110619"/>
              <a:chExt cx="180000" cy="180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A60F418-DD73-6A69-C2B9-14C70446E467}"/>
                  </a:ext>
                </a:extLst>
              </p:cNvPr>
              <p:cNvSpPr/>
              <p:nvPr/>
            </p:nvSpPr>
            <p:spPr>
              <a:xfrm>
                <a:off x="2993721" y="5110619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9" name="Gerade Verbindung 48">
                <a:extLst>
                  <a:ext uri="{FF2B5EF4-FFF2-40B4-BE49-F238E27FC236}">
                    <a16:creationId xmlns:a16="http://schemas.microsoft.com/office/drawing/2014/main" id="{E0055815-BE16-A49F-595A-A55A3BCF4B54}"/>
                  </a:ext>
                </a:extLst>
              </p:cNvPr>
              <p:cNvCxnSpPr>
                <a:stCxn id="47" idx="0"/>
                <a:endCxn id="47" idx="4"/>
              </p:cNvCxnSpPr>
              <p:nvPr/>
            </p:nvCxnSpPr>
            <p:spPr>
              <a:xfrm>
                <a:off x="3083721" y="5110619"/>
                <a:ext cx="0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50">
                <a:extLst>
                  <a:ext uri="{FF2B5EF4-FFF2-40B4-BE49-F238E27FC236}">
                    <a16:creationId xmlns:a16="http://schemas.microsoft.com/office/drawing/2014/main" id="{266751ED-43BA-487D-FCAC-C847AB4930FC}"/>
                  </a:ext>
                </a:extLst>
              </p:cNvPr>
              <p:cNvCxnSpPr>
                <a:stCxn id="47" idx="2"/>
                <a:endCxn id="47" idx="6"/>
              </p:cNvCxnSpPr>
              <p:nvPr/>
            </p:nvCxnSpPr>
            <p:spPr>
              <a:xfrm>
                <a:off x="2993721" y="5200619"/>
                <a:ext cx="1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C0F5CA15-3E8B-6BA7-BED5-21D69221546F}"/>
                </a:ext>
              </a:extLst>
            </p:cNvPr>
            <p:cNvCxnSpPr/>
            <p:nvPr/>
          </p:nvCxnSpPr>
          <p:spPr>
            <a:xfrm>
              <a:off x="9000224" y="7286935"/>
              <a:ext cx="171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41740F82-5A90-130C-973E-C76E4D313B23}"/>
                </a:ext>
              </a:extLst>
            </p:cNvPr>
            <p:cNvCxnSpPr/>
            <p:nvPr/>
          </p:nvCxnSpPr>
          <p:spPr>
            <a:xfrm flipH="1">
              <a:off x="10890227" y="7286935"/>
              <a:ext cx="17099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34CB06A7-9EB8-AB89-9B1B-AEC75BCCAB8A}"/>
                </a:ext>
              </a:extLst>
            </p:cNvPr>
            <p:cNvCxnSpPr/>
            <p:nvPr/>
          </p:nvCxnSpPr>
          <p:spPr>
            <a:xfrm flipV="1">
              <a:off x="10800224" y="683599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3ECCFC29-A9DB-F8E9-9816-7C4D9D5ADB7E}"/>
                </a:ext>
              </a:extLst>
            </p:cNvPr>
            <p:cNvSpPr/>
            <p:nvPr/>
          </p:nvSpPr>
          <p:spPr>
            <a:xfrm>
              <a:off x="9946800" y="6454800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Projection</a:t>
              </a:r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11337D1E-DAB0-67A5-F615-1107B33A9DC1}"/>
                </a:ext>
              </a:extLst>
            </p:cNvPr>
            <p:cNvSpPr txBox="1"/>
            <p:nvPr/>
          </p:nvSpPr>
          <p:spPr>
            <a:xfrm>
              <a:off x="11554812" y="10547580"/>
              <a:ext cx="10454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Scale, Shift</a:t>
              </a:r>
            </a:p>
          </p:txBody>
        </p:sp>
        <p:cxnSp>
          <p:nvCxnSpPr>
            <p:cNvPr id="64" name="Gerade Verbindung 63">
              <a:extLst>
                <a:ext uri="{FF2B5EF4-FFF2-40B4-BE49-F238E27FC236}">
                  <a16:creationId xmlns:a16="http://schemas.microsoft.com/office/drawing/2014/main" id="{67FCC4A7-4D2E-6986-46AA-C4D2B66F5E09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13455284" y="11475000"/>
              <a:ext cx="349690" cy="35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65">
              <a:extLst>
                <a:ext uri="{FF2B5EF4-FFF2-40B4-BE49-F238E27FC236}">
                  <a16:creationId xmlns:a16="http://schemas.microsoft.com/office/drawing/2014/main" id="{40876249-BE20-E1A4-7433-F1DBCE3A5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4157" y="5715563"/>
              <a:ext cx="0" cy="576077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2F8AFFFA-3C36-CFB7-31B4-9A09E53C3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224" y="5912536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E42F82AC-23D7-29FD-2DF5-E88FFFBE3781}"/>
                </a:ext>
              </a:extLst>
            </p:cNvPr>
            <p:cNvSpPr/>
            <p:nvPr/>
          </p:nvSpPr>
          <p:spPr>
            <a:xfrm>
              <a:off x="9945982" y="5522234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6A17E8E9-227D-A7C5-DFB7-1AB8F0AD9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4468" y="5715561"/>
              <a:ext cx="2149691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F5013CAA-4EEC-2E4C-DE35-88D6A08BC80E}"/>
                </a:ext>
              </a:extLst>
            </p:cNvPr>
            <p:cNvSpPr txBox="1"/>
            <p:nvPr/>
          </p:nvSpPr>
          <p:spPr>
            <a:xfrm>
              <a:off x="13292935" y="5469201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</a:t>
              </a:r>
            </a:p>
          </p:txBody>
        </p:sp>
        <p:cxnSp>
          <p:nvCxnSpPr>
            <p:cNvPr id="77" name="Gerade Verbindung 76">
              <a:extLst>
                <a:ext uri="{FF2B5EF4-FFF2-40B4-BE49-F238E27FC236}">
                  <a16:creationId xmlns:a16="http://schemas.microsoft.com/office/drawing/2014/main" id="{AA7111BE-3E14-57D3-3075-41F0C9552907}"/>
                </a:ext>
              </a:extLst>
            </p:cNvPr>
            <p:cNvCxnSpPr>
              <a:stCxn id="69" idx="0"/>
            </p:cNvCxnSpPr>
            <p:nvPr/>
          </p:nvCxnSpPr>
          <p:spPr>
            <a:xfrm flipV="1">
              <a:off x="10800224" y="5149723"/>
              <a:ext cx="0" cy="3725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01278D-CDC9-8343-DAE1-A4DEC54482E2}"/>
                </a:ext>
              </a:extLst>
            </p:cNvPr>
            <p:cNvSpPr/>
            <p:nvPr/>
          </p:nvSpPr>
          <p:spPr>
            <a:xfrm>
              <a:off x="10710352" y="4975811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85" name="Gerade Verbindung 84">
              <a:extLst>
                <a:ext uri="{FF2B5EF4-FFF2-40B4-BE49-F238E27FC236}">
                  <a16:creationId xmlns:a16="http://schemas.microsoft.com/office/drawing/2014/main" id="{D6DA9321-5DE6-6C40-A4F9-00A765A3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8653" y="12332830"/>
              <a:ext cx="10715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86">
              <a:extLst>
                <a:ext uri="{FF2B5EF4-FFF2-40B4-BE49-F238E27FC236}">
                  <a16:creationId xmlns:a16="http://schemas.microsoft.com/office/drawing/2014/main" id="{9F9231A5-7FE2-33D1-26F5-9791F03E2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8651" y="5065813"/>
              <a:ext cx="0" cy="72670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5BB067FA-E4A1-CCA2-287E-C9C1C5D2E0C2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7928653" y="5065811"/>
              <a:ext cx="27817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325A39DE-67A6-30F1-7296-E296A30194D6}"/>
                </a:ext>
              </a:extLst>
            </p:cNvPr>
            <p:cNvCxnSpPr>
              <a:cxnSpLocks/>
              <a:stCxn id="79" idx="0"/>
            </p:cNvCxnSpPr>
            <p:nvPr/>
          </p:nvCxnSpPr>
          <p:spPr>
            <a:xfrm flipH="1" flipV="1">
              <a:off x="10800224" y="4600566"/>
              <a:ext cx="128" cy="375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56ED4911-CE1B-84B2-5900-02E7D7536AE3}"/>
                </a:ext>
              </a:extLst>
            </p:cNvPr>
            <p:cNvCxnSpPr/>
            <p:nvPr/>
          </p:nvCxnSpPr>
          <p:spPr>
            <a:xfrm flipV="1">
              <a:off x="11122523" y="10267425"/>
              <a:ext cx="0" cy="54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105">
              <a:extLst>
                <a:ext uri="{FF2B5EF4-FFF2-40B4-BE49-F238E27FC236}">
                  <a16:creationId xmlns:a16="http://schemas.microsoft.com/office/drawing/2014/main" id="{E4E289F6-020C-A9A8-A57C-3935EE337B68}"/>
                </a:ext>
              </a:extLst>
            </p:cNvPr>
            <p:cNvCxnSpPr>
              <a:cxnSpLocks/>
            </p:cNvCxnSpPr>
            <p:nvPr/>
          </p:nvCxnSpPr>
          <p:spPr>
            <a:xfrm>
              <a:off x="11118279" y="10814625"/>
              <a:ext cx="1481947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058AA6E-3756-56FB-86CC-2323020F8D80}"/>
                </a:ext>
              </a:extLst>
            </p:cNvPr>
            <p:cNvSpPr/>
            <p:nvPr/>
          </p:nvSpPr>
          <p:spPr>
            <a:xfrm>
              <a:off x="11746800" y="11185200"/>
              <a:ext cx="1710000" cy="5796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05E7B52-5313-B508-4C0F-7339BA076EBB}"/>
                </a:ext>
              </a:extLst>
            </p:cNvPr>
            <p:cNvSpPr/>
            <p:nvPr/>
          </p:nvSpPr>
          <p:spPr>
            <a:xfrm>
              <a:off x="9946800" y="87444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8691B56-914B-CD21-4FA3-9DDB6B78F6DE}"/>
                </a:ext>
              </a:extLst>
            </p:cNvPr>
            <p:cNvSpPr/>
            <p:nvPr/>
          </p:nvSpPr>
          <p:spPr>
            <a:xfrm>
              <a:off x="9946800" y="64548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867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9DD7-5EA7-9169-E887-B4D34209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8B8BB09-8434-475F-88F5-DC1FC24F7030}"/>
              </a:ext>
            </a:extLst>
          </p:cNvPr>
          <p:cNvSpPr/>
          <p:nvPr/>
        </p:nvSpPr>
        <p:spPr>
          <a:xfrm>
            <a:off x="7560224" y="3978782"/>
            <a:ext cx="6480000" cy="8722800"/>
          </a:xfrm>
          <a:prstGeom prst="rect">
            <a:avLst/>
          </a:prstGeom>
          <a:solidFill>
            <a:srgbClr val="E3C893">
              <a:alpha val="41961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79517DD-AC5F-6E8D-C439-842E9CDA31CE}"/>
              </a:ext>
            </a:extLst>
          </p:cNvPr>
          <p:cNvSpPr txBox="1"/>
          <p:nvPr/>
        </p:nvSpPr>
        <p:spPr>
          <a:xfrm>
            <a:off x="9720225" y="12332830"/>
            <a:ext cx="21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Stream Block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8014FF3-BFC9-2FCC-0B86-351BEFF82F42}"/>
              </a:ext>
            </a:extLst>
          </p:cNvPr>
          <p:cNvCxnSpPr>
            <a:cxnSpLocks/>
          </p:cNvCxnSpPr>
          <p:nvPr/>
        </p:nvCxnSpPr>
        <p:spPr>
          <a:xfrm flipV="1">
            <a:off x="9000225" y="11786436"/>
            <a:ext cx="0" cy="151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7E34E31-4F7E-B15A-2032-72053356E7E5}"/>
              </a:ext>
            </a:extLst>
          </p:cNvPr>
          <p:cNvSpPr txBox="1"/>
          <p:nvPr/>
        </p:nvSpPr>
        <p:spPr>
          <a:xfrm>
            <a:off x="8855848" y="13459298"/>
            <a:ext cx="52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CF2ABE1-2CAE-638E-CEC7-174AF47D41DA}"/>
              </a:ext>
            </a:extLst>
          </p:cNvPr>
          <p:cNvCxnSpPr>
            <a:cxnSpLocks/>
          </p:cNvCxnSpPr>
          <p:nvPr/>
        </p:nvCxnSpPr>
        <p:spPr>
          <a:xfrm flipV="1">
            <a:off x="12600225" y="11786436"/>
            <a:ext cx="0" cy="15159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F9C36FD-8AE5-70B7-8134-C483DFFE7A79}"/>
              </a:ext>
            </a:extLst>
          </p:cNvPr>
          <p:cNvSpPr txBox="1"/>
          <p:nvPr/>
        </p:nvSpPr>
        <p:spPr>
          <a:xfrm>
            <a:off x="11999740" y="13375552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3A6E41-6C22-7675-DB2E-884134419645}"/>
              </a:ext>
            </a:extLst>
          </p:cNvPr>
          <p:cNvSpPr/>
          <p:nvPr/>
        </p:nvSpPr>
        <p:spPr>
          <a:xfrm>
            <a:off x="11745983" y="1118618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Modulation Projection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CD5E08B-47D9-9575-6CFC-0898A2110BFD}"/>
              </a:ext>
            </a:extLst>
          </p:cNvPr>
          <p:cNvSpPr/>
          <p:nvPr/>
        </p:nvSpPr>
        <p:spPr>
          <a:xfrm>
            <a:off x="8157532" y="1139029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B65091D-D69B-975E-9720-60CE3A99B681}"/>
              </a:ext>
            </a:extLst>
          </p:cNvPr>
          <p:cNvCxnSpPr>
            <a:cxnSpLocks/>
          </p:cNvCxnSpPr>
          <p:nvPr/>
        </p:nvCxnSpPr>
        <p:spPr>
          <a:xfrm flipV="1">
            <a:off x="9000225" y="10805835"/>
            <a:ext cx="0" cy="590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AB7FC07-0A44-2548-3FDE-85C95B943804}"/>
              </a:ext>
            </a:extLst>
          </p:cNvPr>
          <p:cNvCxnSpPr>
            <a:cxnSpLocks/>
          </p:cNvCxnSpPr>
          <p:nvPr/>
        </p:nvCxnSpPr>
        <p:spPr>
          <a:xfrm>
            <a:off x="9000227" y="10814625"/>
            <a:ext cx="1481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DCCA8E30-6D2B-8961-5EE7-5A94A1FDB2BE}"/>
              </a:ext>
            </a:extLst>
          </p:cNvPr>
          <p:cNvCxnSpPr>
            <a:cxnSpLocks/>
          </p:cNvCxnSpPr>
          <p:nvPr/>
        </p:nvCxnSpPr>
        <p:spPr>
          <a:xfrm flipV="1">
            <a:off x="12600225" y="10811705"/>
            <a:ext cx="0" cy="36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2A64F1D-67C1-531A-109B-EC036C9803D4}"/>
              </a:ext>
            </a:extLst>
          </p:cNvPr>
          <p:cNvCxnSpPr/>
          <p:nvPr/>
        </p:nvCxnSpPr>
        <p:spPr>
          <a:xfrm flipV="1">
            <a:off x="10482172" y="1026583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BE9F328F-90DA-5CCD-7EDE-EE56CC4677F0}"/>
              </a:ext>
            </a:extLst>
          </p:cNvPr>
          <p:cNvSpPr/>
          <p:nvPr/>
        </p:nvSpPr>
        <p:spPr>
          <a:xfrm>
            <a:off x="9945982" y="9673309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7FCE33E-843B-2148-6076-038D0AAEBD69}"/>
              </a:ext>
            </a:extLst>
          </p:cNvPr>
          <p:cNvCxnSpPr>
            <a:cxnSpLocks/>
          </p:cNvCxnSpPr>
          <p:nvPr/>
        </p:nvCxnSpPr>
        <p:spPr>
          <a:xfrm flipV="1">
            <a:off x="10800224" y="912867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3F394F2E-1E99-9E38-D91D-4303461A3BE7}"/>
              </a:ext>
            </a:extLst>
          </p:cNvPr>
          <p:cNvSpPr/>
          <p:nvPr/>
        </p:nvSpPr>
        <p:spPr>
          <a:xfrm>
            <a:off x="9945982" y="8745560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Linear1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78D45E54-958F-C2B8-B584-247EB5CBD575}"/>
              </a:ext>
            </a:extLst>
          </p:cNvPr>
          <p:cNvCxnSpPr>
            <a:cxnSpLocks/>
          </p:cNvCxnSpPr>
          <p:nvPr/>
        </p:nvCxnSpPr>
        <p:spPr>
          <a:xfrm flipV="1">
            <a:off x="10800224" y="8384672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5EEA24DB-7CC1-8D8A-30C5-EFF0E3496D08}"/>
              </a:ext>
            </a:extLst>
          </p:cNvPr>
          <p:cNvCxnSpPr/>
          <p:nvPr/>
        </p:nvCxnSpPr>
        <p:spPr>
          <a:xfrm>
            <a:off x="9000224" y="8384672"/>
            <a:ext cx="36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23032ED-6804-21C4-AAD0-3E99316E9ADC}"/>
              </a:ext>
            </a:extLst>
          </p:cNvPr>
          <p:cNvCxnSpPr/>
          <p:nvPr/>
        </p:nvCxnSpPr>
        <p:spPr>
          <a:xfrm flipV="1">
            <a:off x="901177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E9379F2-EFC2-CB42-117B-B01E6CF5DC37}"/>
              </a:ext>
            </a:extLst>
          </p:cNvPr>
          <p:cNvCxnSpPr/>
          <p:nvPr/>
        </p:nvCxnSpPr>
        <p:spPr>
          <a:xfrm flipV="1">
            <a:off x="1260022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D7741E58-85AD-3411-17D1-704E388CC15A}"/>
              </a:ext>
            </a:extLst>
          </p:cNvPr>
          <p:cNvSpPr/>
          <p:nvPr/>
        </p:nvSpPr>
        <p:spPr>
          <a:xfrm>
            <a:off x="8145982" y="7645209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Self-Attention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7268146-61F7-D354-9998-8D758F663C0B}"/>
              </a:ext>
            </a:extLst>
          </p:cNvPr>
          <p:cNvSpPr/>
          <p:nvPr/>
        </p:nvSpPr>
        <p:spPr>
          <a:xfrm>
            <a:off x="11745982" y="7645209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GELU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7DEED32B-3E0C-0628-1860-4BEEF2C33706}"/>
              </a:ext>
            </a:extLst>
          </p:cNvPr>
          <p:cNvCxnSpPr>
            <a:stCxn id="41" idx="0"/>
          </p:cNvCxnSpPr>
          <p:nvPr/>
        </p:nvCxnSpPr>
        <p:spPr>
          <a:xfrm flipV="1">
            <a:off x="90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554052A6-5EF2-6022-C61D-A536948CC7CE}"/>
              </a:ext>
            </a:extLst>
          </p:cNvPr>
          <p:cNvCxnSpPr>
            <a:stCxn id="42" idx="0"/>
          </p:cNvCxnSpPr>
          <p:nvPr/>
        </p:nvCxnSpPr>
        <p:spPr>
          <a:xfrm flipV="1">
            <a:off x="126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6E977A09-DBFB-8404-450A-9B638F4E16C4}"/>
              </a:ext>
            </a:extLst>
          </p:cNvPr>
          <p:cNvGrpSpPr/>
          <p:nvPr/>
        </p:nvGrpSpPr>
        <p:grpSpPr>
          <a:xfrm>
            <a:off x="10710224" y="7199051"/>
            <a:ext cx="180000" cy="180000"/>
            <a:chOff x="2993721" y="5110619"/>
            <a:chExt cx="180000" cy="180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018214F-E749-9F07-52B8-BD84CE7E3052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1A9D75E2-CD65-CA86-84D8-3F025531B0B0}"/>
                </a:ext>
              </a:extLst>
            </p:cNvPr>
            <p:cNvCxnSpPr>
              <a:stCxn id="47" idx="0"/>
              <a:endCxn id="47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92ED7859-F5A2-CDA4-19D5-A4FE62536A46}"/>
                </a:ext>
              </a:extLst>
            </p:cNvPr>
            <p:cNvCxnSpPr>
              <a:stCxn id="47" idx="2"/>
              <a:endCxn id="47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1D03E7CA-4B61-AF17-36F7-304A66EE36F9}"/>
              </a:ext>
            </a:extLst>
          </p:cNvPr>
          <p:cNvCxnSpPr/>
          <p:nvPr/>
        </p:nvCxnSpPr>
        <p:spPr>
          <a:xfrm>
            <a:off x="9000224" y="7286935"/>
            <a:ext cx="171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4C9C7C66-163C-C2C4-4F16-D17031FC1B4E}"/>
              </a:ext>
            </a:extLst>
          </p:cNvPr>
          <p:cNvCxnSpPr/>
          <p:nvPr/>
        </p:nvCxnSpPr>
        <p:spPr>
          <a:xfrm flipH="1">
            <a:off x="10890227" y="7286935"/>
            <a:ext cx="1709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AFF4D753-EAE9-F94D-FF26-72B64CF92F09}"/>
              </a:ext>
            </a:extLst>
          </p:cNvPr>
          <p:cNvCxnSpPr/>
          <p:nvPr/>
        </p:nvCxnSpPr>
        <p:spPr>
          <a:xfrm flipV="1">
            <a:off x="10800224" y="683599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18259A3A-F069-32BC-5ECF-CD2BA4DB3B58}"/>
              </a:ext>
            </a:extLst>
          </p:cNvPr>
          <p:cNvSpPr/>
          <p:nvPr/>
        </p:nvSpPr>
        <p:spPr>
          <a:xfrm>
            <a:off x="9945982" y="645444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Projection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0D8CEB5-2DCC-25FB-7CF7-93448476CE23}"/>
              </a:ext>
            </a:extLst>
          </p:cNvPr>
          <p:cNvSpPr txBox="1"/>
          <p:nvPr/>
        </p:nvSpPr>
        <p:spPr>
          <a:xfrm>
            <a:off x="11554812" y="10547580"/>
            <a:ext cx="1045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Scale, Shift</a:t>
            </a:r>
          </a:p>
        </p:txBody>
      </p:sp>
      <p:cxnSp>
        <p:nvCxnSpPr>
          <p:cNvPr id="64" name="Gerade Verbindung 63">
            <a:extLst>
              <a:ext uri="{FF2B5EF4-FFF2-40B4-BE49-F238E27FC236}">
                <a16:creationId xmlns:a16="http://schemas.microsoft.com/office/drawing/2014/main" id="{66CB42DF-D297-7A54-A465-CB142B94F9D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3454467" y="11475984"/>
            <a:ext cx="349690" cy="3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33DF2BE7-62ED-EC34-4DB5-BA73FF046907}"/>
              </a:ext>
            </a:extLst>
          </p:cNvPr>
          <p:cNvCxnSpPr>
            <a:cxnSpLocks/>
          </p:cNvCxnSpPr>
          <p:nvPr/>
        </p:nvCxnSpPr>
        <p:spPr>
          <a:xfrm flipV="1">
            <a:off x="13804157" y="5715563"/>
            <a:ext cx="0" cy="576077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01A92975-28A8-0F57-7A5F-F05AFE4C03FD}"/>
              </a:ext>
            </a:extLst>
          </p:cNvPr>
          <p:cNvCxnSpPr>
            <a:cxnSpLocks/>
          </p:cNvCxnSpPr>
          <p:nvPr/>
        </p:nvCxnSpPr>
        <p:spPr>
          <a:xfrm flipV="1">
            <a:off x="10800224" y="5912536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354222E9-4D63-1686-4854-7572F61F585C}"/>
              </a:ext>
            </a:extLst>
          </p:cNvPr>
          <p:cNvSpPr/>
          <p:nvPr/>
        </p:nvSpPr>
        <p:spPr>
          <a:xfrm>
            <a:off x="9945982" y="5522234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012DDB5D-4F12-C6FB-2372-E060EF504A37}"/>
              </a:ext>
            </a:extLst>
          </p:cNvPr>
          <p:cNvCxnSpPr>
            <a:cxnSpLocks/>
          </p:cNvCxnSpPr>
          <p:nvPr/>
        </p:nvCxnSpPr>
        <p:spPr>
          <a:xfrm flipH="1">
            <a:off x="11654468" y="5715561"/>
            <a:ext cx="214969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A019929D-D235-6ECA-316B-C3E2D0BDC16A}"/>
              </a:ext>
            </a:extLst>
          </p:cNvPr>
          <p:cNvSpPr txBox="1"/>
          <p:nvPr/>
        </p:nvSpPr>
        <p:spPr>
          <a:xfrm>
            <a:off x="13292935" y="5469201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</a:t>
            </a:r>
          </a:p>
        </p:txBody>
      </p: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BCF851FD-2293-A463-B4FF-34F14A157E67}"/>
              </a:ext>
            </a:extLst>
          </p:cNvPr>
          <p:cNvCxnSpPr>
            <a:stCxn id="69" idx="0"/>
          </p:cNvCxnSpPr>
          <p:nvPr/>
        </p:nvCxnSpPr>
        <p:spPr>
          <a:xfrm flipV="1">
            <a:off x="10800224" y="5149723"/>
            <a:ext cx="0" cy="372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E9B74844-8E49-A9EA-646E-E1015428A688}"/>
              </a:ext>
            </a:extLst>
          </p:cNvPr>
          <p:cNvSpPr/>
          <p:nvPr/>
        </p:nvSpPr>
        <p:spPr>
          <a:xfrm>
            <a:off x="10710352" y="4975811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DD4DA14A-E74E-C350-ACC1-33511A4E89EC}"/>
              </a:ext>
            </a:extLst>
          </p:cNvPr>
          <p:cNvCxnSpPr>
            <a:cxnSpLocks/>
          </p:cNvCxnSpPr>
          <p:nvPr/>
        </p:nvCxnSpPr>
        <p:spPr>
          <a:xfrm flipH="1">
            <a:off x="7928653" y="12332830"/>
            <a:ext cx="1071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86">
            <a:extLst>
              <a:ext uri="{FF2B5EF4-FFF2-40B4-BE49-F238E27FC236}">
                <a16:creationId xmlns:a16="http://schemas.microsoft.com/office/drawing/2014/main" id="{9AAC4EAC-0191-159E-D7F3-120CDC27A6D2}"/>
              </a:ext>
            </a:extLst>
          </p:cNvPr>
          <p:cNvCxnSpPr>
            <a:cxnSpLocks/>
          </p:cNvCxnSpPr>
          <p:nvPr/>
        </p:nvCxnSpPr>
        <p:spPr>
          <a:xfrm flipV="1">
            <a:off x="7928651" y="5065813"/>
            <a:ext cx="0" cy="7267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A69BE0C4-EC31-223D-3E3A-973AFDCCCF80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7928653" y="5065811"/>
            <a:ext cx="2781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38E0105-DF12-C78F-E87E-5F9A9477431C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10800224" y="4600566"/>
            <a:ext cx="128" cy="37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DB20258A-D714-B194-049B-A79707A6AC49}"/>
              </a:ext>
            </a:extLst>
          </p:cNvPr>
          <p:cNvCxnSpPr/>
          <p:nvPr/>
        </p:nvCxnSpPr>
        <p:spPr>
          <a:xfrm flipV="1">
            <a:off x="11122523" y="10267425"/>
            <a:ext cx="0" cy="54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7D813E78-7656-B1D3-141D-03519AEB661A}"/>
              </a:ext>
            </a:extLst>
          </p:cNvPr>
          <p:cNvCxnSpPr>
            <a:cxnSpLocks/>
          </p:cNvCxnSpPr>
          <p:nvPr/>
        </p:nvCxnSpPr>
        <p:spPr>
          <a:xfrm>
            <a:off x="11118279" y="10814625"/>
            <a:ext cx="148194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BA4D680-BD1F-C9CF-A370-A29AC0107EF0}"/>
              </a:ext>
            </a:extLst>
          </p:cNvPr>
          <p:cNvSpPr txBox="1"/>
          <p:nvPr/>
        </p:nvSpPr>
        <p:spPr>
          <a:xfrm>
            <a:off x="11383427" y="6257716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FF9A605-4026-B54B-0366-D736C3D3A436}"/>
              </a:ext>
            </a:extLst>
          </p:cNvPr>
          <p:cNvSpPr txBox="1"/>
          <p:nvPr/>
        </p:nvSpPr>
        <p:spPr>
          <a:xfrm>
            <a:off x="11383427" y="855526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758317E-D8EB-79D4-82A7-77231366C34D}"/>
              </a:ext>
            </a:extLst>
          </p:cNvPr>
          <p:cNvSpPr txBox="1"/>
          <p:nvPr/>
        </p:nvSpPr>
        <p:spPr>
          <a:xfrm>
            <a:off x="13182680" y="10998480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360489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F2EA-25FE-D253-8B11-13671E8A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B3AB783-5BB1-2756-B68B-2B434A5C503A}"/>
              </a:ext>
            </a:extLst>
          </p:cNvPr>
          <p:cNvSpPr/>
          <p:nvPr/>
        </p:nvSpPr>
        <p:spPr>
          <a:xfrm>
            <a:off x="2520331" y="2431161"/>
            <a:ext cx="12600000" cy="10930570"/>
          </a:xfrm>
          <a:prstGeom prst="rect">
            <a:avLst/>
          </a:prstGeom>
          <a:solidFill>
            <a:schemeClr val="accent2">
              <a:lumMod val="20000"/>
              <a:lumOff val="80000"/>
              <a:alpha val="4196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B191EE0-400E-D81A-E645-F2FB00723A92}"/>
              </a:ext>
            </a:extLst>
          </p:cNvPr>
          <p:cNvSpPr/>
          <p:nvPr/>
        </p:nvSpPr>
        <p:spPr>
          <a:xfrm>
            <a:off x="9221936" y="12118203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Modulation Projection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2A221E4-5723-8C3B-2E9F-4ABBC0F4F3D0}"/>
              </a:ext>
            </a:extLst>
          </p:cNvPr>
          <p:cNvSpPr/>
          <p:nvPr/>
        </p:nvSpPr>
        <p:spPr>
          <a:xfrm>
            <a:off x="6703960" y="12117825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Modulation Projection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AA20B85-3E39-2D6D-7FD2-D9E3521436B6}"/>
              </a:ext>
            </a:extLst>
          </p:cNvPr>
          <p:cNvCxnSpPr>
            <a:cxnSpLocks/>
          </p:cNvCxnSpPr>
          <p:nvPr/>
        </p:nvCxnSpPr>
        <p:spPr>
          <a:xfrm flipV="1">
            <a:off x="5040225" y="12488625"/>
            <a:ext cx="0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FA1D1A3-53C1-B94E-326C-BC21B3C66465}"/>
              </a:ext>
            </a:extLst>
          </p:cNvPr>
          <p:cNvCxnSpPr/>
          <p:nvPr/>
        </p:nvCxnSpPr>
        <p:spPr>
          <a:xfrm flipV="1">
            <a:off x="756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30BD42C-EE5B-3316-E285-088C77F27834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2594156" y="12488625"/>
            <a:ext cx="6071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81905B3-63C4-8385-01DB-8192A05CDFCB}"/>
              </a:ext>
            </a:extLst>
          </p:cNvPr>
          <p:cNvCxnSpPr/>
          <p:nvPr/>
        </p:nvCxnSpPr>
        <p:spPr>
          <a:xfrm flipV="1">
            <a:off x="1008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B086C74-8B8B-EF5E-0105-B7EFC4ADA3D8}"/>
              </a:ext>
            </a:extLst>
          </p:cNvPr>
          <p:cNvSpPr txBox="1"/>
          <p:nvPr/>
        </p:nvSpPr>
        <p:spPr>
          <a:xfrm>
            <a:off x="456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5ADF9FD-296C-09FB-9D05-CA5121F64B3D}"/>
              </a:ext>
            </a:extLst>
          </p:cNvPr>
          <p:cNvSpPr txBox="1"/>
          <p:nvPr/>
        </p:nvSpPr>
        <p:spPr>
          <a:xfrm>
            <a:off x="1212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8D0E9A-EF77-BEFE-6112-FCCC987F50A7}"/>
              </a:ext>
            </a:extLst>
          </p:cNvPr>
          <p:cNvSpPr txBox="1"/>
          <p:nvPr/>
        </p:nvSpPr>
        <p:spPr>
          <a:xfrm>
            <a:off x="7091862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B4159E7-81ED-2AFD-0F28-7978D88CA0B2}"/>
              </a:ext>
            </a:extLst>
          </p:cNvPr>
          <p:cNvSpPr txBox="1"/>
          <p:nvPr/>
        </p:nvSpPr>
        <p:spPr>
          <a:xfrm>
            <a:off x="9666273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1D9BD94-687A-FF66-3884-994E33CCC4FF}"/>
              </a:ext>
            </a:extLst>
          </p:cNvPr>
          <p:cNvSpPr/>
          <p:nvPr/>
        </p:nvSpPr>
        <p:spPr>
          <a:xfrm>
            <a:off x="4185984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F3930FB-532C-661D-926C-54E477739EDF}"/>
              </a:ext>
            </a:extLst>
          </p:cNvPr>
          <p:cNvSpPr/>
          <p:nvPr/>
        </p:nvSpPr>
        <p:spPr>
          <a:xfrm>
            <a:off x="11739912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13B95820-F775-86D8-13CC-AE2F210B297D}"/>
              </a:ext>
            </a:extLst>
          </p:cNvPr>
          <p:cNvCxnSpPr>
            <a:cxnSpLocks/>
          </p:cNvCxnSpPr>
          <p:nvPr/>
        </p:nvCxnSpPr>
        <p:spPr>
          <a:xfrm flipH="1" flipV="1">
            <a:off x="5040227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AA972671-DA84-8DDE-72F9-5AECBBBAFB20}"/>
              </a:ext>
            </a:extLst>
          </p:cNvPr>
          <p:cNvCxnSpPr>
            <a:cxnSpLocks/>
          </p:cNvCxnSpPr>
          <p:nvPr/>
        </p:nvCxnSpPr>
        <p:spPr>
          <a:xfrm flipH="1" flipV="1">
            <a:off x="7558203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DC5F00EB-8B4A-C9E6-F2A9-6A90E7B49C3D}"/>
              </a:ext>
            </a:extLst>
          </p:cNvPr>
          <p:cNvSpPr/>
          <p:nvPr/>
        </p:nvSpPr>
        <p:spPr>
          <a:xfrm>
            <a:off x="5447025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B1DA0B23-17D2-FF1B-52A0-6792DE30F74A}"/>
              </a:ext>
            </a:extLst>
          </p:cNvPr>
          <p:cNvCxnSpPr>
            <a:cxnSpLocks/>
          </p:cNvCxnSpPr>
          <p:nvPr/>
        </p:nvCxnSpPr>
        <p:spPr>
          <a:xfrm>
            <a:off x="5040224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29F7AE26-BBB9-C13C-8AD2-C508A1995609}"/>
              </a:ext>
            </a:extLst>
          </p:cNvPr>
          <p:cNvCxnSpPr/>
          <p:nvPr/>
        </p:nvCxnSpPr>
        <p:spPr>
          <a:xfrm flipH="1">
            <a:off x="6478201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50D9DA11-4C90-314A-968F-D7E128F7ADFB}"/>
              </a:ext>
            </a:extLst>
          </p:cNvPr>
          <p:cNvCxnSpPr/>
          <p:nvPr/>
        </p:nvCxnSpPr>
        <p:spPr>
          <a:xfrm flipV="1">
            <a:off x="6120224" y="1176718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054209D-644A-23E6-C8DF-40083148CAE3}"/>
              </a:ext>
            </a:extLst>
          </p:cNvPr>
          <p:cNvCxnSpPr/>
          <p:nvPr/>
        </p:nvCxnSpPr>
        <p:spPr>
          <a:xfrm flipV="1">
            <a:off x="6483825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73">
            <a:extLst>
              <a:ext uri="{FF2B5EF4-FFF2-40B4-BE49-F238E27FC236}">
                <a16:creationId xmlns:a16="http://schemas.microsoft.com/office/drawing/2014/main" id="{8B22EB67-E936-8FA4-417F-C8A2B42B347E}"/>
              </a:ext>
            </a:extLst>
          </p:cNvPr>
          <p:cNvCxnSpPr>
            <a:cxnSpLocks/>
          </p:cNvCxnSpPr>
          <p:nvPr/>
        </p:nvCxnSpPr>
        <p:spPr>
          <a:xfrm flipH="1" flipV="1">
            <a:off x="10070235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E5236720-A054-16CD-3447-2ECCEC536697}"/>
              </a:ext>
            </a:extLst>
          </p:cNvPr>
          <p:cNvCxnSpPr>
            <a:cxnSpLocks/>
          </p:cNvCxnSpPr>
          <p:nvPr/>
        </p:nvCxnSpPr>
        <p:spPr>
          <a:xfrm flipH="1" flipV="1">
            <a:off x="12588211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D265E07F-8183-0820-B4A0-1BEF3937AED3}"/>
              </a:ext>
            </a:extLst>
          </p:cNvPr>
          <p:cNvSpPr/>
          <p:nvPr/>
        </p:nvSpPr>
        <p:spPr>
          <a:xfrm>
            <a:off x="10477033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80" name="Gerade Verbindung 79">
            <a:extLst>
              <a:ext uri="{FF2B5EF4-FFF2-40B4-BE49-F238E27FC236}">
                <a16:creationId xmlns:a16="http://schemas.microsoft.com/office/drawing/2014/main" id="{DB1385F7-D4EA-A2F8-96C8-79969AF3CBD8}"/>
              </a:ext>
            </a:extLst>
          </p:cNvPr>
          <p:cNvCxnSpPr>
            <a:cxnSpLocks/>
          </p:cNvCxnSpPr>
          <p:nvPr/>
        </p:nvCxnSpPr>
        <p:spPr>
          <a:xfrm>
            <a:off x="10070232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80">
            <a:extLst>
              <a:ext uri="{FF2B5EF4-FFF2-40B4-BE49-F238E27FC236}">
                <a16:creationId xmlns:a16="http://schemas.microsoft.com/office/drawing/2014/main" id="{95C33812-9518-7020-60E8-F83E7327F9D4}"/>
              </a:ext>
            </a:extLst>
          </p:cNvPr>
          <p:cNvCxnSpPr/>
          <p:nvPr/>
        </p:nvCxnSpPr>
        <p:spPr>
          <a:xfrm flipH="1">
            <a:off x="11508209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700A245F-4435-CEE4-B02D-924A5BF815A7}"/>
              </a:ext>
            </a:extLst>
          </p:cNvPr>
          <p:cNvCxnSpPr/>
          <p:nvPr/>
        </p:nvCxnSpPr>
        <p:spPr>
          <a:xfrm flipV="1">
            <a:off x="11150232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3EEE2A36-B7EC-2DD4-887B-7D8CE9C1FAA5}"/>
              </a:ext>
            </a:extLst>
          </p:cNvPr>
          <p:cNvCxnSpPr/>
          <p:nvPr/>
        </p:nvCxnSpPr>
        <p:spPr>
          <a:xfrm flipV="1">
            <a:off x="11515288" y="117686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A9A46BA5-A8D6-FCC4-49D6-60716D597583}"/>
              </a:ext>
            </a:extLst>
          </p:cNvPr>
          <p:cNvSpPr/>
          <p:nvPr/>
        </p:nvSpPr>
        <p:spPr>
          <a:xfrm>
            <a:off x="5447025" y="10409429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Linear1</a:t>
            </a: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61883D6C-6BF7-FDFE-B3AE-9377D5078BBE}"/>
              </a:ext>
            </a:extLst>
          </p:cNvPr>
          <p:cNvCxnSpPr>
            <a:cxnSpLocks/>
          </p:cNvCxnSpPr>
          <p:nvPr/>
        </p:nvCxnSpPr>
        <p:spPr>
          <a:xfrm flipV="1">
            <a:off x="6301267" y="1078937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1527FF1E-739C-C689-D728-5AA2B4579F25}"/>
              </a:ext>
            </a:extLst>
          </p:cNvPr>
          <p:cNvSpPr/>
          <p:nvPr/>
        </p:nvSpPr>
        <p:spPr>
          <a:xfrm>
            <a:off x="10477033" y="1041491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Linear1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796FEE5A-E381-D602-A2F7-217B49949838}"/>
              </a:ext>
            </a:extLst>
          </p:cNvPr>
          <p:cNvCxnSpPr>
            <a:cxnSpLocks/>
          </p:cNvCxnSpPr>
          <p:nvPr/>
        </p:nvCxnSpPr>
        <p:spPr>
          <a:xfrm flipV="1">
            <a:off x="11331275" y="1079485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16CB6B18-A198-D0F4-F414-FBBEBB9078C3}"/>
              </a:ext>
            </a:extLst>
          </p:cNvPr>
          <p:cNvSpPr/>
          <p:nvPr/>
        </p:nvSpPr>
        <p:spPr>
          <a:xfrm>
            <a:off x="5447025" y="9663231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122E52F6-C977-D728-94C7-12AE71360A22}"/>
              </a:ext>
            </a:extLst>
          </p:cNvPr>
          <p:cNvCxnSpPr>
            <a:cxnSpLocks/>
          </p:cNvCxnSpPr>
          <p:nvPr/>
        </p:nvCxnSpPr>
        <p:spPr>
          <a:xfrm flipV="1">
            <a:off x="6301267" y="1004942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hteck 96">
            <a:extLst>
              <a:ext uri="{FF2B5EF4-FFF2-40B4-BE49-F238E27FC236}">
                <a16:creationId xmlns:a16="http://schemas.microsoft.com/office/drawing/2014/main" id="{631E7194-B898-50D7-CD30-F7FF0038C0B1}"/>
              </a:ext>
            </a:extLst>
          </p:cNvPr>
          <p:cNvSpPr/>
          <p:nvPr/>
        </p:nvSpPr>
        <p:spPr>
          <a:xfrm>
            <a:off x="10477033" y="9662598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2EEBEEA4-C10B-96CB-AEF5-12E9CF4FA59F}"/>
              </a:ext>
            </a:extLst>
          </p:cNvPr>
          <p:cNvCxnSpPr>
            <a:cxnSpLocks/>
          </p:cNvCxnSpPr>
          <p:nvPr/>
        </p:nvCxnSpPr>
        <p:spPr>
          <a:xfrm flipV="1">
            <a:off x="11331275" y="1004879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1D04B129-660D-5942-15C7-6A4F31E909B1}"/>
              </a:ext>
            </a:extLst>
          </p:cNvPr>
          <p:cNvCxnSpPr>
            <a:cxnSpLocks/>
          </p:cNvCxnSpPr>
          <p:nvPr/>
        </p:nvCxnSpPr>
        <p:spPr>
          <a:xfrm flipV="1">
            <a:off x="6300225" y="9482625"/>
            <a:ext cx="0" cy="182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A64B77C1-2188-5C00-E71B-AFD7AC8B7020}"/>
              </a:ext>
            </a:extLst>
          </p:cNvPr>
          <p:cNvCxnSpPr>
            <a:cxnSpLocks/>
          </p:cNvCxnSpPr>
          <p:nvPr/>
        </p:nvCxnSpPr>
        <p:spPr>
          <a:xfrm flipV="1">
            <a:off x="11333025" y="9481187"/>
            <a:ext cx="0" cy="181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9C77FDE1-1BC5-9B7D-779E-6ED097BF0CC9}"/>
              </a:ext>
            </a:extLst>
          </p:cNvPr>
          <p:cNvGrpSpPr/>
          <p:nvPr/>
        </p:nvGrpSpPr>
        <p:grpSpPr>
          <a:xfrm>
            <a:off x="8730331" y="9393611"/>
            <a:ext cx="180000" cy="180000"/>
            <a:chOff x="2993721" y="5110619"/>
            <a:chExt cx="180000" cy="180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C931858-FDF3-0D8E-EAA7-13201084CB32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" name="Gerade Verbindung 109">
              <a:extLst>
                <a:ext uri="{FF2B5EF4-FFF2-40B4-BE49-F238E27FC236}">
                  <a16:creationId xmlns:a16="http://schemas.microsoft.com/office/drawing/2014/main" id="{893D9B30-49BD-DBEE-340A-7A284D16818A}"/>
                </a:ext>
              </a:extLst>
            </p:cNvPr>
            <p:cNvCxnSpPr>
              <a:stCxn id="109" idx="0"/>
              <a:endCxn id="109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6119B163-54B9-6A89-9EFE-A45F7B99510F}"/>
                </a:ext>
              </a:extLst>
            </p:cNvPr>
            <p:cNvCxnSpPr>
              <a:stCxn id="109" idx="2"/>
              <a:endCxn id="109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36BB895-6BAD-E7AF-D716-29E025C7F11C}"/>
              </a:ext>
            </a:extLst>
          </p:cNvPr>
          <p:cNvCxnSpPr>
            <a:cxnSpLocks/>
          </p:cNvCxnSpPr>
          <p:nvPr/>
        </p:nvCxnSpPr>
        <p:spPr>
          <a:xfrm>
            <a:off x="6301267" y="9481185"/>
            <a:ext cx="24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03525CB4-1208-AF60-C9F7-14CF6FD047FE}"/>
              </a:ext>
            </a:extLst>
          </p:cNvPr>
          <p:cNvCxnSpPr/>
          <p:nvPr/>
        </p:nvCxnSpPr>
        <p:spPr>
          <a:xfrm flipH="1">
            <a:off x="8910331" y="9481185"/>
            <a:ext cx="2420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5EF0BC9B-BACB-762C-042A-9B07AF0A8A7E}"/>
              </a:ext>
            </a:extLst>
          </p:cNvPr>
          <p:cNvSpPr/>
          <p:nvPr/>
        </p:nvSpPr>
        <p:spPr>
          <a:xfrm>
            <a:off x="7966089" y="8826256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0C2F3530-5006-7E70-BED3-BA3295663C04}"/>
              </a:ext>
            </a:extLst>
          </p:cNvPr>
          <p:cNvCxnSpPr>
            <a:stCxn id="109" idx="0"/>
          </p:cNvCxnSpPr>
          <p:nvPr/>
        </p:nvCxnSpPr>
        <p:spPr>
          <a:xfrm flipV="1">
            <a:off x="8820331" y="9205597"/>
            <a:ext cx="0" cy="18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122">
            <a:extLst>
              <a:ext uri="{FF2B5EF4-FFF2-40B4-BE49-F238E27FC236}">
                <a16:creationId xmlns:a16="http://schemas.microsoft.com/office/drawing/2014/main" id="{7E1D4401-BA2B-7A99-D927-D961D72C45F7}"/>
              </a:ext>
            </a:extLst>
          </p:cNvPr>
          <p:cNvCxnSpPr>
            <a:cxnSpLocks/>
          </p:cNvCxnSpPr>
          <p:nvPr/>
        </p:nvCxnSpPr>
        <p:spPr>
          <a:xfrm flipV="1">
            <a:off x="8820331" y="8646256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124">
            <a:extLst>
              <a:ext uri="{FF2B5EF4-FFF2-40B4-BE49-F238E27FC236}">
                <a16:creationId xmlns:a16="http://schemas.microsoft.com/office/drawing/2014/main" id="{78706234-5446-6FA3-4C2D-988B3AC5E743}"/>
              </a:ext>
            </a:extLst>
          </p:cNvPr>
          <p:cNvCxnSpPr>
            <a:cxnSpLocks/>
          </p:cNvCxnSpPr>
          <p:nvPr/>
        </p:nvCxnSpPr>
        <p:spPr>
          <a:xfrm flipH="1">
            <a:off x="6301267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126">
            <a:extLst>
              <a:ext uri="{FF2B5EF4-FFF2-40B4-BE49-F238E27FC236}">
                <a16:creationId xmlns:a16="http://schemas.microsoft.com/office/drawing/2014/main" id="{31076B8C-F10D-9F38-E9C5-954D4A0530D3}"/>
              </a:ext>
            </a:extLst>
          </p:cNvPr>
          <p:cNvCxnSpPr>
            <a:cxnSpLocks/>
          </p:cNvCxnSpPr>
          <p:nvPr/>
        </p:nvCxnSpPr>
        <p:spPr>
          <a:xfrm flipH="1">
            <a:off x="8810700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1D4BD678-2B17-A21D-88E9-71DF77C581AE}"/>
              </a:ext>
            </a:extLst>
          </p:cNvPr>
          <p:cNvCxnSpPr/>
          <p:nvPr/>
        </p:nvCxnSpPr>
        <p:spPr>
          <a:xfrm flipV="1">
            <a:off x="63002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0F2C0E8-DFBE-8B48-6CC3-D361C9B48B1C}"/>
              </a:ext>
            </a:extLst>
          </p:cNvPr>
          <p:cNvCxnSpPr/>
          <p:nvPr/>
        </p:nvCxnSpPr>
        <p:spPr>
          <a:xfrm flipV="1">
            <a:off x="113330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hteck 131">
            <a:extLst>
              <a:ext uri="{FF2B5EF4-FFF2-40B4-BE49-F238E27FC236}">
                <a16:creationId xmlns:a16="http://schemas.microsoft.com/office/drawing/2014/main" id="{8C188663-9E98-6B18-8B4E-B16275978409}"/>
              </a:ext>
            </a:extLst>
          </p:cNvPr>
          <p:cNvSpPr/>
          <p:nvPr/>
        </p:nvSpPr>
        <p:spPr>
          <a:xfrm>
            <a:off x="5445983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Projection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196F2F2C-4982-AC32-11B8-2778727A80FE}"/>
              </a:ext>
            </a:extLst>
          </p:cNvPr>
          <p:cNvSpPr/>
          <p:nvPr/>
        </p:nvSpPr>
        <p:spPr>
          <a:xfrm>
            <a:off x="10475522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Projection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7D410AA5-3C95-F7A9-CE09-BC1B2699D7F7}"/>
              </a:ext>
            </a:extLst>
          </p:cNvPr>
          <p:cNvSpPr/>
          <p:nvPr/>
        </p:nvSpPr>
        <p:spPr>
          <a:xfrm>
            <a:off x="5445983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3C29F16C-1151-4281-28C2-A23A3666D75C}"/>
              </a:ext>
            </a:extLst>
          </p:cNvPr>
          <p:cNvCxnSpPr>
            <a:cxnSpLocks/>
          </p:cNvCxnSpPr>
          <p:nvPr/>
        </p:nvCxnSpPr>
        <p:spPr>
          <a:xfrm flipV="1">
            <a:off x="6300225" y="7513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998EE087-91C2-F980-3E5D-4A54BA59FB29}"/>
              </a:ext>
            </a:extLst>
          </p:cNvPr>
          <p:cNvCxnSpPr>
            <a:cxnSpLocks/>
          </p:cNvCxnSpPr>
          <p:nvPr/>
        </p:nvCxnSpPr>
        <p:spPr>
          <a:xfrm flipV="1">
            <a:off x="11333025" y="69698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hteck 137">
            <a:extLst>
              <a:ext uri="{FF2B5EF4-FFF2-40B4-BE49-F238E27FC236}">
                <a16:creationId xmlns:a16="http://schemas.microsoft.com/office/drawing/2014/main" id="{6A8BD4BF-787F-7011-0F96-8F7767A654B0}"/>
              </a:ext>
            </a:extLst>
          </p:cNvPr>
          <p:cNvSpPr/>
          <p:nvPr/>
        </p:nvSpPr>
        <p:spPr>
          <a:xfrm>
            <a:off x="10475522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90F2D1A6-6749-D90D-CAFE-F88B573A5148}"/>
              </a:ext>
            </a:extLst>
          </p:cNvPr>
          <p:cNvSpPr/>
          <p:nvPr/>
        </p:nvSpPr>
        <p:spPr>
          <a:xfrm>
            <a:off x="5445983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DBECD56F-7C92-8132-96E4-7AEADE584BDF}"/>
              </a:ext>
            </a:extLst>
          </p:cNvPr>
          <p:cNvCxnSpPr>
            <a:cxnSpLocks/>
          </p:cNvCxnSpPr>
          <p:nvPr/>
        </p:nvCxnSpPr>
        <p:spPr>
          <a:xfrm flipV="1">
            <a:off x="63002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hteck 140">
            <a:extLst>
              <a:ext uri="{FF2B5EF4-FFF2-40B4-BE49-F238E27FC236}">
                <a16:creationId xmlns:a16="http://schemas.microsoft.com/office/drawing/2014/main" id="{7F05E626-468C-0BF5-768E-08AD1E009A9C}"/>
              </a:ext>
            </a:extLst>
          </p:cNvPr>
          <p:cNvSpPr/>
          <p:nvPr/>
        </p:nvSpPr>
        <p:spPr>
          <a:xfrm>
            <a:off x="10475522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6365C2B9-51FA-613F-3AFC-751F18BB0289}"/>
              </a:ext>
            </a:extLst>
          </p:cNvPr>
          <p:cNvCxnSpPr>
            <a:cxnSpLocks/>
          </p:cNvCxnSpPr>
          <p:nvPr/>
        </p:nvCxnSpPr>
        <p:spPr>
          <a:xfrm flipV="1">
            <a:off x="113330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hteck 142">
            <a:extLst>
              <a:ext uri="{FF2B5EF4-FFF2-40B4-BE49-F238E27FC236}">
                <a16:creationId xmlns:a16="http://schemas.microsoft.com/office/drawing/2014/main" id="{0D936DA0-3F5F-C82A-E377-D2A9FD68301F}"/>
              </a:ext>
            </a:extLst>
          </p:cNvPr>
          <p:cNvSpPr/>
          <p:nvPr/>
        </p:nvSpPr>
        <p:spPr>
          <a:xfrm>
            <a:off x="5445983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MLP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5C57625C-7F99-00A2-1CF2-EAE457B4BEE8}"/>
              </a:ext>
            </a:extLst>
          </p:cNvPr>
          <p:cNvCxnSpPr>
            <a:cxnSpLocks/>
          </p:cNvCxnSpPr>
          <p:nvPr/>
        </p:nvCxnSpPr>
        <p:spPr>
          <a:xfrm flipV="1">
            <a:off x="6300225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hteck 144">
            <a:extLst>
              <a:ext uri="{FF2B5EF4-FFF2-40B4-BE49-F238E27FC236}">
                <a16:creationId xmlns:a16="http://schemas.microsoft.com/office/drawing/2014/main" id="{0B858F24-61D8-7FF1-1BA8-B6C4AFCA860C}"/>
              </a:ext>
            </a:extLst>
          </p:cNvPr>
          <p:cNvSpPr/>
          <p:nvPr/>
        </p:nvSpPr>
        <p:spPr>
          <a:xfrm>
            <a:off x="10476225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MLP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62BEE1B8-3929-CC8E-8720-A154EFE83671}"/>
              </a:ext>
            </a:extLst>
          </p:cNvPr>
          <p:cNvCxnSpPr>
            <a:cxnSpLocks/>
          </p:cNvCxnSpPr>
          <p:nvPr/>
        </p:nvCxnSpPr>
        <p:spPr>
          <a:xfrm flipV="1">
            <a:off x="11329764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hteck 146">
            <a:extLst>
              <a:ext uri="{FF2B5EF4-FFF2-40B4-BE49-F238E27FC236}">
                <a16:creationId xmlns:a16="http://schemas.microsoft.com/office/drawing/2014/main" id="{258F08C7-4A03-EBA6-ED95-9B649489CB1A}"/>
              </a:ext>
            </a:extLst>
          </p:cNvPr>
          <p:cNvSpPr/>
          <p:nvPr/>
        </p:nvSpPr>
        <p:spPr>
          <a:xfrm>
            <a:off x="5441050" y="71480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CCFD9AB4-3470-A3E1-3026-5E032E44E706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69698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149">
            <a:extLst>
              <a:ext uri="{FF2B5EF4-FFF2-40B4-BE49-F238E27FC236}">
                <a16:creationId xmlns:a16="http://schemas.microsoft.com/office/drawing/2014/main" id="{403C5C9E-A6AD-6742-31AB-9F4F7D8F2DC0}"/>
              </a:ext>
            </a:extLst>
          </p:cNvPr>
          <p:cNvCxnSpPr>
            <a:cxnSpLocks/>
          </p:cNvCxnSpPr>
          <p:nvPr/>
        </p:nvCxnSpPr>
        <p:spPr>
          <a:xfrm flipV="1">
            <a:off x="7900569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152">
            <a:extLst>
              <a:ext uri="{FF2B5EF4-FFF2-40B4-BE49-F238E27FC236}">
                <a16:creationId xmlns:a16="http://schemas.microsoft.com/office/drawing/2014/main" id="{FB8686AC-79CC-1F44-1916-5C99C4D7D6B4}"/>
              </a:ext>
            </a:extLst>
          </p:cNvPr>
          <p:cNvCxnSpPr>
            <a:cxnSpLocks/>
          </p:cNvCxnSpPr>
          <p:nvPr/>
        </p:nvCxnSpPr>
        <p:spPr>
          <a:xfrm flipV="1">
            <a:off x="9743838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778B4612-F31B-3732-E3D4-2F81BBFE92C1}"/>
              </a:ext>
            </a:extLst>
          </p:cNvPr>
          <p:cNvSpPr txBox="1"/>
          <p:nvPr/>
        </p:nvSpPr>
        <p:spPr>
          <a:xfrm>
            <a:off x="6456818" y="11707045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08CB0231-EF98-E130-6A23-301DF26455A5}"/>
              </a:ext>
            </a:extLst>
          </p:cNvPr>
          <p:cNvSpPr txBox="1"/>
          <p:nvPr/>
        </p:nvSpPr>
        <p:spPr>
          <a:xfrm>
            <a:off x="9988621" y="11703298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D4B6291D-4865-21BB-7F54-12C7E60C124A}"/>
              </a:ext>
            </a:extLst>
          </p:cNvPr>
          <p:cNvCxnSpPr/>
          <p:nvPr/>
        </p:nvCxnSpPr>
        <p:spPr>
          <a:xfrm flipH="1">
            <a:off x="7149536" y="7333425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DFB199A7-83DB-C311-7BCB-580D935AEA5A}"/>
              </a:ext>
            </a:extLst>
          </p:cNvPr>
          <p:cNvSpPr txBox="1"/>
          <p:nvPr/>
        </p:nvSpPr>
        <p:spPr>
          <a:xfrm>
            <a:off x="7252588" y="7079898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43854438-1713-CB84-E744-56B9E7E35F1D}"/>
              </a:ext>
            </a:extLst>
          </p:cNvPr>
          <p:cNvCxnSpPr>
            <a:cxnSpLocks/>
          </p:cNvCxnSpPr>
          <p:nvPr/>
        </p:nvCxnSpPr>
        <p:spPr>
          <a:xfrm flipV="1">
            <a:off x="11334697" y="751133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hteck 159">
            <a:extLst>
              <a:ext uri="{FF2B5EF4-FFF2-40B4-BE49-F238E27FC236}">
                <a16:creationId xmlns:a16="http://schemas.microsoft.com/office/drawing/2014/main" id="{45B4D2A8-7AD3-0937-153F-51E5CBD39F71}"/>
              </a:ext>
            </a:extLst>
          </p:cNvPr>
          <p:cNvSpPr/>
          <p:nvPr/>
        </p:nvSpPr>
        <p:spPr>
          <a:xfrm>
            <a:off x="10475522" y="7145933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07EE1A0C-AB74-8705-9A8E-E8E3D3D25EE7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9743839" y="7331333"/>
            <a:ext cx="73168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feld 163">
            <a:extLst>
              <a:ext uri="{FF2B5EF4-FFF2-40B4-BE49-F238E27FC236}">
                <a16:creationId xmlns:a16="http://schemas.microsoft.com/office/drawing/2014/main" id="{AFE8D933-9270-909A-91B4-6B975B689B56}"/>
              </a:ext>
            </a:extLst>
          </p:cNvPr>
          <p:cNvSpPr txBox="1"/>
          <p:nvPr/>
        </p:nvSpPr>
        <p:spPr>
          <a:xfrm>
            <a:off x="9799425" y="707393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F372A481-E661-4727-14CC-4CAA74077582}"/>
              </a:ext>
            </a:extLst>
          </p:cNvPr>
          <p:cNvCxnSpPr>
            <a:cxnSpLocks/>
            <a:endCxn id="139" idx="3"/>
          </p:cNvCxnSpPr>
          <p:nvPr/>
        </p:nvCxnSpPr>
        <p:spPr>
          <a:xfrm flipH="1">
            <a:off x="7154467" y="5383087"/>
            <a:ext cx="746102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C7901771-6660-7057-F5A6-1A8611FE868C}"/>
              </a:ext>
            </a:extLst>
          </p:cNvPr>
          <p:cNvCxnSpPr>
            <a:cxnSpLocks/>
            <a:endCxn id="141" idx="1"/>
          </p:cNvCxnSpPr>
          <p:nvPr/>
        </p:nvCxnSpPr>
        <p:spPr>
          <a:xfrm>
            <a:off x="9743839" y="5383087"/>
            <a:ext cx="731685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8693209A-F039-CDB3-8884-6E65998301F5}"/>
              </a:ext>
            </a:extLst>
          </p:cNvPr>
          <p:cNvSpPr txBox="1"/>
          <p:nvPr/>
        </p:nvSpPr>
        <p:spPr>
          <a:xfrm>
            <a:off x="7216293" y="5146693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39AA6944-D37A-5391-65E9-3E3D3CACF284}"/>
              </a:ext>
            </a:extLst>
          </p:cNvPr>
          <p:cNvSpPr txBox="1"/>
          <p:nvPr/>
        </p:nvSpPr>
        <p:spPr>
          <a:xfrm>
            <a:off x="9714803" y="5143701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B35B3DBD-511A-EE0B-1872-27BE5B3ABF99}"/>
              </a:ext>
            </a:extLst>
          </p:cNvPr>
          <p:cNvSpPr/>
          <p:nvPr/>
        </p:nvSpPr>
        <p:spPr>
          <a:xfrm>
            <a:off x="6205292" y="678778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6E757C41-597D-07F2-E1C2-41E2B3AE4632}"/>
              </a:ext>
            </a:extLst>
          </p:cNvPr>
          <p:cNvSpPr/>
          <p:nvPr/>
        </p:nvSpPr>
        <p:spPr>
          <a:xfrm>
            <a:off x="11239425" y="6782126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226A3BB9-0926-30E7-D409-13021237753B}"/>
              </a:ext>
            </a:extLst>
          </p:cNvPr>
          <p:cNvCxnSpPr>
            <a:cxnSpLocks/>
          </p:cNvCxnSpPr>
          <p:nvPr/>
        </p:nvCxnSpPr>
        <p:spPr>
          <a:xfrm flipH="1" flipV="1">
            <a:off x="6295292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18ABAAD9-AF41-D45D-E65F-80117E4B41E3}"/>
              </a:ext>
            </a:extLst>
          </p:cNvPr>
          <p:cNvCxnSpPr>
            <a:cxnSpLocks/>
          </p:cNvCxnSpPr>
          <p:nvPr/>
        </p:nvCxnSpPr>
        <p:spPr>
          <a:xfrm flipV="1">
            <a:off x="11333025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179">
            <a:extLst>
              <a:ext uri="{FF2B5EF4-FFF2-40B4-BE49-F238E27FC236}">
                <a16:creationId xmlns:a16="http://schemas.microsoft.com/office/drawing/2014/main" id="{D5D49C8F-8EEA-FE0A-E6C9-B16F2CB1FCF6}"/>
              </a:ext>
            </a:extLst>
          </p:cNvPr>
          <p:cNvCxnSpPr/>
          <p:nvPr/>
        </p:nvCxnSpPr>
        <p:spPr>
          <a:xfrm flipH="1">
            <a:off x="3606722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180">
            <a:extLst>
              <a:ext uri="{FF2B5EF4-FFF2-40B4-BE49-F238E27FC236}">
                <a16:creationId xmlns:a16="http://schemas.microsoft.com/office/drawing/2014/main" id="{86E97FBA-C06D-5800-9B34-A9F686C9D6F2}"/>
              </a:ext>
            </a:extLst>
          </p:cNvPr>
          <p:cNvCxnSpPr/>
          <p:nvPr/>
        </p:nvCxnSpPr>
        <p:spPr>
          <a:xfrm flipH="1">
            <a:off x="12597189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182">
            <a:extLst>
              <a:ext uri="{FF2B5EF4-FFF2-40B4-BE49-F238E27FC236}">
                <a16:creationId xmlns:a16="http://schemas.microsoft.com/office/drawing/2014/main" id="{2A8AD3DB-A616-952E-A9AC-DEB0CF692CAF}"/>
              </a:ext>
            </a:extLst>
          </p:cNvPr>
          <p:cNvCxnSpPr/>
          <p:nvPr/>
        </p:nvCxnSpPr>
        <p:spPr>
          <a:xfrm flipV="1">
            <a:off x="36002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183">
            <a:extLst>
              <a:ext uri="{FF2B5EF4-FFF2-40B4-BE49-F238E27FC236}">
                <a16:creationId xmlns:a16="http://schemas.microsoft.com/office/drawing/2014/main" id="{5175CEC2-1500-FB82-2D5A-E176DE49989D}"/>
              </a:ext>
            </a:extLst>
          </p:cNvPr>
          <p:cNvCxnSpPr/>
          <p:nvPr/>
        </p:nvCxnSpPr>
        <p:spPr>
          <a:xfrm flipV="1">
            <a:off x="140330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5A4005C6-74E1-FB6B-6FB7-E55B44505D5E}"/>
              </a:ext>
            </a:extLst>
          </p:cNvPr>
          <p:cNvCxnSpPr>
            <a:cxnSpLocks/>
          </p:cNvCxnSpPr>
          <p:nvPr/>
        </p:nvCxnSpPr>
        <p:spPr>
          <a:xfrm>
            <a:off x="3603827" y="6877780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7CDDC4D9-8D87-DF57-350E-184228C6DDFD}"/>
              </a:ext>
            </a:extLst>
          </p:cNvPr>
          <p:cNvCxnSpPr>
            <a:cxnSpLocks/>
            <a:endCxn id="176" idx="6"/>
          </p:cNvCxnSpPr>
          <p:nvPr/>
        </p:nvCxnSpPr>
        <p:spPr>
          <a:xfrm flipH="1" flipV="1">
            <a:off x="11419425" y="6872126"/>
            <a:ext cx="2616004" cy="5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B8D6A568-F774-F831-678A-7048BC2E0FAB}"/>
              </a:ext>
            </a:extLst>
          </p:cNvPr>
          <p:cNvCxnSpPr>
            <a:cxnSpLocks/>
          </p:cNvCxnSpPr>
          <p:nvPr/>
        </p:nvCxnSpPr>
        <p:spPr>
          <a:xfrm flipV="1">
            <a:off x="113294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hteck 191">
            <a:extLst>
              <a:ext uri="{FF2B5EF4-FFF2-40B4-BE49-F238E27FC236}">
                <a16:creationId xmlns:a16="http://schemas.microsoft.com/office/drawing/2014/main" id="{D923D40A-8D35-8F1B-B807-9303E79FB97D}"/>
              </a:ext>
            </a:extLst>
          </p:cNvPr>
          <p:cNvSpPr/>
          <p:nvPr/>
        </p:nvSpPr>
        <p:spPr>
          <a:xfrm>
            <a:off x="10475522" y="3611120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0E32571F-F2E1-5CAA-9799-B208FF484398}"/>
              </a:ext>
            </a:extLst>
          </p:cNvPr>
          <p:cNvCxnSpPr>
            <a:cxnSpLocks/>
          </p:cNvCxnSpPr>
          <p:nvPr/>
        </p:nvCxnSpPr>
        <p:spPr>
          <a:xfrm flipV="1">
            <a:off x="63002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hteck 193">
            <a:extLst>
              <a:ext uri="{FF2B5EF4-FFF2-40B4-BE49-F238E27FC236}">
                <a16:creationId xmlns:a16="http://schemas.microsoft.com/office/drawing/2014/main" id="{783950BE-4322-3F83-E2C1-9EAC5B1358C7}"/>
              </a:ext>
            </a:extLst>
          </p:cNvPr>
          <p:cNvSpPr/>
          <p:nvPr/>
        </p:nvSpPr>
        <p:spPr>
          <a:xfrm>
            <a:off x="5441050" y="36118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00A2147A-B7EB-9FAF-6A6F-C71B066237E9}"/>
              </a:ext>
            </a:extLst>
          </p:cNvPr>
          <p:cNvCxnSpPr>
            <a:cxnSpLocks/>
            <a:endCxn id="194" idx="3"/>
          </p:cNvCxnSpPr>
          <p:nvPr/>
        </p:nvCxnSpPr>
        <p:spPr>
          <a:xfrm flipH="1">
            <a:off x="7149536" y="3793842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feld 200">
            <a:extLst>
              <a:ext uri="{FF2B5EF4-FFF2-40B4-BE49-F238E27FC236}">
                <a16:creationId xmlns:a16="http://schemas.microsoft.com/office/drawing/2014/main" id="{9033E26E-33FD-104F-5557-B17DA4E0912E}"/>
              </a:ext>
            </a:extLst>
          </p:cNvPr>
          <p:cNvSpPr txBox="1"/>
          <p:nvPr/>
        </p:nvSpPr>
        <p:spPr>
          <a:xfrm>
            <a:off x="7252588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DCC84C7E-662B-CA38-D0DF-BBEE2EBB2310}"/>
              </a:ext>
            </a:extLst>
          </p:cNvPr>
          <p:cNvCxnSpPr>
            <a:endCxn id="192" idx="1"/>
          </p:cNvCxnSpPr>
          <p:nvPr/>
        </p:nvCxnSpPr>
        <p:spPr>
          <a:xfrm>
            <a:off x="9743839" y="3795680"/>
            <a:ext cx="731685" cy="84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feld 203">
            <a:extLst>
              <a:ext uri="{FF2B5EF4-FFF2-40B4-BE49-F238E27FC236}">
                <a16:creationId xmlns:a16="http://schemas.microsoft.com/office/drawing/2014/main" id="{694BAD0D-0A55-D1A0-4CB7-8E5C8C7985A1}"/>
              </a:ext>
            </a:extLst>
          </p:cNvPr>
          <p:cNvSpPr txBox="1"/>
          <p:nvPr/>
        </p:nvSpPr>
        <p:spPr>
          <a:xfrm>
            <a:off x="9799425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DDC942F2-4D53-B080-7BE5-D2C0750741A8}"/>
              </a:ext>
            </a:extLst>
          </p:cNvPr>
          <p:cNvCxnSpPr>
            <a:cxnSpLocks/>
          </p:cNvCxnSpPr>
          <p:nvPr/>
        </p:nvCxnSpPr>
        <p:spPr>
          <a:xfrm flipH="1" flipV="1">
            <a:off x="6305158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60639E4B-B408-B441-CB10-232019797589}"/>
              </a:ext>
            </a:extLst>
          </p:cNvPr>
          <p:cNvSpPr/>
          <p:nvPr/>
        </p:nvSpPr>
        <p:spPr>
          <a:xfrm>
            <a:off x="6210225" y="324876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51BFA349-32E4-796E-892D-93971340D787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288720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>
            <a:extLst>
              <a:ext uri="{FF2B5EF4-FFF2-40B4-BE49-F238E27FC236}">
                <a16:creationId xmlns:a16="http://schemas.microsoft.com/office/drawing/2014/main" id="{0B96A937-D920-6713-F708-AF1F6C9EBE16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E3B1F93B-0327-CC1A-DB9F-5EA0CCE2F063}"/>
              </a:ext>
            </a:extLst>
          </p:cNvPr>
          <p:cNvSpPr/>
          <p:nvPr/>
        </p:nvSpPr>
        <p:spPr>
          <a:xfrm>
            <a:off x="11239425" y="3247425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47D5485E-418E-FD17-CD72-9BCB4FAD7390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2887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216">
            <a:extLst>
              <a:ext uri="{FF2B5EF4-FFF2-40B4-BE49-F238E27FC236}">
                <a16:creationId xmlns:a16="http://schemas.microsoft.com/office/drawing/2014/main" id="{6E2F9208-57EA-D7C0-39EA-83A9FE3A319F}"/>
              </a:ext>
            </a:extLst>
          </p:cNvPr>
          <p:cNvCxnSpPr/>
          <p:nvPr/>
        </p:nvCxnSpPr>
        <p:spPr>
          <a:xfrm flipH="1">
            <a:off x="3593399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Gerade Verbindung 218">
            <a:extLst>
              <a:ext uri="{FF2B5EF4-FFF2-40B4-BE49-F238E27FC236}">
                <a16:creationId xmlns:a16="http://schemas.microsoft.com/office/drawing/2014/main" id="{10335D11-A77A-33F6-853C-3CFACFF94578}"/>
              </a:ext>
            </a:extLst>
          </p:cNvPr>
          <p:cNvCxnSpPr/>
          <p:nvPr/>
        </p:nvCxnSpPr>
        <p:spPr>
          <a:xfrm flipV="1">
            <a:off x="36002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1CC7F94D-299F-BB4A-CB88-C4EACD93418F}"/>
              </a:ext>
            </a:extLst>
          </p:cNvPr>
          <p:cNvCxnSpPr>
            <a:cxnSpLocks/>
          </p:cNvCxnSpPr>
          <p:nvPr/>
        </p:nvCxnSpPr>
        <p:spPr>
          <a:xfrm>
            <a:off x="3602901" y="3336954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Gerade Verbindung 220">
            <a:extLst>
              <a:ext uri="{FF2B5EF4-FFF2-40B4-BE49-F238E27FC236}">
                <a16:creationId xmlns:a16="http://schemas.microsoft.com/office/drawing/2014/main" id="{0F874961-6BB7-3503-8DAE-78B784DA9CC9}"/>
              </a:ext>
            </a:extLst>
          </p:cNvPr>
          <p:cNvCxnSpPr/>
          <p:nvPr/>
        </p:nvCxnSpPr>
        <p:spPr>
          <a:xfrm flipH="1">
            <a:off x="11329764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Gerade Verbindung 221">
            <a:extLst>
              <a:ext uri="{FF2B5EF4-FFF2-40B4-BE49-F238E27FC236}">
                <a16:creationId xmlns:a16="http://schemas.microsoft.com/office/drawing/2014/main" id="{47D8148D-51B6-E767-2F5E-660315E3FE2E}"/>
              </a:ext>
            </a:extLst>
          </p:cNvPr>
          <p:cNvCxnSpPr/>
          <p:nvPr/>
        </p:nvCxnSpPr>
        <p:spPr>
          <a:xfrm flipV="1">
            <a:off x="140330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4BE4C241-937E-6D31-7E93-BBA2D933DB4C}"/>
              </a:ext>
            </a:extLst>
          </p:cNvPr>
          <p:cNvCxnSpPr>
            <a:cxnSpLocks/>
            <a:endCxn id="214" idx="6"/>
          </p:cNvCxnSpPr>
          <p:nvPr/>
        </p:nvCxnSpPr>
        <p:spPr>
          <a:xfrm flipH="1" flipV="1">
            <a:off x="11419425" y="3337425"/>
            <a:ext cx="2624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5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ADEB-3F11-CC89-BD44-10693BF9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5DEE6C3-CACB-11C5-1879-90ED065A1B79}"/>
              </a:ext>
            </a:extLst>
          </p:cNvPr>
          <p:cNvSpPr txBox="1"/>
          <p:nvPr/>
        </p:nvSpPr>
        <p:spPr>
          <a:xfrm>
            <a:off x="4968240" y="487680"/>
            <a:ext cx="433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Mark Components which are compressed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6C1249E-099A-2A44-0837-6763B0FF5A4E}"/>
              </a:ext>
            </a:extLst>
          </p:cNvPr>
          <p:cNvGrpSpPr/>
          <p:nvPr/>
        </p:nvGrpSpPr>
        <p:grpSpPr>
          <a:xfrm>
            <a:off x="2520331" y="2431161"/>
            <a:ext cx="12600000" cy="12285903"/>
            <a:chOff x="2520331" y="2431161"/>
            <a:chExt cx="12600000" cy="1228590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EA1BABA-A481-F5F4-9AA6-5F88F79DD3F6}"/>
                </a:ext>
              </a:extLst>
            </p:cNvPr>
            <p:cNvSpPr/>
            <p:nvPr/>
          </p:nvSpPr>
          <p:spPr>
            <a:xfrm>
              <a:off x="2520331" y="2431161"/>
              <a:ext cx="12600000" cy="1093057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1961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E8297F4-4147-9D8D-6077-5F7E79737C72}"/>
                </a:ext>
              </a:extLst>
            </p:cNvPr>
            <p:cNvSpPr/>
            <p:nvPr/>
          </p:nvSpPr>
          <p:spPr>
            <a:xfrm>
              <a:off x="9223200" y="12117600"/>
              <a:ext cx="1710000" cy="8456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Modulation Projection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FDE86B3F-2E39-0BEF-9FD3-9C4FA5FC6EAD}"/>
                </a:ext>
              </a:extLst>
            </p:cNvPr>
            <p:cNvSpPr/>
            <p:nvPr/>
          </p:nvSpPr>
          <p:spPr>
            <a:xfrm>
              <a:off x="6703960" y="12117600"/>
              <a:ext cx="1708484" cy="84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Modulation Projection</a:t>
              </a: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10F7364E-5DD8-B832-9B4F-1D9C0429C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225" y="12488625"/>
              <a:ext cx="0" cy="1582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529E8920-9FB6-3B30-C7FF-D391D5476513}"/>
                </a:ext>
              </a:extLst>
            </p:cNvPr>
            <p:cNvCxnSpPr/>
            <p:nvPr/>
          </p:nvCxnSpPr>
          <p:spPr>
            <a:xfrm flipV="1">
              <a:off x="7560225" y="12963825"/>
              <a:ext cx="0" cy="110690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3E12724D-309C-3B00-DED5-5D6CF304E549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H="1" flipV="1">
              <a:off x="12594156" y="12488625"/>
              <a:ext cx="6071" cy="1582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AFD9C90-4214-DED9-718F-0E9BCAED3C9B}"/>
                </a:ext>
              </a:extLst>
            </p:cNvPr>
            <p:cNvCxnSpPr/>
            <p:nvPr/>
          </p:nvCxnSpPr>
          <p:spPr>
            <a:xfrm flipV="1">
              <a:off x="10080225" y="12963825"/>
              <a:ext cx="0" cy="110690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76D0670-5300-2538-C933-3D96AEEF7CD4}"/>
                </a:ext>
              </a:extLst>
            </p:cNvPr>
            <p:cNvSpPr txBox="1"/>
            <p:nvPr/>
          </p:nvSpPr>
          <p:spPr>
            <a:xfrm>
              <a:off x="4567244" y="14070733"/>
              <a:ext cx="9459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Image</a:t>
              </a:r>
            </a:p>
            <a:p>
              <a:r>
                <a:rPr lang="en-GB" dirty="0"/>
                <a:t>Feature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FC2B76D-F83D-4040-77E6-636733D0094D}"/>
                </a:ext>
              </a:extLst>
            </p:cNvPr>
            <p:cNvSpPr txBox="1"/>
            <p:nvPr/>
          </p:nvSpPr>
          <p:spPr>
            <a:xfrm>
              <a:off x="12127244" y="14070733"/>
              <a:ext cx="9459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Text</a:t>
              </a:r>
            </a:p>
            <a:p>
              <a:r>
                <a:rPr lang="en-GB" dirty="0"/>
                <a:t>Feature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F9A38D6B-9EFA-46F7-C9D3-30F22A17345C}"/>
                </a:ext>
              </a:extLst>
            </p:cNvPr>
            <p:cNvSpPr txBox="1"/>
            <p:nvPr/>
          </p:nvSpPr>
          <p:spPr>
            <a:xfrm>
              <a:off x="7091862" y="14070733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B0269C6-09BC-872B-319D-39A77C4F4FFA}"/>
                </a:ext>
              </a:extLst>
            </p:cNvPr>
            <p:cNvSpPr txBox="1"/>
            <p:nvPr/>
          </p:nvSpPr>
          <p:spPr>
            <a:xfrm>
              <a:off x="9666273" y="14070733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11587CEB-C9E4-C993-5F1B-39416EEFB842}"/>
                </a:ext>
              </a:extLst>
            </p:cNvPr>
            <p:cNvSpPr/>
            <p:nvPr/>
          </p:nvSpPr>
          <p:spPr>
            <a:xfrm>
              <a:off x="4185984" y="12117825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0E27648-AD83-1FB7-7AF0-1264CAE34858}"/>
                </a:ext>
              </a:extLst>
            </p:cNvPr>
            <p:cNvSpPr/>
            <p:nvPr/>
          </p:nvSpPr>
          <p:spPr>
            <a:xfrm>
              <a:off x="11739912" y="12117825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Gerade Verbindung 33">
              <a:extLst>
                <a:ext uri="{FF2B5EF4-FFF2-40B4-BE49-F238E27FC236}">
                  <a16:creationId xmlns:a16="http://schemas.microsoft.com/office/drawing/2014/main" id="{55AEC390-DEC9-5565-9C56-7C4F822B4F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40227" y="11937825"/>
              <a:ext cx="1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>
              <a:extLst>
                <a:ext uri="{FF2B5EF4-FFF2-40B4-BE49-F238E27FC236}">
                  <a16:creationId xmlns:a16="http://schemas.microsoft.com/office/drawing/2014/main" id="{5BCB5542-CED9-456F-DC6D-2A1E4089DA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8203" y="11937825"/>
              <a:ext cx="1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998A9193-3EDC-9BC8-FC0C-8D31469DD80F}"/>
                </a:ext>
              </a:extLst>
            </p:cNvPr>
            <p:cNvSpPr/>
            <p:nvPr/>
          </p:nvSpPr>
          <p:spPr>
            <a:xfrm>
              <a:off x="5447025" y="11160225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43" name="Gerade Verbindung 42">
              <a:extLst>
                <a:ext uri="{FF2B5EF4-FFF2-40B4-BE49-F238E27FC236}">
                  <a16:creationId xmlns:a16="http://schemas.microsoft.com/office/drawing/2014/main" id="{53E9752C-63CD-C9B4-2713-FB1156277F3F}"/>
                </a:ext>
              </a:extLst>
            </p:cNvPr>
            <p:cNvCxnSpPr>
              <a:cxnSpLocks/>
            </p:cNvCxnSpPr>
            <p:nvPr/>
          </p:nvCxnSpPr>
          <p:spPr>
            <a:xfrm>
              <a:off x="5040224" y="11937825"/>
              <a:ext cx="10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>
              <a:extLst>
                <a:ext uri="{FF2B5EF4-FFF2-40B4-BE49-F238E27FC236}">
                  <a16:creationId xmlns:a16="http://schemas.microsoft.com/office/drawing/2014/main" id="{531F750B-4DE8-37BD-0CB4-7001604F62B0}"/>
                </a:ext>
              </a:extLst>
            </p:cNvPr>
            <p:cNvCxnSpPr/>
            <p:nvPr/>
          </p:nvCxnSpPr>
          <p:spPr>
            <a:xfrm flipH="1">
              <a:off x="6478201" y="11937825"/>
              <a:ext cx="10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08D166A5-57E6-0C7F-8778-C95B330DE67D}"/>
                </a:ext>
              </a:extLst>
            </p:cNvPr>
            <p:cNvCxnSpPr/>
            <p:nvPr/>
          </p:nvCxnSpPr>
          <p:spPr>
            <a:xfrm flipV="1">
              <a:off x="6120224" y="11767185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C23F5B89-FDA8-FD10-0EF7-BECC9314372C}"/>
                </a:ext>
              </a:extLst>
            </p:cNvPr>
            <p:cNvCxnSpPr/>
            <p:nvPr/>
          </p:nvCxnSpPr>
          <p:spPr>
            <a:xfrm flipV="1">
              <a:off x="6483825" y="11768625"/>
              <a:ext cx="0" cy="18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73">
              <a:extLst>
                <a:ext uri="{FF2B5EF4-FFF2-40B4-BE49-F238E27FC236}">
                  <a16:creationId xmlns:a16="http://schemas.microsoft.com/office/drawing/2014/main" id="{C19304AE-9CE3-DB9B-5071-05431B585A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0235" y="11937825"/>
              <a:ext cx="1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75">
              <a:extLst>
                <a:ext uri="{FF2B5EF4-FFF2-40B4-BE49-F238E27FC236}">
                  <a16:creationId xmlns:a16="http://schemas.microsoft.com/office/drawing/2014/main" id="{D7B69B29-CCA9-CE63-0D00-7BFD6FDDEB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88211" y="11937825"/>
              <a:ext cx="1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41B2E244-FF08-BBB9-B2DA-6FBA842A3E64}"/>
                </a:ext>
              </a:extLst>
            </p:cNvPr>
            <p:cNvSpPr/>
            <p:nvPr/>
          </p:nvSpPr>
          <p:spPr>
            <a:xfrm>
              <a:off x="10477033" y="11160225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80" name="Gerade Verbindung 79">
              <a:extLst>
                <a:ext uri="{FF2B5EF4-FFF2-40B4-BE49-F238E27FC236}">
                  <a16:creationId xmlns:a16="http://schemas.microsoft.com/office/drawing/2014/main" id="{8C541391-7E03-C8C5-2408-0A38CF3B4F00}"/>
                </a:ext>
              </a:extLst>
            </p:cNvPr>
            <p:cNvCxnSpPr>
              <a:cxnSpLocks/>
            </p:cNvCxnSpPr>
            <p:nvPr/>
          </p:nvCxnSpPr>
          <p:spPr>
            <a:xfrm>
              <a:off x="10070232" y="11937825"/>
              <a:ext cx="10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 Verbindung 80">
              <a:extLst>
                <a:ext uri="{FF2B5EF4-FFF2-40B4-BE49-F238E27FC236}">
                  <a16:creationId xmlns:a16="http://schemas.microsoft.com/office/drawing/2014/main" id="{30063CDC-0199-1E35-88BA-5C8D0B391B92}"/>
                </a:ext>
              </a:extLst>
            </p:cNvPr>
            <p:cNvCxnSpPr/>
            <p:nvPr/>
          </p:nvCxnSpPr>
          <p:spPr>
            <a:xfrm flipH="1">
              <a:off x="11508209" y="11937825"/>
              <a:ext cx="10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4B56FE58-B1B7-3B91-46D9-D100B885EB21}"/>
                </a:ext>
              </a:extLst>
            </p:cNvPr>
            <p:cNvCxnSpPr/>
            <p:nvPr/>
          </p:nvCxnSpPr>
          <p:spPr>
            <a:xfrm flipV="1">
              <a:off x="11150232" y="11768625"/>
              <a:ext cx="0" cy="18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98E7117D-1B77-AD55-757B-12550AB25A09}"/>
                </a:ext>
              </a:extLst>
            </p:cNvPr>
            <p:cNvCxnSpPr/>
            <p:nvPr/>
          </p:nvCxnSpPr>
          <p:spPr>
            <a:xfrm flipV="1">
              <a:off x="11515288" y="11768625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3531DC3-2D14-1139-ED83-43C057FE11A0}"/>
                </a:ext>
              </a:extLst>
            </p:cNvPr>
            <p:cNvSpPr/>
            <p:nvPr/>
          </p:nvSpPr>
          <p:spPr>
            <a:xfrm>
              <a:off x="5446800" y="10411200"/>
              <a:ext cx="171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Linear1</a:t>
              </a:r>
            </a:p>
          </p:txBody>
        </p: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2CCD95F8-5B5A-9C39-2A3A-29B83AD67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1267" y="10789373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832B6676-CEB3-0144-E656-4FBE9A923BD6}"/>
                </a:ext>
              </a:extLst>
            </p:cNvPr>
            <p:cNvSpPr/>
            <p:nvPr/>
          </p:nvSpPr>
          <p:spPr>
            <a:xfrm>
              <a:off x="10476000" y="10414800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Linear1</a:t>
              </a:r>
            </a:p>
          </p:txBody>
        </p:sp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A7965909-24AE-DF2D-26A0-0BBE9A9C5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275" y="1079485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ADAA7490-15CE-55CA-EE7C-67F59B8BF11A}"/>
                </a:ext>
              </a:extLst>
            </p:cNvPr>
            <p:cNvSpPr/>
            <p:nvPr/>
          </p:nvSpPr>
          <p:spPr>
            <a:xfrm>
              <a:off x="5447025" y="9663231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RMS Norm</a:t>
              </a:r>
            </a:p>
          </p:txBody>
        </p:sp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1D3C1878-2873-FA75-6E1C-AAF563D6A1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1267" y="10049429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28CE1F57-59DA-AB59-18E7-68806A748A3A}"/>
                </a:ext>
              </a:extLst>
            </p:cNvPr>
            <p:cNvSpPr/>
            <p:nvPr/>
          </p:nvSpPr>
          <p:spPr>
            <a:xfrm>
              <a:off x="10477033" y="9662598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RMS Norm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819E087E-27D9-9D85-E321-CA6CE712A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275" y="10048796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104">
              <a:extLst>
                <a:ext uri="{FF2B5EF4-FFF2-40B4-BE49-F238E27FC236}">
                  <a16:creationId xmlns:a16="http://schemas.microsoft.com/office/drawing/2014/main" id="{73659FFF-14D0-2096-FDFB-F83BEE694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25" y="9482625"/>
              <a:ext cx="0" cy="1820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106">
              <a:extLst>
                <a:ext uri="{FF2B5EF4-FFF2-40B4-BE49-F238E27FC236}">
                  <a16:creationId xmlns:a16="http://schemas.microsoft.com/office/drawing/2014/main" id="{85FA6061-3486-A4F5-1D17-64CBE8D91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3025" y="9481187"/>
              <a:ext cx="0" cy="181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1C185159-D93A-C94C-35F7-2BB6334BBB74}"/>
                </a:ext>
              </a:extLst>
            </p:cNvPr>
            <p:cNvGrpSpPr/>
            <p:nvPr/>
          </p:nvGrpSpPr>
          <p:grpSpPr>
            <a:xfrm>
              <a:off x="8730331" y="9393611"/>
              <a:ext cx="180000" cy="180000"/>
              <a:chOff x="2993721" y="5110619"/>
              <a:chExt cx="180000" cy="1800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09BC0383-6517-6613-870C-1EC10AAE9DDC}"/>
                  </a:ext>
                </a:extLst>
              </p:cNvPr>
              <p:cNvSpPr/>
              <p:nvPr/>
            </p:nvSpPr>
            <p:spPr>
              <a:xfrm>
                <a:off x="2993721" y="5110619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10" name="Gerade Verbindung 109">
                <a:extLst>
                  <a:ext uri="{FF2B5EF4-FFF2-40B4-BE49-F238E27FC236}">
                    <a16:creationId xmlns:a16="http://schemas.microsoft.com/office/drawing/2014/main" id="{692540AB-874C-2C6C-A8DB-B06DF541889F}"/>
                  </a:ext>
                </a:extLst>
              </p:cNvPr>
              <p:cNvCxnSpPr>
                <a:stCxn id="109" idx="0"/>
                <a:endCxn id="109" idx="4"/>
              </p:cNvCxnSpPr>
              <p:nvPr/>
            </p:nvCxnSpPr>
            <p:spPr>
              <a:xfrm>
                <a:off x="3083721" y="5110619"/>
                <a:ext cx="0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 Verbindung 110">
                <a:extLst>
                  <a:ext uri="{FF2B5EF4-FFF2-40B4-BE49-F238E27FC236}">
                    <a16:creationId xmlns:a16="http://schemas.microsoft.com/office/drawing/2014/main" id="{EC5C1ACE-5CE7-6950-1B98-4F2C5D1B7632}"/>
                  </a:ext>
                </a:extLst>
              </p:cNvPr>
              <p:cNvCxnSpPr>
                <a:stCxn id="109" idx="2"/>
                <a:endCxn id="109" idx="6"/>
              </p:cNvCxnSpPr>
              <p:nvPr/>
            </p:nvCxnSpPr>
            <p:spPr>
              <a:xfrm>
                <a:off x="2993721" y="5200619"/>
                <a:ext cx="1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F87299AF-A401-1A0F-CDF9-D485D5DD2180}"/>
                </a:ext>
              </a:extLst>
            </p:cNvPr>
            <p:cNvCxnSpPr>
              <a:cxnSpLocks/>
            </p:cNvCxnSpPr>
            <p:nvPr/>
          </p:nvCxnSpPr>
          <p:spPr>
            <a:xfrm>
              <a:off x="6301267" y="9481185"/>
              <a:ext cx="2433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8BC0B601-FDF0-9D46-0A0C-36ED85E3E946}"/>
                </a:ext>
              </a:extLst>
            </p:cNvPr>
            <p:cNvCxnSpPr/>
            <p:nvPr/>
          </p:nvCxnSpPr>
          <p:spPr>
            <a:xfrm flipH="1">
              <a:off x="8910331" y="9481185"/>
              <a:ext cx="2420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49B70CDE-B302-803C-309C-12F7E29A916F}"/>
                </a:ext>
              </a:extLst>
            </p:cNvPr>
            <p:cNvSpPr/>
            <p:nvPr/>
          </p:nvSpPr>
          <p:spPr>
            <a:xfrm>
              <a:off x="7966089" y="8826256"/>
              <a:ext cx="1708484" cy="3708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Attention</a:t>
              </a:r>
            </a:p>
          </p:txBody>
        </p: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01200B91-BE66-513B-6ADC-4C60642BC7D4}"/>
                </a:ext>
              </a:extLst>
            </p:cNvPr>
            <p:cNvCxnSpPr>
              <a:stCxn id="109" idx="0"/>
            </p:cNvCxnSpPr>
            <p:nvPr/>
          </p:nvCxnSpPr>
          <p:spPr>
            <a:xfrm flipV="1">
              <a:off x="8820331" y="9205597"/>
              <a:ext cx="0" cy="1880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122">
              <a:extLst>
                <a:ext uri="{FF2B5EF4-FFF2-40B4-BE49-F238E27FC236}">
                  <a16:creationId xmlns:a16="http://schemas.microsoft.com/office/drawing/2014/main" id="{935D7BE4-7007-0624-8CE5-B5A5E22E1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0331" y="8646256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124">
              <a:extLst>
                <a:ext uri="{FF2B5EF4-FFF2-40B4-BE49-F238E27FC236}">
                  <a16:creationId xmlns:a16="http://schemas.microsoft.com/office/drawing/2014/main" id="{BC583918-6910-BCCE-52C7-7A585E4D22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267" y="8646256"/>
              <a:ext cx="25190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126">
              <a:extLst>
                <a:ext uri="{FF2B5EF4-FFF2-40B4-BE49-F238E27FC236}">
                  <a16:creationId xmlns:a16="http://schemas.microsoft.com/office/drawing/2014/main" id="{03EA234F-EC16-ED4B-62CE-D874D8A6B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0700" y="8646256"/>
              <a:ext cx="25190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2510F684-4E48-5145-466B-76E6A0D8E418}"/>
                </a:ext>
              </a:extLst>
            </p:cNvPr>
            <p:cNvCxnSpPr/>
            <p:nvPr/>
          </p:nvCxnSpPr>
          <p:spPr>
            <a:xfrm flipV="1">
              <a:off x="6300225" y="8467427"/>
              <a:ext cx="0" cy="1800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1E5D79EF-2F66-2F74-93E1-17DA8EE604B4}"/>
                </a:ext>
              </a:extLst>
            </p:cNvPr>
            <p:cNvCxnSpPr/>
            <p:nvPr/>
          </p:nvCxnSpPr>
          <p:spPr>
            <a:xfrm flipV="1">
              <a:off x="11333025" y="8467427"/>
              <a:ext cx="0" cy="1800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AF7B4D20-5703-146A-9681-84B66F66A157}"/>
                </a:ext>
              </a:extLst>
            </p:cNvPr>
            <p:cNvSpPr/>
            <p:nvPr/>
          </p:nvSpPr>
          <p:spPr>
            <a:xfrm>
              <a:off x="5446800" y="7866225"/>
              <a:ext cx="1708484" cy="5796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Projection</a:t>
              </a: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7E0323D4-26A9-1C9C-81AD-3BA8F2CED52B}"/>
                </a:ext>
              </a:extLst>
            </p:cNvPr>
            <p:cNvSpPr/>
            <p:nvPr/>
          </p:nvSpPr>
          <p:spPr>
            <a:xfrm>
              <a:off x="10476000" y="7866000"/>
              <a:ext cx="1710000" cy="5796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 Projection</a:t>
              </a: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A84741F5-6229-5A77-2B21-F82754ABE7C3}"/>
                </a:ext>
              </a:extLst>
            </p:cNvPr>
            <p:cNvSpPr/>
            <p:nvPr/>
          </p:nvSpPr>
          <p:spPr>
            <a:xfrm>
              <a:off x="5445983" y="6048434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9785783A-7E51-1231-4101-2CD08B8A8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25" y="75134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3E535868-190A-6647-72A2-7CCB270A9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3025" y="6969825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DEBD5584-772D-A3AA-B78C-22C6C42914B0}"/>
                </a:ext>
              </a:extLst>
            </p:cNvPr>
            <p:cNvSpPr/>
            <p:nvPr/>
          </p:nvSpPr>
          <p:spPr>
            <a:xfrm>
              <a:off x="10475522" y="6048434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9" name="Rechteck 138">
              <a:extLst>
                <a:ext uri="{FF2B5EF4-FFF2-40B4-BE49-F238E27FC236}">
                  <a16:creationId xmlns:a16="http://schemas.microsoft.com/office/drawing/2014/main" id="{861C58AA-4671-1BFE-019E-DACAF43DCD40}"/>
                </a:ext>
              </a:extLst>
            </p:cNvPr>
            <p:cNvSpPr/>
            <p:nvPr/>
          </p:nvSpPr>
          <p:spPr>
            <a:xfrm>
              <a:off x="5445983" y="5094434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140" name="Gerade Verbindung mit Pfeil 139">
              <a:extLst>
                <a:ext uri="{FF2B5EF4-FFF2-40B4-BE49-F238E27FC236}">
                  <a16:creationId xmlns:a16="http://schemas.microsoft.com/office/drawing/2014/main" id="{082A905A-72E4-7AF8-C998-1A6C9EBBD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25" y="5688434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hteck 140">
              <a:extLst>
                <a:ext uri="{FF2B5EF4-FFF2-40B4-BE49-F238E27FC236}">
                  <a16:creationId xmlns:a16="http://schemas.microsoft.com/office/drawing/2014/main" id="{6E759B4D-DBF2-26C2-CBCE-105DEC4D9A33}"/>
                </a:ext>
              </a:extLst>
            </p:cNvPr>
            <p:cNvSpPr/>
            <p:nvPr/>
          </p:nvSpPr>
          <p:spPr>
            <a:xfrm>
              <a:off x="10475522" y="5094434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142" name="Gerade Verbindung mit Pfeil 141">
              <a:extLst>
                <a:ext uri="{FF2B5EF4-FFF2-40B4-BE49-F238E27FC236}">
                  <a16:creationId xmlns:a16="http://schemas.microsoft.com/office/drawing/2014/main" id="{A4313907-4885-76C7-8D9E-36E2EAB5E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3025" y="5688434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E13C0BFB-5C95-5FB9-EFAD-CFC56B315721}"/>
                </a:ext>
              </a:extLst>
            </p:cNvPr>
            <p:cNvSpPr/>
            <p:nvPr/>
          </p:nvSpPr>
          <p:spPr>
            <a:xfrm>
              <a:off x="5446800" y="4356434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MLP</a:t>
              </a:r>
            </a:p>
          </p:txBody>
        </p:sp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9B652878-9CBB-758F-E714-E87E5D603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25" y="4730834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F2EB6027-5ACD-1F29-9B37-1BAF8C0BEA5A}"/>
                </a:ext>
              </a:extLst>
            </p:cNvPr>
            <p:cNvSpPr/>
            <p:nvPr/>
          </p:nvSpPr>
          <p:spPr>
            <a:xfrm>
              <a:off x="10476000" y="4356000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MLP</a:t>
              </a:r>
            </a:p>
          </p:txBody>
        </p:sp>
        <p:cxnSp>
          <p:nvCxnSpPr>
            <p:cNvPr id="146" name="Gerade Verbindung mit Pfeil 145">
              <a:extLst>
                <a:ext uri="{FF2B5EF4-FFF2-40B4-BE49-F238E27FC236}">
                  <a16:creationId xmlns:a16="http://schemas.microsoft.com/office/drawing/2014/main" id="{2262F10D-63A1-AE3B-9ECD-4EAEFACE3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9764" y="4730834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hteck 146">
              <a:extLst>
                <a:ext uri="{FF2B5EF4-FFF2-40B4-BE49-F238E27FC236}">
                  <a16:creationId xmlns:a16="http://schemas.microsoft.com/office/drawing/2014/main" id="{18078093-B0D5-E818-4B59-8EB912DDB803}"/>
                </a:ext>
              </a:extLst>
            </p:cNvPr>
            <p:cNvSpPr/>
            <p:nvPr/>
          </p:nvSpPr>
          <p:spPr>
            <a:xfrm>
              <a:off x="5441050" y="7148025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48" name="Gerade Verbindung mit Pfeil 147">
              <a:extLst>
                <a:ext uri="{FF2B5EF4-FFF2-40B4-BE49-F238E27FC236}">
                  <a16:creationId xmlns:a16="http://schemas.microsoft.com/office/drawing/2014/main" id="{A1D6BEFF-AF62-ED69-7D67-2520883288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0225" y="6969825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 Verbindung 149">
              <a:extLst>
                <a:ext uri="{FF2B5EF4-FFF2-40B4-BE49-F238E27FC236}">
                  <a16:creationId xmlns:a16="http://schemas.microsoft.com/office/drawing/2014/main" id="{1AB1F7E0-D675-4024-C2A5-33FF96A237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0569" y="3801825"/>
              <a:ext cx="0" cy="831468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 Verbindung 152">
              <a:extLst>
                <a:ext uri="{FF2B5EF4-FFF2-40B4-BE49-F238E27FC236}">
                  <a16:creationId xmlns:a16="http://schemas.microsoft.com/office/drawing/2014/main" id="{33B2A634-CB36-C73C-7515-F058E822A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3838" y="3801825"/>
              <a:ext cx="0" cy="831468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8FB95337-864E-4215-12C9-2827BA73DA16}"/>
                </a:ext>
              </a:extLst>
            </p:cNvPr>
            <p:cNvSpPr txBox="1"/>
            <p:nvPr/>
          </p:nvSpPr>
          <p:spPr>
            <a:xfrm>
              <a:off x="6456818" y="11707045"/>
              <a:ext cx="1243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Scale1, Shift1</a:t>
              </a:r>
            </a:p>
          </p:txBody>
        </p:sp>
        <p:sp>
          <p:nvSpPr>
            <p:cNvPr id="155" name="Textfeld 154">
              <a:extLst>
                <a:ext uri="{FF2B5EF4-FFF2-40B4-BE49-F238E27FC236}">
                  <a16:creationId xmlns:a16="http://schemas.microsoft.com/office/drawing/2014/main" id="{0EAB42B1-4DE7-EF6C-388B-B7C15F070B0D}"/>
                </a:ext>
              </a:extLst>
            </p:cNvPr>
            <p:cNvSpPr txBox="1"/>
            <p:nvPr/>
          </p:nvSpPr>
          <p:spPr>
            <a:xfrm>
              <a:off x="9988621" y="11703298"/>
              <a:ext cx="1243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Scale1, Shift1</a:t>
              </a:r>
            </a:p>
          </p:txBody>
        </p: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E9CD996B-3059-8ACF-D820-B55AC1D02AE0}"/>
                </a:ext>
              </a:extLst>
            </p:cNvPr>
            <p:cNvCxnSpPr/>
            <p:nvPr/>
          </p:nvCxnSpPr>
          <p:spPr>
            <a:xfrm flipH="1">
              <a:off x="7149536" y="7333425"/>
              <a:ext cx="75103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>
              <a:extLst>
                <a:ext uri="{FF2B5EF4-FFF2-40B4-BE49-F238E27FC236}">
                  <a16:creationId xmlns:a16="http://schemas.microsoft.com/office/drawing/2014/main" id="{60F4BB32-9CDB-9E02-7950-BEBBF687093E}"/>
                </a:ext>
              </a:extLst>
            </p:cNvPr>
            <p:cNvSpPr txBox="1"/>
            <p:nvPr/>
          </p:nvSpPr>
          <p:spPr>
            <a:xfrm>
              <a:off x="7252588" y="7079898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Gate1</a:t>
              </a:r>
            </a:p>
          </p:txBody>
        </p:sp>
        <p:cxnSp>
          <p:nvCxnSpPr>
            <p:cNvPr id="159" name="Gerade Verbindung mit Pfeil 158">
              <a:extLst>
                <a:ext uri="{FF2B5EF4-FFF2-40B4-BE49-F238E27FC236}">
                  <a16:creationId xmlns:a16="http://schemas.microsoft.com/office/drawing/2014/main" id="{7B79283F-1649-34A7-603A-294122059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4697" y="7511333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5C69714B-E1B8-6CE6-4088-2075C3F6BAA5}"/>
                </a:ext>
              </a:extLst>
            </p:cNvPr>
            <p:cNvSpPr/>
            <p:nvPr/>
          </p:nvSpPr>
          <p:spPr>
            <a:xfrm>
              <a:off x="10475522" y="7145933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105C46B8-E5B9-FC22-D38C-8EF954F3CB5D}"/>
                </a:ext>
              </a:extLst>
            </p:cNvPr>
            <p:cNvCxnSpPr>
              <a:cxnSpLocks/>
              <a:endCxn id="160" idx="1"/>
            </p:cNvCxnSpPr>
            <p:nvPr/>
          </p:nvCxnSpPr>
          <p:spPr>
            <a:xfrm>
              <a:off x="9743839" y="7331333"/>
              <a:ext cx="73168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FFBBCB3B-A94E-7E13-08EB-1DF0D746CC67}"/>
                </a:ext>
              </a:extLst>
            </p:cNvPr>
            <p:cNvSpPr txBox="1"/>
            <p:nvPr/>
          </p:nvSpPr>
          <p:spPr>
            <a:xfrm>
              <a:off x="9799425" y="7073937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Gate1</a:t>
              </a:r>
            </a:p>
          </p:txBody>
        </p:sp>
        <p:cxnSp>
          <p:nvCxnSpPr>
            <p:cNvPr id="166" name="Gerade Verbindung mit Pfeil 165">
              <a:extLst>
                <a:ext uri="{FF2B5EF4-FFF2-40B4-BE49-F238E27FC236}">
                  <a16:creationId xmlns:a16="http://schemas.microsoft.com/office/drawing/2014/main" id="{16AD089F-50D3-8F04-C877-2966A0EFEF23}"/>
                </a:ext>
              </a:extLst>
            </p:cNvPr>
            <p:cNvCxnSpPr>
              <a:cxnSpLocks/>
              <a:endCxn id="139" idx="3"/>
            </p:cNvCxnSpPr>
            <p:nvPr/>
          </p:nvCxnSpPr>
          <p:spPr>
            <a:xfrm flipH="1">
              <a:off x="7154467" y="5383087"/>
              <a:ext cx="746102" cy="114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 Verbindung mit Pfeil 168">
              <a:extLst>
                <a:ext uri="{FF2B5EF4-FFF2-40B4-BE49-F238E27FC236}">
                  <a16:creationId xmlns:a16="http://schemas.microsoft.com/office/drawing/2014/main" id="{F5DFD8D6-34C1-7C92-068C-E45D843621AB}"/>
                </a:ext>
              </a:extLst>
            </p:cNvPr>
            <p:cNvCxnSpPr>
              <a:cxnSpLocks/>
              <a:endCxn id="141" idx="1"/>
            </p:cNvCxnSpPr>
            <p:nvPr/>
          </p:nvCxnSpPr>
          <p:spPr>
            <a:xfrm>
              <a:off x="9743839" y="5383087"/>
              <a:ext cx="731685" cy="114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feld 170">
              <a:extLst>
                <a:ext uri="{FF2B5EF4-FFF2-40B4-BE49-F238E27FC236}">
                  <a16:creationId xmlns:a16="http://schemas.microsoft.com/office/drawing/2014/main" id="{0C3E1ABF-00F4-8ABA-76BC-6C8DA88C4BD9}"/>
                </a:ext>
              </a:extLst>
            </p:cNvPr>
            <p:cNvSpPr txBox="1"/>
            <p:nvPr/>
          </p:nvSpPr>
          <p:spPr>
            <a:xfrm>
              <a:off x="7216293" y="5146693"/>
              <a:ext cx="7607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Scale2,</a:t>
              </a:r>
            </a:p>
            <a:p>
              <a:r>
                <a:rPr lang="en-GB" sz="1400" i="1" dirty="0"/>
                <a:t> Shift2</a:t>
              </a:r>
            </a:p>
          </p:txBody>
        </p: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03320137-E91A-CFC5-BC0F-122027A7D8F8}"/>
                </a:ext>
              </a:extLst>
            </p:cNvPr>
            <p:cNvSpPr txBox="1"/>
            <p:nvPr/>
          </p:nvSpPr>
          <p:spPr>
            <a:xfrm>
              <a:off x="9714803" y="5143701"/>
              <a:ext cx="7607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Scale2,</a:t>
              </a:r>
            </a:p>
            <a:p>
              <a:r>
                <a:rPr lang="en-GB" sz="1400" i="1" dirty="0"/>
                <a:t> Shift2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CBE48436-5376-1108-FDE0-47B050F8E432}"/>
                </a:ext>
              </a:extLst>
            </p:cNvPr>
            <p:cNvSpPr/>
            <p:nvPr/>
          </p:nvSpPr>
          <p:spPr>
            <a:xfrm>
              <a:off x="6205292" y="6787780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858348D2-690D-135F-C9B5-60C59E06D70C}"/>
                </a:ext>
              </a:extLst>
            </p:cNvPr>
            <p:cNvSpPr/>
            <p:nvPr/>
          </p:nvSpPr>
          <p:spPr>
            <a:xfrm>
              <a:off x="11239425" y="6782126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177" name="Gerade Verbindung mit Pfeil 176">
              <a:extLst>
                <a:ext uri="{FF2B5EF4-FFF2-40B4-BE49-F238E27FC236}">
                  <a16:creationId xmlns:a16="http://schemas.microsoft.com/office/drawing/2014/main" id="{7CDF0C45-6CFD-DBE0-7AC6-5D6133721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95292" y="64262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 Verbindung mit Pfeil 177">
              <a:extLst>
                <a:ext uri="{FF2B5EF4-FFF2-40B4-BE49-F238E27FC236}">
                  <a16:creationId xmlns:a16="http://schemas.microsoft.com/office/drawing/2014/main" id="{4A94B251-7DE5-256A-724B-D03314309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3025" y="64262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 Verbindung 179">
              <a:extLst>
                <a:ext uri="{FF2B5EF4-FFF2-40B4-BE49-F238E27FC236}">
                  <a16:creationId xmlns:a16="http://schemas.microsoft.com/office/drawing/2014/main" id="{F333C2A1-0434-3A26-FE4F-24C2F8588C63}"/>
                </a:ext>
              </a:extLst>
            </p:cNvPr>
            <p:cNvCxnSpPr/>
            <p:nvPr/>
          </p:nvCxnSpPr>
          <p:spPr>
            <a:xfrm flipH="1">
              <a:off x="3606722" y="12963825"/>
              <a:ext cx="144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180">
              <a:extLst>
                <a:ext uri="{FF2B5EF4-FFF2-40B4-BE49-F238E27FC236}">
                  <a16:creationId xmlns:a16="http://schemas.microsoft.com/office/drawing/2014/main" id="{24F81C5C-5D23-E13E-64B5-394396333B6B}"/>
                </a:ext>
              </a:extLst>
            </p:cNvPr>
            <p:cNvCxnSpPr/>
            <p:nvPr/>
          </p:nvCxnSpPr>
          <p:spPr>
            <a:xfrm flipH="1">
              <a:off x="12597189" y="12963825"/>
              <a:ext cx="144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 Verbindung 182">
              <a:extLst>
                <a:ext uri="{FF2B5EF4-FFF2-40B4-BE49-F238E27FC236}">
                  <a16:creationId xmlns:a16="http://schemas.microsoft.com/office/drawing/2014/main" id="{6B848511-54D9-2E8B-2E59-3877FA4B9EFD}"/>
                </a:ext>
              </a:extLst>
            </p:cNvPr>
            <p:cNvCxnSpPr/>
            <p:nvPr/>
          </p:nvCxnSpPr>
          <p:spPr>
            <a:xfrm flipV="1">
              <a:off x="3600225" y="6877782"/>
              <a:ext cx="0" cy="6085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 Verbindung 183">
              <a:extLst>
                <a:ext uri="{FF2B5EF4-FFF2-40B4-BE49-F238E27FC236}">
                  <a16:creationId xmlns:a16="http://schemas.microsoft.com/office/drawing/2014/main" id="{85EA1BE0-7037-025B-7393-0E8640E1B555}"/>
                </a:ext>
              </a:extLst>
            </p:cNvPr>
            <p:cNvCxnSpPr/>
            <p:nvPr/>
          </p:nvCxnSpPr>
          <p:spPr>
            <a:xfrm flipV="1">
              <a:off x="14033025" y="6877782"/>
              <a:ext cx="0" cy="6085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 Verbindung mit Pfeil 185">
              <a:extLst>
                <a:ext uri="{FF2B5EF4-FFF2-40B4-BE49-F238E27FC236}">
                  <a16:creationId xmlns:a16="http://schemas.microsoft.com/office/drawing/2014/main" id="{71B77AC6-1A17-99AE-DB2E-779013B71DAF}"/>
                </a:ext>
              </a:extLst>
            </p:cNvPr>
            <p:cNvCxnSpPr>
              <a:cxnSpLocks/>
            </p:cNvCxnSpPr>
            <p:nvPr/>
          </p:nvCxnSpPr>
          <p:spPr>
            <a:xfrm>
              <a:off x="3603827" y="6877780"/>
              <a:ext cx="26023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79FC2191-1AE0-F9EE-FE9D-287CACEAA842}"/>
                </a:ext>
              </a:extLst>
            </p:cNvPr>
            <p:cNvCxnSpPr>
              <a:cxnSpLocks/>
              <a:endCxn id="176" idx="6"/>
            </p:cNvCxnSpPr>
            <p:nvPr/>
          </p:nvCxnSpPr>
          <p:spPr>
            <a:xfrm flipH="1" flipV="1">
              <a:off x="11419425" y="6872126"/>
              <a:ext cx="2616004" cy="56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 Verbindung mit Pfeil 190">
              <a:extLst>
                <a:ext uri="{FF2B5EF4-FFF2-40B4-BE49-F238E27FC236}">
                  <a16:creationId xmlns:a16="http://schemas.microsoft.com/office/drawing/2014/main" id="{CBCB59B1-E17E-4ADF-90DC-D346F72F3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9425" y="39754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1689EA08-2F5C-0957-00EE-648578C8CFE8}"/>
                </a:ext>
              </a:extLst>
            </p:cNvPr>
            <p:cNvSpPr/>
            <p:nvPr/>
          </p:nvSpPr>
          <p:spPr>
            <a:xfrm>
              <a:off x="10475522" y="3611120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93" name="Gerade Verbindung mit Pfeil 192">
              <a:extLst>
                <a:ext uri="{FF2B5EF4-FFF2-40B4-BE49-F238E27FC236}">
                  <a16:creationId xmlns:a16="http://schemas.microsoft.com/office/drawing/2014/main" id="{5FF3D653-541A-BE42-FFA1-A3D3AEEC42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25" y="39754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hteck 193">
              <a:extLst>
                <a:ext uri="{FF2B5EF4-FFF2-40B4-BE49-F238E27FC236}">
                  <a16:creationId xmlns:a16="http://schemas.microsoft.com/office/drawing/2014/main" id="{B7C53654-E419-BDA3-3F7C-4032D0F25FB6}"/>
                </a:ext>
              </a:extLst>
            </p:cNvPr>
            <p:cNvSpPr/>
            <p:nvPr/>
          </p:nvSpPr>
          <p:spPr>
            <a:xfrm>
              <a:off x="5441050" y="3611825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97" name="Gerade Verbindung mit Pfeil 196">
              <a:extLst>
                <a:ext uri="{FF2B5EF4-FFF2-40B4-BE49-F238E27FC236}">
                  <a16:creationId xmlns:a16="http://schemas.microsoft.com/office/drawing/2014/main" id="{D34A763A-5917-C26A-31C5-DC7A8F691229}"/>
                </a:ext>
              </a:extLst>
            </p:cNvPr>
            <p:cNvCxnSpPr>
              <a:cxnSpLocks/>
              <a:endCxn id="194" idx="3"/>
            </p:cNvCxnSpPr>
            <p:nvPr/>
          </p:nvCxnSpPr>
          <p:spPr>
            <a:xfrm flipH="1">
              <a:off x="7149536" y="3793842"/>
              <a:ext cx="75103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feld 200">
              <a:extLst>
                <a:ext uri="{FF2B5EF4-FFF2-40B4-BE49-F238E27FC236}">
                  <a16:creationId xmlns:a16="http://schemas.microsoft.com/office/drawing/2014/main" id="{F7BEC9F5-CB01-EF61-B926-B0B2AE4AF2C8}"/>
                </a:ext>
              </a:extLst>
            </p:cNvPr>
            <p:cNvSpPr txBox="1"/>
            <p:nvPr/>
          </p:nvSpPr>
          <p:spPr>
            <a:xfrm>
              <a:off x="7252588" y="3550627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Gate2</a:t>
              </a:r>
            </a:p>
          </p:txBody>
        </p: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0F3C0945-D2BF-EFD8-10EC-9390CA9BE5DE}"/>
                </a:ext>
              </a:extLst>
            </p:cNvPr>
            <p:cNvCxnSpPr>
              <a:endCxn id="192" idx="1"/>
            </p:cNvCxnSpPr>
            <p:nvPr/>
          </p:nvCxnSpPr>
          <p:spPr>
            <a:xfrm>
              <a:off x="9743839" y="3795680"/>
              <a:ext cx="731685" cy="84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feld 203">
              <a:extLst>
                <a:ext uri="{FF2B5EF4-FFF2-40B4-BE49-F238E27FC236}">
                  <a16:creationId xmlns:a16="http://schemas.microsoft.com/office/drawing/2014/main" id="{0A654D17-0E6A-5DF8-8BE6-A0D930BE9369}"/>
                </a:ext>
              </a:extLst>
            </p:cNvPr>
            <p:cNvSpPr txBox="1"/>
            <p:nvPr/>
          </p:nvSpPr>
          <p:spPr>
            <a:xfrm>
              <a:off x="9799425" y="3550627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Gate2</a:t>
              </a:r>
            </a:p>
          </p:txBody>
        </p:sp>
        <p:cxnSp>
          <p:nvCxnSpPr>
            <p:cNvPr id="207" name="Gerade Verbindung mit Pfeil 206">
              <a:extLst>
                <a:ext uri="{FF2B5EF4-FFF2-40B4-BE49-F238E27FC236}">
                  <a16:creationId xmlns:a16="http://schemas.microsoft.com/office/drawing/2014/main" id="{C602743F-EA2B-9DB0-314F-E19739BD2A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5158" y="3431025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569E0617-362B-1D1C-5D51-E56D62F856D8}"/>
                </a:ext>
              </a:extLst>
            </p:cNvPr>
            <p:cNvSpPr/>
            <p:nvPr/>
          </p:nvSpPr>
          <p:spPr>
            <a:xfrm>
              <a:off x="6210225" y="3248760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209" name="Gerade Verbindung mit Pfeil 208">
              <a:extLst>
                <a:ext uri="{FF2B5EF4-FFF2-40B4-BE49-F238E27FC236}">
                  <a16:creationId xmlns:a16="http://schemas.microsoft.com/office/drawing/2014/main" id="{F428319C-6620-A675-419A-1FDB80F8BA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0225" y="288720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Gerade Verbindung mit Pfeil 212">
              <a:extLst>
                <a:ext uri="{FF2B5EF4-FFF2-40B4-BE49-F238E27FC236}">
                  <a16:creationId xmlns:a16="http://schemas.microsoft.com/office/drawing/2014/main" id="{C7E99EBB-7305-0482-34CA-C5E7F388F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9425" y="3431025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4AE460C3-24F1-FDA7-2399-84C5AF9380B3}"/>
                </a:ext>
              </a:extLst>
            </p:cNvPr>
            <p:cNvSpPr/>
            <p:nvPr/>
          </p:nvSpPr>
          <p:spPr>
            <a:xfrm>
              <a:off x="11239425" y="3247425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215" name="Gerade Verbindung mit Pfeil 214">
              <a:extLst>
                <a:ext uri="{FF2B5EF4-FFF2-40B4-BE49-F238E27FC236}">
                  <a16:creationId xmlns:a16="http://schemas.microsoft.com/office/drawing/2014/main" id="{4B4AFB8F-7E6B-C204-B7AA-7969FCA5BE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9425" y="288742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Gerade Verbindung 216">
              <a:extLst>
                <a:ext uri="{FF2B5EF4-FFF2-40B4-BE49-F238E27FC236}">
                  <a16:creationId xmlns:a16="http://schemas.microsoft.com/office/drawing/2014/main" id="{7D8937A2-7525-45C5-D89D-D618C406CBBF}"/>
                </a:ext>
              </a:extLst>
            </p:cNvPr>
            <p:cNvCxnSpPr/>
            <p:nvPr/>
          </p:nvCxnSpPr>
          <p:spPr>
            <a:xfrm flipH="1">
              <a:off x="3593399" y="6645825"/>
              <a:ext cx="27068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Gerade Verbindung 218">
              <a:extLst>
                <a:ext uri="{FF2B5EF4-FFF2-40B4-BE49-F238E27FC236}">
                  <a16:creationId xmlns:a16="http://schemas.microsoft.com/office/drawing/2014/main" id="{DE5785E3-659E-D248-E177-E0BB17E15F81}"/>
                </a:ext>
              </a:extLst>
            </p:cNvPr>
            <p:cNvCxnSpPr/>
            <p:nvPr/>
          </p:nvCxnSpPr>
          <p:spPr>
            <a:xfrm flipV="1">
              <a:off x="3600225" y="3344625"/>
              <a:ext cx="0" cy="33013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Gerade Verbindung mit Pfeil 219">
              <a:extLst>
                <a:ext uri="{FF2B5EF4-FFF2-40B4-BE49-F238E27FC236}">
                  <a16:creationId xmlns:a16="http://schemas.microsoft.com/office/drawing/2014/main" id="{D3F2E175-32B5-C8EA-6E8F-A4865EEF124A}"/>
                </a:ext>
              </a:extLst>
            </p:cNvPr>
            <p:cNvCxnSpPr>
              <a:cxnSpLocks/>
            </p:cNvCxnSpPr>
            <p:nvPr/>
          </p:nvCxnSpPr>
          <p:spPr>
            <a:xfrm>
              <a:off x="3602901" y="3336954"/>
              <a:ext cx="26023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 Verbindung 220">
              <a:extLst>
                <a:ext uri="{FF2B5EF4-FFF2-40B4-BE49-F238E27FC236}">
                  <a16:creationId xmlns:a16="http://schemas.microsoft.com/office/drawing/2014/main" id="{0FAD80A1-5DFF-A7DE-9E42-93CE4AC6D0DC}"/>
                </a:ext>
              </a:extLst>
            </p:cNvPr>
            <p:cNvCxnSpPr/>
            <p:nvPr/>
          </p:nvCxnSpPr>
          <p:spPr>
            <a:xfrm flipH="1">
              <a:off x="11329764" y="6645825"/>
              <a:ext cx="27068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Gerade Verbindung 221">
              <a:extLst>
                <a:ext uri="{FF2B5EF4-FFF2-40B4-BE49-F238E27FC236}">
                  <a16:creationId xmlns:a16="http://schemas.microsoft.com/office/drawing/2014/main" id="{F8D39624-87BB-1688-40FB-3B787CB901C7}"/>
                </a:ext>
              </a:extLst>
            </p:cNvPr>
            <p:cNvCxnSpPr/>
            <p:nvPr/>
          </p:nvCxnSpPr>
          <p:spPr>
            <a:xfrm flipV="1">
              <a:off x="14033025" y="3344625"/>
              <a:ext cx="0" cy="33013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Gerade Verbindung mit Pfeil 223">
              <a:extLst>
                <a:ext uri="{FF2B5EF4-FFF2-40B4-BE49-F238E27FC236}">
                  <a16:creationId xmlns:a16="http://schemas.microsoft.com/office/drawing/2014/main" id="{2993A71B-B09D-B250-7693-5061C5A1C0BD}"/>
                </a:ext>
              </a:extLst>
            </p:cNvPr>
            <p:cNvCxnSpPr>
              <a:cxnSpLocks/>
              <a:endCxn id="214" idx="6"/>
            </p:cNvCxnSpPr>
            <p:nvPr/>
          </p:nvCxnSpPr>
          <p:spPr>
            <a:xfrm flipH="1" flipV="1">
              <a:off x="11419425" y="3337425"/>
              <a:ext cx="26242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B770179-7E19-9A37-7414-66311BE8D56E}"/>
                </a:ext>
              </a:extLst>
            </p:cNvPr>
            <p:cNvSpPr/>
            <p:nvPr/>
          </p:nvSpPr>
          <p:spPr>
            <a:xfrm>
              <a:off x="9223200" y="12117600"/>
              <a:ext cx="1710000" cy="8460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3E912CE-CD23-FA96-AF92-3E55AB8BB3C0}"/>
                </a:ext>
              </a:extLst>
            </p:cNvPr>
            <p:cNvSpPr/>
            <p:nvPr/>
          </p:nvSpPr>
          <p:spPr>
            <a:xfrm>
              <a:off x="6698290" y="12127363"/>
              <a:ext cx="1710000" cy="8460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83B314D-39BD-6ED0-89D3-5421D1F76BA4}"/>
                </a:ext>
              </a:extLst>
            </p:cNvPr>
            <p:cNvSpPr/>
            <p:nvPr/>
          </p:nvSpPr>
          <p:spPr>
            <a:xfrm>
              <a:off x="5446800" y="104112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2AEFCC4E-0E10-E0FB-28CD-0B35E41B6E2B}"/>
                </a:ext>
              </a:extLst>
            </p:cNvPr>
            <p:cNvSpPr/>
            <p:nvPr/>
          </p:nvSpPr>
          <p:spPr>
            <a:xfrm>
              <a:off x="10476000" y="104148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77688CA-6C0C-02D2-4E19-7D9882A7583B}"/>
                </a:ext>
              </a:extLst>
            </p:cNvPr>
            <p:cNvSpPr/>
            <p:nvPr/>
          </p:nvSpPr>
          <p:spPr>
            <a:xfrm>
              <a:off x="10476000" y="7866000"/>
              <a:ext cx="1710000" cy="5796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D817A5CF-5A6F-630E-CD85-D397F952E25B}"/>
                </a:ext>
              </a:extLst>
            </p:cNvPr>
            <p:cNvSpPr/>
            <p:nvPr/>
          </p:nvSpPr>
          <p:spPr>
            <a:xfrm>
              <a:off x="5446800" y="7866000"/>
              <a:ext cx="1710000" cy="5796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2C0B5DCD-5384-90F0-8099-74E9EF44545B}"/>
                </a:ext>
              </a:extLst>
            </p:cNvPr>
            <p:cNvSpPr/>
            <p:nvPr/>
          </p:nvSpPr>
          <p:spPr>
            <a:xfrm>
              <a:off x="10476000" y="43560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94C1ACE5-5D19-BC60-5371-27B4A2B12802}"/>
                </a:ext>
              </a:extLst>
            </p:cNvPr>
            <p:cNvSpPr/>
            <p:nvPr/>
          </p:nvSpPr>
          <p:spPr>
            <a:xfrm>
              <a:off x="5446800" y="4356000"/>
              <a:ext cx="1710000" cy="370800"/>
            </a:xfrm>
            <a:prstGeom prst="rect">
              <a:avLst/>
            </a:prstGeom>
            <a:noFill/>
            <a:ln w="1016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Rechteck 27">
            <a:extLst>
              <a:ext uri="{FF2B5EF4-FFF2-40B4-BE49-F238E27FC236}">
                <a16:creationId xmlns:a16="http://schemas.microsoft.com/office/drawing/2014/main" id="{D908D42F-3993-1566-D4AB-5CF123B53F1D}"/>
              </a:ext>
            </a:extLst>
          </p:cNvPr>
          <p:cNvSpPr/>
          <p:nvPr/>
        </p:nvSpPr>
        <p:spPr>
          <a:xfrm>
            <a:off x="3718560" y="15265524"/>
            <a:ext cx="2666732" cy="660374"/>
          </a:xfrm>
          <a:prstGeom prst="rect">
            <a:avLst/>
          </a:prstGeom>
          <a:noFill/>
          <a:ln w="1016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986D3C3-BD76-77C1-3421-F5E4F6B8611E}"/>
              </a:ext>
            </a:extLst>
          </p:cNvPr>
          <p:cNvSpPr txBox="1"/>
          <p:nvPr/>
        </p:nvSpPr>
        <p:spPr>
          <a:xfrm>
            <a:off x="3725460" y="15333250"/>
            <a:ext cx="2752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Modules Compressed via </a:t>
            </a:r>
          </a:p>
          <a:p>
            <a:r>
              <a:rPr lang="en-GB" dirty="0"/>
              <a:t>truncated SVD</a:t>
            </a:r>
          </a:p>
        </p:txBody>
      </p:sp>
    </p:spTree>
    <p:extLst>
      <p:ext uri="{BB962C8B-B14F-4D97-AF65-F5344CB8AC3E}">
        <p14:creationId xmlns:p14="http://schemas.microsoft.com/office/powerpoint/2010/main" val="189251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40E7-ACBF-3EC6-B931-699578A4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319DAA3-9588-4F4F-34DD-E5FF2F1B6117}"/>
              </a:ext>
            </a:extLst>
          </p:cNvPr>
          <p:cNvSpPr/>
          <p:nvPr/>
        </p:nvSpPr>
        <p:spPr>
          <a:xfrm>
            <a:off x="2520331" y="2431161"/>
            <a:ext cx="12600000" cy="10930570"/>
          </a:xfrm>
          <a:prstGeom prst="rect">
            <a:avLst/>
          </a:prstGeom>
          <a:solidFill>
            <a:schemeClr val="accent2">
              <a:lumMod val="20000"/>
              <a:lumOff val="80000"/>
              <a:alpha val="4196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00B9A56-7DC9-E387-2CF7-9A04BD1893FA}"/>
              </a:ext>
            </a:extLst>
          </p:cNvPr>
          <p:cNvSpPr/>
          <p:nvPr/>
        </p:nvSpPr>
        <p:spPr>
          <a:xfrm>
            <a:off x="9221936" y="12118203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Modulation Projection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AB47DF1-26F4-74E4-0F4B-EC179BD26BA5}"/>
              </a:ext>
            </a:extLst>
          </p:cNvPr>
          <p:cNvSpPr/>
          <p:nvPr/>
        </p:nvSpPr>
        <p:spPr>
          <a:xfrm>
            <a:off x="6703960" y="12117825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Modulation Projection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7B4DD4B-A727-2BA8-9A52-F4CC0E211C26}"/>
              </a:ext>
            </a:extLst>
          </p:cNvPr>
          <p:cNvCxnSpPr>
            <a:cxnSpLocks/>
          </p:cNvCxnSpPr>
          <p:nvPr/>
        </p:nvCxnSpPr>
        <p:spPr>
          <a:xfrm flipV="1">
            <a:off x="5040225" y="12488625"/>
            <a:ext cx="0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D22D85D-D6E9-A7E6-0ADB-2EAFECD8BE82}"/>
              </a:ext>
            </a:extLst>
          </p:cNvPr>
          <p:cNvCxnSpPr/>
          <p:nvPr/>
        </p:nvCxnSpPr>
        <p:spPr>
          <a:xfrm flipV="1">
            <a:off x="756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77FF8D3-5881-6BC4-9AA8-2CE39525125B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2594156" y="12488625"/>
            <a:ext cx="6071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CB526F1-53BB-78BD-AD2B-795469FA2051}"/>
              </a:ext>
            </a:extLst>
          </p:cNvPr>
          <p:cNvCxnSpPr/>
          <p:nvPr/>
        </p:nvCxnSpPr>
        <p:spPr>
          <a:xfrm flipV="1">
            <a:off x="1008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65BB4346-A346-30E9-9CC8-2AADEFA028D5}"/>
              </a:ext>
            </a:extLst>
          </p:cNvPr>
          <p:cNvSpPr txBox="1"/>
          <p:nvPr/>
        </p:nvSpPr>
        <p:spPr>
          <a:xfrm>
            <a:off x="456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282014D-08B5-E856-1EE9-21488F1EB296}"/>
              </a:ext>
            </a:extLst>
          </p:cNvPr>
          <p:cNvSpPr txBox="1"/>
          <p:nvPr/>
        </p:nvSpPr>
        <p:spPr>
          <a:xfrm>
            <a:off x="1212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A5EB0A3-75EB-77A6-1689-2D9F33405C32}"/>
              </a:ext>
            </a:extLst>
          </p:cNvPr>
          <p:cNvSpPr txBox="1"/>
          <p:nvPr/>
        </p:nvSpPr>
        <p:spPr>
          <a:xfrm>
            <a:off x="7091862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78321E1-51D0-5D18-69EB-09198048DD85}"/>
              </a:ext>
            </a:extLst>
          </p:cNvPr>
          <p:cNvSpPr txBox="1"/>
          <p:nvPr/>
        </p:nvSpPr>
        <p:spPr>
          <a:xfrm>
            <a:off x="9666273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4728660-EC4D-C224-655D-A64206E6F8AD}"/>
              </a:ext>
            </a:extLst>
          </p:cNvPr>
          <p:cNvSpPr/>
          <p:nvPr/>
        </p:nvSpPr>
        <p:spPr>
          <a:xfrm>
            <a:off x="4185984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8817845-C46D-69BA-FC9D-042E28E0D4D6}"/>
              </a:ext>
            </a:extLst>
          </p:cNvPr>
          <p:cNvSpPr/>
          <p:nvPr/>
        </p:nvSpPr>
        <p:spPr>
          <a:xfrm>
            <a:off x="11739912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BC116DF8-7124-F8C1-1A36-E3887613400A}"/>
              </a:ext>
            </a:extLst>
          </p:cNvPr>
          <p:cNvCxnSpPr>
            <a:cxnSpLocks/>
          </p:cNvCxnSpPr>
          <p:nvPr/>
        </p:nvCxnSpPr>
        <p:spPr>
          <a:xfrm flipH="1" flipV="1">
            <a:off x="5040227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F4453838-93A2-79CA-A5EF-D8B5B3FF2CE9}"/>
              </a:ext>
            </a:extLst>
          </p:cNvPr>
          <p:cNvCxnSpPr>
            <a:cxnSpLocks/>
          </p:cNvCxnSpPr>
          <p:nvPr/>
        </p:nvCxnSpPr>
        <p:spPr>
          <a:xfrm flipH="1" flipV="1">
            <a:off x="7558203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51432D39-EC72-D9DB-CC16-C13F9C4D4909}"/>
              </a:ext>
            </a:extLst>
          </p:cNvPr>
          <p:cNvSpPr/>
          <p:nvPr/>
        </p:nvSpPr>
        <p:spPr>
          <a:xfrm>
            <a:off x="5447025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70C46D8A-6C82-559C-F71B-FE6D84D17D90}"/>
              </a:ext>
            </a:extLst>
          </p:cNvPr>
          <p:cNvCxnSpPr>
            <a:cxnSpLocks/>
          </p:cNvCxnSpPr>
          <p:nvPr/>
        </p:nvCxnSpPr>
        <p:spPr>
          <a:xfrm>
            <a:off x="5040224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D734571C-1D37-7587-5D14-33DA54675304}"/>
              </a:ext>
            </a:extLst>
          </p:cNvPr>
          <p:cNvCxnSpPr/>
          <p:nvPr/>
        </p:nvCxnSpPr>
        <p:spPr>
          <a:xfrm flipH="1">
            <a:off x="6478201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7E37BFA-0F2F-77E9-6950-20030E5CB49B}"/>
              </a:ext>
            </a:extLst>
          </p:cNvPr>
          <p:cNvCxnSpPr/>
          <p:nvPr/>
        </p:nvCxnSpPr>
        <p:spPr>
          <a:xfrm flipV="1">
            <a:off x="6120224" y="1176718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B4D7B790-EDC7-162C-CCBB-E01C712B7B6D}"/>
              </a:ext>
            </a:extLst>
          </p:cNvPr>
          <p:cNvCxnSpPr/>
          <p:nvPr/>
        </p:nvCxnSpPr>
        <p:spPr>
          <a:xfrm flipV="1">
            <a:off x="6483825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73">
            <a:extLst>
              <a:ext uri="{FF2B5EF4-FFF2-40B4-BE49-F238E27FC236}">
                <a16:creationId xmlns:a16="http://schemas.microsoft.com/office/drawing/2014/main" id="{BAD51BB4-8DF0-E35B-E348-D2CFB208E105}"/>
              </a:ext>
            </a:extLst>
          </p:cNvPr>
          <p:cNvCxnSpPr>
            <a:cxnSpLocks/>
          </p:cNvCxnSpPr>
          <p:nvPr/>
        </p:nvCxnSpPr>
        <p:spPr>
          <a:xfrm flipH="1" flipV="1">
            <a:off x="10070235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4EC3B887-8053-ACB0-31D9-3AF27BCD0C75}"/>
              </a:ext>
            </a:extLst>
          </p:cNvPr>
          <p:cNvCxnSpPr>
            <a:cxnSpLocks/>
          </p:cNvCxnSpPr>
          <p:nvPr/>
        </p:nvCxnSpPr>
        <p:spPr>
          <a:xfrm flipH="1" flipV="1">
            <a:off x="12588211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BC6C122C-DCFB-BD5C-0BF5-271830D7F1BD}"/>
              </a:ext>
            </a:extLst>
          </p:cNvPr>
          <p:cNvSpPr/>
          <p:nvPr/>
        </p:nvSpPr>
        <p:spPr>
          <a:xfrm>
            <a:off x="10477033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80" name="Gerade Verbindung 79">
            <a:extLst>
              <a:ext uri="{FF2B5EF4-FFF2-40B4-BE49-F238E27FC236}">
                <a16:creationId xmlns:a16="http://schemas.microsoft.com/office/drawing/2014/main" id="{93EB1262-0ECA-A5E4-F42B-CA6BFA647B3C}"/>
              </a:ext>
            </a:extLst>
          </p:cNvPr>
          <p:cNvCxnSpPr>
            <a:cxnSpLocks/>
          </p:cNvCxnSpPr>
          <p:nvPr/>
        </p:nvCxnSpPr>
        <p:spPr>
          <a:xfrm>
            <a:off x="10070232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80">
            <a:extLst>
              <a:ext uri="{FF2B5EF4-FFF2-40B4-BE49-F238E27FC236}">
                <a16:creationId xmlns:a16="http://schemas.microsoft.com/office/drawing/2014/main" id="{A7DF0CF2-7346-6ACA-897C-89BA8AD693C5}"/>
              </a:ext>
            </a:extLst>
          </p:cNvPr>
          <p:cNvCxnSpPr/>
          <p:nvPr/>
        </p:nvCxnSpPr>
        <p:spPr>
          <a:xfrm flipH="1">
            <a:off x="11508209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9D9E22D-DC71-6E69-3C90-95B926D93878}"/>
              </a:ext>
            </a:extLst>
          </p:cNvPr>
          <p:cNvCxnSpPr/>
          <p:nvPr/>
        </p:nvCxnSpPr>
        <p:spPr>
          <a:xfrm flipV="1">
            <a:off x="11150232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F7A7EEC5-B58F-9DB0-87FA-4CCD1C0F924B}"/>
              </a:ext>
            </a:extLst>
          </p:cNvPr>
          <p:cNvCxnSpPr/>
          <p:nvPr/>
        </p:nvCxnSpPr>
        <p:spPr>
          <a:xfrm flipV="1">
            <a:off x="11515288" y="117686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94119E8E-366E-C5B2-5393-2FD20652341E}"/>
              </a:ext>
            </a:extLst>
          </p:cNvPr>
          <p:cNvSpPr/>
          <p:nvPr/>
        </p:nvSpPr>
        <p:spPr>
          <a:xfrm>
            <a:off x="5447025" y="10409429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Linear1</a:t>
            </a: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F535003F-5B1D-DC9B-97A2-54C6B9BDACFE}"/>
              </a:ext>
            </a:extLst>
          </p:cNvPr>
          <p:cNvCxnSpPr>
            <a:cxnSpLocks/>
          </p:cNvCxnSpPr>
          <p:nvPr/>
        </p:nvCxnSpPr>
        <p:spPr>
          <a:xfrm flipV="1">
            <a:off x="6301267" y="1078937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7B3DBB60-76CE-F6BA-FFE1-B8EE0B946956}"/>
              </a:ext>
            </a:extLst>
          </p:cNvPr>
          <p:cNvSpPr/>
          <p:nvPr/>
        </p:nvSpPr>
        <p:spPr>
          <a:xfrm>
            <a:off x="10477033" y="1041491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Linear1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9CAF1049-2177-CFD3-EBB1-0588054EDDB7}"/>
              </a:ext>
            </a:extLst>
          </p:cNvPr>
          <p:cNvCxnSpPr>
            <a:cxnSpLocks/>
          </p:cNvCxnSpPr>
          <p:nvPr/>
        </p:nvCxnSpPr>
        <p:spPr>
          <a:xfrm flipV="1">
            <a:off x="11331275" y="1079485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E165ACAA-54B7-A1F0-BD46-7336D39899E8}"/>
              </a:ext>
            </a:extLst>
          </p:cNvPr>
          <p:cNvSpPr/>
          <p:nvPr/>
        </p:nvSpPr>
        <p:spPr>
          <a:xfrm>
            <a:off x="5447025" y="9663231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C4E08964-A3E5-3BE4-B894-16834FC8742D}"/>
              </a:ext>
            </a:extLst>
          </p:cNvPr>
          <p:cNvCxnSpPr>
            <a:cxnSpLocks/>
          </p:cNvCxnSpPr>
          <p:nvPr/>
        </p:nvCxnSpPr>
        <p:spPr>
          <a:xfrm flipV="1">
            <a:off x="6301267" y="1004942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hteck 96">
            <a:extLst>
              <a:ext uri="{FF2B5EF4-FFF2-40B4-BE49-F238E27FC236}">
                <a16:creationId xmlns:a16="http://schemas.microsoft.com/office/drawing/2014/main" id="{D8F187AA-E799-F5BC-D194-01E444934CF3}"/>
              </a:ext>
            </a:extLst>
          </p:cNvPr>
          <p:cNvSpPr/>
          <p:nvPr/>
        </p:nvSpPr>
        <p:spPr>
          <a:xfrm>
            <a:off x="10477033" y="9662598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B5162EDB-0DAD-F945-3030-6CC675FC4A25}"/>
              </a:ext>
            </a:extLst>
          </p:cNvPr>
          <p:cNvCxnSpPr>
            <a:cxnSpLocks/>
          </p:cNvCxnSpPr>
          <p:nvPr/>
        </p:nvCxnSpPr>
        <p:spPr>
          <a:xfrm flipV="1">
            <a:off x="11331275" y="1004879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B4FD6F76-1871-E0D2-9336-01D9A4B0C3FF}"/>
              </a:ext>
            </a:extLst>
          </p:cNvPr>
          <p:cNvCxnSpPr>
            <a:cxnSpLocks/>
          </p:cNvCxnSpPr>
          <p:nvPr/>
        </p:nvCxnSpPr>
        <p:spPr>
          <a:xfrm flipV="1">
            <a:off x="6300225" y="9482625"/>
            <a:ext cx="0" cy="182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62EDBC45-89FC-AFBD-F4FB-8437F19EDF89}"/>
              </a:ext>
            </a:extLst>
          </p:cNvPr>
          <p:cNvCxnSpPr>
            <a:cxnSpLocks/>
          </p:cNvCxnSpPr>
          <p:nvPr/>
        </p:nvCxnSpPr>
        <p:spPr>
          <a:xfrm flipV="1">
            <a:off x="11333025" y="9481187"/>
            <a:ext cx="0" cy="181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7E26C5D7-4CD1-53DD-06C7-5A955F84FED8}"/>
              </a:ext>
            </a:extLst>
          </p:cNvPr>
          <p:cNvGrpSpPr/>
          <p:nvPr/>
        </p:nvGrpSpPr>
        <p:grpSpPr>
          <a:xfrm>
            <a:off x="8730331" y="9393611"/>
            <a:ext cx="180000" cy="180000"/>
            <a:chOff x="2993721" y="5110619"/>
            <a:chExt cx="180000" cy="180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756B2F8-3A9B-B474-A9DE-95D35CBE24A3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" name="Gerade Verbindung 109">
              <a:extLst>
                <a:ext uri="{FF2B5EF4-FFF2-40B4-BE49-F238E27FC236}">
                  <a16:creationId xmlns:a16="http://schemas.microsoft.com/office/drawing/2014/main" id="{7F78BD66-0220-417A-9AE8-B396B66D39E4}"/>
                </a:ext>
              </a:extLst>
            </p:cNvPr>
            <p:cNvCxnSpPr>
              <a:stCxn id="109" idx="0"/>
              <a:endCxn id="109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3B21FD2C-ACB1-30E4-F981-9FF8FECA8387}"/>
                </a:ext>
              </a:extLst>
            </p:cNvPr>
            <p:cNvCxnSpPr>
              <a:stCxn id="109" idx="2"/>
              <a:endCxn id="109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C99362C5-9445-1F96-D5D4-4277A160A85C}"/>
              </a:ext>
            </a:extLst>
          </p:cNvPr>
          <p:cNvCxnSpPr>
            <a:cxnSpLocks/>
          </p:cNvCxnSpPr>
          <p:nvPr/>
        </p:nvCxnSpPr>
        <p:spPr>
          <a:xfrm>
            <a:off x="6301267" y="9481185"/>
            <a:ext cx="24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3523F4E3-422E-C827-109A-C6DC5C54E375}"/>
              </a:ext>
            </a:extLst>
          </p:cNvPr>
          <p:cNvCxnSpPr/>
          <p:nvPr/>
        </p:nvCxnSpPr>
        <p:spPr>
          <a:xfrm flipH="1">
            <a:off x="8910331" y="9481185"/>
            <a:ext cx="2420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2AB43C4F-F0B0-3EAC-26D9-1DA4E8539929}"/>
              </a:ext>
            </a:extLst>
          </p:cNvPr>
          <p:cNvSpPr/>
          <p:nvPr/>
        </p:nvSpPr>
        <p:spPr>
          <a:xfrm>
            <a:off x="7966089" y="8826256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F565D259-8502-880C-EE8F-97E5D8E3BCC1}"/>
              </a:ext>
            </a:extLst>
          </p:cNvPr>
          <p:cNvCxnSpPr>
            <a:stCxn id="109" idx="0"/>
          </p:cNvCxnSpPr>
          <p:nvPr/>
        </p:nvCxnSpPr>
        <p:spPr>
          <a:xfrm flipV="1">
            <a:off x="8820331" y="9205597"/>
            <a:ext cx="0" cy="18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122">
            <a:extLst>
              <a:ext uri="{FF2B5EF4-FFF2-40B4-BE49-F238E27FC236}">
                <a16:creationId xmlns:a16="http://schemas.microsoft.com/office/drawing/2014/main" id="{C6B4F2B5-BAB3-448F-41F7-0C23F4088383}"/>
              </a:ext>
            </a:extLst>
          </p:cNvPr>
          <p:cNvCxnSpPr>
            <a:cxnSpLocks/>
          </p:cNvCxnSpPr>
          <p:nvPr/>
        </p:nvCxnSpPr>
        <p:spPr>
          <a:xfrm flipV="1">
            <a:off x="8820331" y="8646256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124">
            <a:extLst>
              <a:ext uri="{FF2B5EF4-FFF2-40B4-BE49-F238E27FC236}">
                <a16:creationId xmlns:a16="http://schemas.microsoft.com/office/drawing/2014/main" id="{8D33FC84-4941-AC22-6DC2-8CE111F11A5C}"/>
              </a:ext>
            </a:extLst>
          </p:cNvPr>
          <p:cNvCxnSpPr>
            <a:cxnSpLocks/>
          </p:cNvCxnSpPr>
          <p:nvPr/>
        </p:nvCxnSpPr>
        <p:spPr>
          <a:xfrm flipH="1">
            <a:off x="6301267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126">
            <a:extLst>
              <a:ext uri="{FF2B5EF4-FFF2-40B4-BE49-F238E27FC236}">
                <a16:creationId xmlns:a16="http://schemas.microsoft.com/office/drawing/2014/main" id="{16B0D93D-B953-3205-0642-FEE32D5BE370}"/>
              </a:ext>
            </a:extLst>
          </p:cNvPr>
          <p:cNvCxnSpPr>
            <a:cxnSpLocks/>
          </p:cNvCxnSpPr>
          <p:nvPr/>
        </p:nvCxnSpPr>
        <p:spPr>
          <a:xfrm flipH="1">
            <a:off x="8810700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5CC00D0F-9432-4EFE-E6CB-D237D47609FC}"/>
              </a:ext>
            </a:extLst>
          </p:cNvPr>
          <p:cNvCxnSpPr/>
          <p:nvPr/>
        </p:nvCxnSpPr>
        <p:spPr>
          <a:xfrm flipV="1">
            <a:off x="63002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35856754-EFEC-FF33-3BEE-04AE257A7BD7}"/>
              </a:ext>
            </a:extLst>
          </p:cNvPr>
          <p:cNvCxnSpPr/>
          <p:nvPr/>
        </p:nvCxnSpPr>
        <p:spPr>
          <a:xfrm flipV="1">
            <a:off x="113330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hteck 131">
            <a:extLst>
              <a:ext uri="{FF2B5EF4-FFF2-40B4-BE49-F238E27FC236}">
                <a16:creationId xmlns:a16="http://schemas.microsoft.com/office/drawing/2014/main" id="{9D18B03B-2421-9A8A-7E2A-6DE0C8B2DA7E}"/>
              </a:ext>
            </a:extLst>
          </p:cNvPr>
          <p:cNvSpPr/>
          <p:nvPr/>
        </p:nvSpPr>
        <p:spPr>
          <a:xfrm>
            <a:off x="5445983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Projection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F909694A-A963-6741-A5A3-CB3DC16A0567}"/>
              </a:ext>
            </a:extLst>
          </p:cNvPr>
          <p:cNvSpPr/>
          <p:nvPr/>
        </p:nvSpPr>
        <p:spPr>
          <a:xfrm>
            <a:off x="10475522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Projection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54F2C52-2FC2-BFA9-34D5-CC76ACF26CAF}"/>
              </a:ext>
            </a:extLst>
          </p:cNvPr>
          <p:cNvSpPr/>
          <p:nvPr/>
        </p:nvSpPr>
        <p:spPr>
          <a:xfrm>
            <a:off x="5445983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698281BE-3165-3BD3-2ACF-9B87EE161CBC}"/>
              </a:ext>
            </a:extLst>
          </p:cNvPr>
          <p:cNvCxnSpPr>
            <a:cxnSpLocks/>
          </p:cNvCxnSpPr>
          <p:nvPr/>
        </p:nvCxnSpPr>
        <p:spPr>
          <a:xfrm flipV="1">
            <a:off x="6300225" y="7513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D8DAF278-492A-43CF-8D27-0558F82BC80B}"/>
              </a:ext>
            </a:extLst>
          </p:cNvPr>
          <p:cNvCxnSpPr>
            <a:cxnSpLocks/>
          </p:cNvCxnSpPr>
          <p:nvPr/>
        </p:nvCxnSpPr>
        <p:spPr>
          <a:xfrm flipV="1">
            <a:off x="11333025" y="69698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hteck 137">
            <a:extLst>
              <a:ext uri="{FF2B5EF4-FFF2-40B4-BE49-F238E27FC236}">
                <a16:creationId xmlns:a16="http://schemas.microsoft.com/office/drawing/2014/main" id="{4E838F96-AFBA-660E-C396-CCAF109CA7F0}"/>
              </a:ext>
            </a:extLst>
          </p:cNvPr>
          <p:cNvSpPr/>
          <p:nvPr/>
        </p:nvSpPr>
        <p:spPr>
          <a:xfrm>
            <a:off x="10475522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4C2F396F-C027-4BF4-6834-852C288A1D6F}"/>
              </a:ext>
            </a:extLst>
          </p:cNvPr>
          <p:cNvSpPr/>
          <p:nvPr/>
        </p:nvSpPr>
        <p:spPr>
          <a:xfrm>
            <a:off x="5445983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33786928-A378-4CA9-C5F5-C2E4E8B331E7}"/>
              </a:ext>
            </a:extLst>
          </p:cNvPr>
          <p:cNvCxnSpPr>
            <a:cxnSpLocks/>
          </p:cNvCxnSpPr>
          <p:nvPr/>
        </p:nvCxnSpPr>
        <p:spPr>
          <a:xfrm flipV="1">
            <a:off x="63002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hteck 140">
            <a:extLst>
              <a:ext uri="{FF2B5EF4-FFF2-40B4-BE49-F238E27FC236}">
                <a16:creationId xmlns:a16="http://schemas.microsoft.com/office/drawing/2014/main" id="{964C67F0-FBCB-E3E8-8717-FF31449A1439}"/>
              </a:ext>
            </a:extLst>
          </p:cNvPr>
          <p:cNvSpPr/>
          <p:nvPr/>
        </p:nvSpPr>
        <p:spPr>
          <a:xfrm>
            <a:off x="10475522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FF8D8B94-6C90-145E-11F9-9F736576C964}"/>
              </a:ext>
            </a:extLst>
          </p:cNvPr>
          <p:cNvCxnSpPr>
            <a:cxnSpLocks/>
          </p:cNvCxnSpPr>
          <p:nvPr/>
        </p:nvCxnSpPr>
        <p:spPr>
          <a:xfrm flipV="1">
            <a:off x="113330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hteck 142">
            <a:extLst>
              <a:ext uri="{FF2B5EF4-FFF2-40B4-BE49-F238E27FC236}">
                <a16:creationId xmlns:a16="http://schemas.microsoft.com/office/drawing/2014/main" id="{8265FB00-8880-B91B-0EC2-7933502B4E26}"/>
              </a:ext>
            </a:extLst>
          </p:cNvPr>
          <p:cNvSpPr/>
          <p:nvPr/>
        </p:nvSpPr>
        <p:spPr>
          <a:xfrm>
            <a:off x="5445983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MLP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ED0E26E9-2E74-9F18-145B-10EA924BF3EC}"/>
              </a:ext>
            </a:extLst>
          </p:cNvPr>
          <p:cNvCxnSpPr>
            <a:cxnSpLocks/>
          </p:cNvCxnSpPr>
          <p:nvPr/>
        </p:nvCxnSpPr>
        <p:spPr>
          <a:xfrm flipV="1">
            <a:off x="6300225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hteck 144">
            <a:extLst>
              <a:ext uri="{FF2B5EF4-FFF2-40B4-BE49-F238E27FC236}">
                <a16:creationId xmlns:a16="http://schemas.microsoft.com/office/drawing/2014/main" id="{FB58D8E0-5C67-CDA6-E43E-D74C234340F5}"/>
              </a:ext>
            </a:extLst>
          </p:cNvPr>
          <p:cNvSpPr/>
          <p:nvPr/>
        </p:nvSpPr>
        <p:spPr>
          <a:xfrm>
            <a:off x="10476225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MLP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967A3216-5419-7FDC-1F09-51D782D319A6}"/>
              </a:ext>
            </a:extLst>
          </p:cNvPr>
          <p:cNvCxnSpPr>
            <a:cxnSpLocks/>
          </p:cNvCxnSpPr>
          <p:nvPr/>
        </p:nvCxnSpPr>
        <p:spPr>
          <a:xfrm flipV="1">
            <a:off x="11329764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hteck 146">
            <a:extLst>
              <a:ext uri="{FF2B5EF4-FFF2-40B4-BE49-F238E27FC236}">
                <a16:creationId xmlns:a16="http://schemas.microsoft.com/office/drawing/2014/main" id="{D08A17E1-DE75-DFC0-AC9C-7AB56AB16C62}"/>
              </a:ext>
            </a:extLst>
          </p:cNvPr>
          <p:cNvSpPr/>
          <p:nvPr/>
        </p:nvSpPr>
        <p:spPr>
          <a:xfrm>
            <a:off x="5441050" y="71480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99D80F63-7D57-2399-F3A5-B803E197FD40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69698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149">
            <a:extLst>
              <a:ext uri="{FF2B5EF4-FFF2-40B4-BE49-F238E27FC236}">
                <a16:creationId xmlns:a16="http://schemas.microsoft.com/office/drawing/2014/main" id="{324D55EE-E5C2-05C0-DB4B-055114F84AF5}"/>
              </a:ext>
            </a:extLst>
          </p:cNvPr>
          <p:cNvCxnSpPr>
            <a:cxnSpLocks/>
          </p:cNvCxnSpPr>
          <p:nvPr/>
        </p:nvCxnSpPr>
        <p:spPr>
          <a:xfrm flipV="1">
            <a:off x="7900569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152">
            <a:extLst>
              <a:ext uri="{FF2B5EF4-FFF2-40B4-BE49-F238E27FC236}">
                <a16:creationId xmlns:a16="http://schemas.microsoft.com/office/drawing/2014/main" id="{DDC8DEE4-39E1-393D-89DA-6C0A9788B454}"/>
              </a:ext>
            </a:extLst>
          </p:cNvPr>
          <p:cNvCxnSpPr>
            <a:cxnSpLocks/>
          </p:cNvCxnSpPr>
          <p:nvPr/>
        </p:nvCxnSpPr>
        <p:spPr>
          <a:xfrm flipV="1">
            <a:off x="9743838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A44F37D7-8401-D465-794E-87B9DA59B903}"/>
              </a:ext>
            </a:extLst>
          </p:cNvPr>
          <p:cNvSpPr txBox="1"/>
          <p:nvPr/>
        </p:nvSpPr>
        <p:spPr>
          <a:xfrm>
            <a:off x="6456818" y="11707045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721F0A33-ED09-BA95-DD10-934D078C9EEA}"/>
              </a:ext>
            </a:extLst>
          </p:cNvPr>
          <p:cNvSpPr txBox="1"/>
          <p:nvPr/>
        </p:nvSpPr>
        <p:spPr>
          <a:xfrm>
            <a:off x="9988621" y="11703298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26B7767F-9A1D-6631-A057-707A40A7D26A}"/>
              </a:ext>
            </a:extLst>
          </p:cNvPr>
          <p:cNvCxnSpPr/>
          <p:nvPr/>
        </p:nvCxnSpPr>
        <p:spPr>
          <a:xfrm flipH="1">
            <a:off x="7149536" y="7333425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F1CC36C1-2DE5-0AAC-9BDD-F4F09276BBDC}"/>
              </a:ext>
            </a:extLst>
          </p:cNvPr>
          <p:cNvSpPr txBox="1"/>
          <p:nvPr/>
        </p:nvSpPr>
        <p:spPr>
          <a:xfrm>
            <a:off x="7252588" y="7079898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7E4A32EB-53E6-FBD5-76F2-A0AD93258E11}"/>
              </a:ext>
            </a:extLst>
          </p:cNvPr>
          <p:cNvCxnSpPr>
            <a:cxnSpLocks/>
          </p:cNvCxnSpPr>
          <p:nvPr/>
        </p:nvCxnSpPr>
        <p:spPr>
          <a:xfrm flipV="1">
            <a:off x="11334697" y="751133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hteck 159">
            <a:extLst>
              <a:ext uri="{FF2B5EF4-FFF2-40B4-BE49-F238E27FC236}">
                <a16:creationId xmlns:a16="http://schemas.microsoft.com/office/drawing/2014/main" id="{A5B31867-3BC8-9CDE-2BEB-FA84E5DE5B34}"/>
              </a:ext>
            </a:extLst>
          </p:cNvPr>
          <p:cNvSpPr/>
          <p:nvPr/>
        </p:nvSpPr>
        <p:spPr>
          <a:xfrm>
            <a:off x="10475522" y="7145933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54A5742D-418C-73FE-8A63-5927DE51771D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9743839" y="7331333"/>
            <a:ext cx="73168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feld 163">
            <a:extLst>
              <a:ext uri="{FF2B5EF4-FFF2-40B4-BE49-F238E27FC236}">
                <a16:creationId xmlns:a16="http://schemas.microsoft.com/office/drawing/2014/main" id="{4C959017-3F06-37C1-1A6B-9AEEDA35E3A2}"/>
              </a:ext>
            </a:extLst>
          </p:cNvPr>
          <p:cNvSpPr txBox="1"/>
          <p:nvPr/>
        </p:nvSpPr>
        <p:spPr>
          <a:xfrm>
            <a:off x="9799425" y="707393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7DB67F26-1FAC-77A7-0D6D-073550693C08}"/>
              </a:ext>
            </a:extLst>
          </p:cNvPr>
          <p:cNvCxnSpPr>
            <a:cxnSpLocks/>
            <a:endCxn id="139" idx="3"/>
          </p:cNvCxnSpPr>
          <p:nvPr/>
        </p:nvCxnSpPr>
        <p:spPr>
          <a:xfrm flipH="1">
            <a:off x="7154467" y="5383087"/>
            <a:ext cx="746102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F81F5E01-9261-35AD-2098-A062EAB39790}"/>
              </a:ext>
            </a:extLst>
          </p:cNvPr>
          <p:cNvCxnSpPr>
            <a:cxnSpLocks/>
            <a:endCxn id="141" idx="1"/>
          </p:cNvCxnSpPr>
          <p:nvPr/>
        </p:nvCxnSpPr>
        <p:spPr>
          <a:xfrm>
            <a:off x="9743839" y="5383087"/>
            <a:ext cx="731685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B94D6A6B-CD3F-E126-D765-B9D21C153F9B}"/>
              </a:ext>
            </a:extLst>
          </p:cNvPr>
          <p:cNvSpPr txBox="1"/>
          <p:nvPr/>
        </p:nvSpPr>
        <p:spPr>
          <a:xfrm>
            <a:off x="7216293" y="5146693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B7A9A0E0-4555-675B-1675-10598F19BE96}"/>
              </a:ext>
            </a:extLst>
          </p:cNvPr>
          <p:cNvSpPr txBox="1"/>
          <p:nvPr/>
        </p:nvSpPr>
        <p:spPr>
          <a:xfrm>
            <a:off x="9714803" y="5143701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8BDE52D-C4AF-57B6-DB78-2BA3F215B304}"/>
              </a:ext>
            </a:extLst>
          </p:cNvPr>
          <p:cNvSpPr/>
          <p:nvPr/>
        </p:nvSpPr>
        <p:spPr>
          <a:xfrm>
            <a:off x="6205292" y="678778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C3DF2B2-3B8F-7201-B86E-3B9489E356B1}"/>
              </a:ext>
            </a:extLst>
          </p:cNvPr>
          <p:cNvSpPr/>
          <p:nvPr/>
        </p:nvSpPr>
        <p:spPr>
          <a:xfrm>
            <a:off x="11239425" y="6782126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0C24F9AE-7D85-4A1E-40C1-020964C67D22}"/>
              </a:ext>
            </a:extLst>
          </p:cNvPr>
          <p:cNvCxnSpPr>
            <a:cxnSpLocks/>
          </p:cNvCxnSpPr>
          <p:nvPr/>
        </p:nvCxnSpPr>
        <p:spPr>
          <a:xfrm flipH="1" flipV="1">
            <a:off x="6295292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1D8E7C9-596A-C594-0999-B2EE52D5C65F}"/>
              </a:ext>
            </a:extLst>
          </p:cNvPr>
          <p:cNvCxnSpPr>
            <a:cxnSpLocks/>
          </p:cNvCxnSpPr>
          <p:nvPr/>
        </p:nvCxnSpPr>
        <p:spPr>
          <a:xfrm flipV="1">
            <a:off x="11333025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179">
            <a:extLst>
              <a:ext uri="{FF2B5EF4-FFF2-40B4-BE49-F238E27FC236}">
                <a16:creationId xmlns:a16="http://schemas.microsoft.com/office/drawing/2014/main" id="{FBF2CD24-675E-542D-57F3-C44B76CA3250}"/>
              </a:ext>
            </a:extLst>
          </p:cNvPr>
          <p:cNvCxnSpPr/>
          <p:nvPr/>
        </p:nvCxnSpPr>
        <p:spPr>
          <a:xfrm flipH="1">
            <a:off x="3606722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180">
            <a:extLst>
              <a:ext uri="{FF2B5EF4-FFF2-40B4-BE49-F238E27FC236}">
                <a16:creationId xmlns:a16="http://schemas.microsoft.com/office/drawing/2014/main" id="{9D4E462C-2D31-5F2A-ED72-3BB4172AB1BF}"/>
              </a:ext>
            </a:extLst>
          </p:cNvPr>
          <p:cNvCxnSpPr/>
          <p:nvPr/>
        </p:nvCxnSpPr>
        <p:spPr>
          <a:xfrm flipH="1">
            <a:off x="12597189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182">
            <a:extLst>
              <a:ext uri="{FF2B5EF4-FFF2-40B4-BE49-F238E27FC236}">
                <a16:creationId xmlns:a16="http://schemas.microsoft.com/office/drawing/2014/main" id="{EE37C1BF-A06F-BCA0-C8F3-0F663D8FA470}"/>
              </a:ext>
            </a:extLst>
          </p:cNvPr>
          <p:cNvCxnSpPr/>
          <p:nvPr/>
        </p:nvCxnSpPr>
        <p:spPr>
          <a:xfrm flipV="1">
            <a:off x="36002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183">
            <a:extLst>
              <a:ext uri="{FF2B5EF4-FFF2-40B4-BE49-F238E27FC236}">
                <a16:creationId xmlns:a16="http://schemas.microsoft.com/office/drawing/2014/main" id="{BE75B3C6-2B78-349E-8541-E802A5C8E1E2}"/>
              </a:ext>
            </a:extLst>
          </p:cNvPr>
          <p:cNvCxnSpPr/>
          <p:nvPr/>
        </p:nvCxnSpPr>
        <p:spPr>
          <a:xfrm flipV="1">
            <a:off x="140330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A72B2C76-1EC6-7E4C-DE89-F1A9E82352C0}"/>
              </a:ext>
            </a:extLst>
          </p:cNvPr>
          <p:cNvCxnSpPr>
            <a:cxnSpLocks/>
          </p:cNvCxnSpPr>
          <p:nvPr/>
        </p:nvCxnSpPr>
        <p:spPr>
          <a:xfrm>
            <a:off x="3603827" y="6877780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C2F0E835-4D95-8109-F346-B4CABECA7A66}"/>
              </a:ext>
            </a:extLst>
          </p:cNvPr>
          <p:cNvCxnSpPr>
            <a:cxnSpLocks/>
            <a:endCxn id="176" idx="6"/>
          </p:cNvCxnSpPr>
          <p:nvPr/>
        </p:nvCxnSpPr>
        <p:spPr>
          <a:xfrm flipH="1" flipV="1">
            <a:off x="11419425" y="6872126"/>
            <a:ext cx="2616004" cy="5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6453628E-B642-0E17-5044-BDC49000C9B1}"/>
              </a:ext>
            </a:extLst>
          </p:cNvPr>
          <p:cNvCxnSpPr>
            <a:cxnSpLocks/>
          </p:cNvCxnSpPr>
          <p:nvPr/>
        </p:nvCxnSpPr>
        <p:spPr>
          <a:xfrm flipV="1">
            <a:off x="113294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hteck 191">
            <a:extLst>
              <a:ext uri="{FF2B5EF4-FFF2-40B4-BE49-F238E27FC236}">
                <a16:creationId xmlns:a16="http://schemas.microsoft.com/office/drawing/2014/main" id="{D64414C0-F7C2-C135-35EE-90DB8EB7F069}"/>
              </a:ext>
            </a:extLst>
          </p:cNvPr>
          <p:cNvSpPr/>
          <p:nvPr/>
        </p:nvSpPr>
        <p:spPr>
          <a:xfrm>
            <a:off x="10475522" y="3611120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C433FEB1-E517-5AA4-A12A-FF53CD95D14B}"/>
              </a:ext>
            </a:extLst>
          </p:cNvPr>
          <p:cNvCxnSpPr>
            <a:cxnSpLocks/>
          </p:cNvCxnSpPr>
          <p:nvPr/>
        </p:nvCxnSpPr>
        <p:spPr>
          <a:xfrm flipV="1">
            <a:off x="63002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hteck 193">
            <a:extLst>
              <a:ext uri="{FF2B5EF4-FFF2-40B4-BE49-F238E27FC236}">
                <a16:creationId xmlns:a16="http://schemas.microsoft.com/office/drawing/2014/main" id="{0EA988EC-7FB3-3161-A680-74E4CE68DD7B}"/>
              </a:ext>
            </a:extLst>
          </p:cNvPr>
          <p:cNvSpPr/>
          <p:nvPr/>
        </p:nvSpPr>
        <p:spPr>
          <a:xfrm>
            <a:off x="5441050" y="36118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284B5DB1-1935-34D5-AAFE-0CB4AE016C6D}"/>
              </a:ext>
            </a:extLst>
          </p:cNvPr>
          <p:cNvCxnSpPr>
            <a:cxnSpLocks/>
            <a:endCxn id="194" idx="3"/>
          </p:cNvCxnSpPr>
          <p:nvPr/>
        </p:nvCxnSpPr>
        <p:spPr>
          <a:xfrm flipH="1">
            <a:off x="7149536" y="3793842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feld 200">
            <a:extLst>
              <a:ext uri="{FF2B5EF4-FFF2-40B4-BE49-F238E27FC236}">
                <a16:creationId xmlns:a16="http://schemas.microsoft.com/office/drawing/2014/main" id="{F05EF4DC-34A3-0F64-DC5D-35C137DCD4D4}"/>
              </a:ext>
            </a:extLst>
          </p:cNvPr>
          <p:cNvSpPr txBox="1"/>
          <p:nvPr/>
        </p:nvSpPr>
        <p:spPr>
          <a:xfrm>
            <a:off x="7252588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2A9D9260-ADAE-E2B4-9352-B0363F957AE1}"/>
              </a:ext>
            </a:extLst>
          </p:cNvPr>
          <p:cNvCxnSpPr>
            <a:endCxn id="192" idx="1"/>
          </p:cNvCxnSpPr>
          <p:nvPr/>
        </p:nvCxnSpPr>
        <p:spPr>
          <a:xfrm>
            <a:off x="9743839" y="3795680"/>
            <a:ext cx="731685" cy="84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feld 203">
            <a:extLst>
              <a:ext uri="{FF2B5EF4-FFF2-40B4-BE49-F238E27FC236}">
                <a16:creationId xmlns:a16="http://schemas.microsoft.com/office/drawing/2014/main" id="{BCB0F2E7-267D-6EC9-FA08-51746DA5FDA1}"/>
              </a:ext>
            </a:extLst>
          </p:cNvPr>
          <p:cNvSpPr txBox="1"/>
          <p:nvPr/>
        </p:nvSpPr>
        <p:spPr>
          <a:xfrm>
            <a:off x="9799425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DA22A6E9-3571-95AB-8C42-32B6506C5EB3}"/>
              </a:ext>
            </a:extLst>
          </p:cNvPr>
          <p:cNvCxnSpPr>
            <a:cxnSpLocks/>
          </p:cNvCxnSpPr>
          <p:nvPr/>
        </p:nvCxnSpPr>
        <p:spPr>
          <a:xfrm flipH="1" flipV="1">
            <a:off x="6305158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AEBCFE33-3C90-942D-1DEF-BF70077F9F57}"/>
              </a:ext>
            </a:extLst>
          </p:cNvPr>
          <p:cNvSpPr/>
          <p:nvPr/>
        </p:nvSpPr>
        <p:spPr>
          <a:xfrm>
            <a:off x="6210225" y="324876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923A6CFE-923D-7CAE-6761-8313E1175E62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288720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>
            <a:extLst>
              <a:ext uri="{FF2B5EF4-FFF2-40B4-BE49-F238E27FC236}">
                <a16:creationId xmlns:a16="http://schemas.microsoft.com/office/drawing/2014/main" id="{5FA20727-0450-06E0-200D-89F4C527EDFB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4846E089-5A9A-3EFA-319C-9310755F4D58}"/>
              </a:ext>
            </a:extLst>
          </p:cNvPr>
          <p:cNvSpPr/>
          <p:nvPr/>
        </p:nvSpPr>
        <p:spPr>
          <a:xfrm>
            <a:off x="11239425" y="3247425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BC595C80-ECF2-0258-8A81-1901EEE52C1A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2887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216">
            <a:extLst>
              <a:ext uri="{FF2B5EF4-FFF2-40B4-BE49-F238E27FC236}">
                <a16:creationId xmlns:a16="http://schemas.microsoft.com/office/drawing/2014/main" id="{3EC0EE29-59D0-8A33-14D8-6750046CF913}"/>
              </a:ext>
            </a:extLst>
          </p:cNvPr>
          <p:cNvCxnSpPr/>
          <p:nvPr/>
        </p:nvCxnSpPr>
        <p:spPr>
          <a:xfrm flipH="1">
            <a:off x="3593399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Gerade Verbindung 218">
            <a:extLst>
              <a:ext uri="{FF2B5EF4-FFF2-40B4-BE49-F238E27FC236}">
                <a16:creationId xmlns:a16="http://schemas.microsoft.com/office/drawing/2014/main" id="{2601C8CC-8A92-9080-B0B1-F1ABC4351FBB}"/>
              </a:ext>
            </a:extLst>
          </p:cNvPr>
          <p:cNvCxnSpPr/>
          <p:nvPr/>
        </p:nvCxnSpPr>
        <p:spPr>
          <a:xfrm flipV="1">
            <a:off x="36002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9191333A-0BAE-021F-6736-1989235D45AE}"/>
              </a:ext>
            </a:extLst>
          </p:cNvPr>
          <p:cNvCxnSpPr>
            <a:cxnSpLocks/>
          </p:cNvCxnSpPr>
          <p:nvPr/>
        </p:nvCxnSpPr>
        <p:spPr>
          <a:xfrm>
            <a:off x="3602901" y="3336954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Gerade Verbindung 220">
            <a:extLst>
              <a:ext uri="{FF2B5EF4-FFF2-40B4-BE49-F238E27FC236}">
                <a16:creationId xmlns:a16="http://schemas.microsoft.com/office/drawing/2014/main" id="{3180723E-1704-4F3D-C921-0C8901CB74AE}"/>
              </a:ext>
            </a:extLst>
          </p:cNvPr>
          <p:cNvCxnSpPr/>
          <p:nvPr/>
        </p:nvCxnSpPr>
        <p:spPr>
          <a:xfrm flipH="1">
            <a:off x="11329764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Gerade Verbindung 221">
            <a:extLst>
              <a:ext uri="{FF2B5EF4-FFF2-40B4-BE49-F238E27FC236}">
                <a16:creationId xmlns:a16="http://schemas.microsoft.com/office/drawing/2014/main" id="{73833C9E-CD4C-3CCD-A1EF-C9F67FD930DA}"/>
              </a:ext>
            </a:extLst>
          </p:cNvPr>
          <p:cNvCxnSpPr/>
          <p:nvPr/>
        </p:nvCxnSpPr>
        <p:spPr>
          <a:xfrm flipV="1">
            <a:off x="140330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1AF94911-709E-B613-DA65-C166D49B0A72}"/>
              </a:ext>
            </a:extLst>
          </p:cNvPr>
          <p:cNvCxnSpPr>
            <a:cxnSpLocks/>
            <a:endCxn id="214" idx="6"/>
          </p:cNvCxnSpPr>
          <p:nvPr/>
        </p:nvCxnSpPr>
        <p:spPr>
          <a:xfrm flipH="1" flipV="1">
            <a:off x="11419425" y="3337425"/>
            <a:ext cx="2624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EB57330-86C8-9468-99F8-DC3A4DA64962}"/>
              </a:ext>
            </a:extLst>
          </p:cNvPr>
          <p:cNvSpPr txBox="1"/>
          <p:nvPr/>
        </p:nvSpPr>
        <p:spPr>
          <a:xfrm>
            <a:off x="10649462" y="119378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1920DE-2523-7805-69D2-0A018186E2CF}"/>
              </a:ext>
            </a:extLst>
          </p:cNvPr>
          <p:cNvSpPr txBox="1"/>
          <p:nvPr/>
        </p:nvSpPr>
        <p:spPr>
          <a:xfrm>
            <a:off x="8147803" y="119378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49C687-A422-6FE0-630A-4713FC9A4C06}"/>
              </a:ext>
            </a:extLst>
          </p:cNvPr>
          <p:cNvSpPr txBox="1"/>
          <p:nvPr/>
        </p:nvSpPr>
        <p:spPr>
          <a:xfrm>
            <a:off x="11959427" y="10183921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AE447A-ECDC-0E33-5A32-8537BA9453D7}"/>
              </a:ext>
            </a:extLst>
          </p:cNvPr>
          <p:cNvSpPr txBox="1"/>
          <p:nvPr/>
        </p:nvSpPr>
        <p:spPr>
          <a:xfrm>
            <a:off x="6879827" y="10183921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81AFA3-2F6F-59FF-7B8C-A84C157125CE}"/>
              </a:ext>
            </a:extLst>
          </p:cNvPr>
          <p:cNvSpPr txBox="1"/>
          <p:nvPr/>
        </p:nvSpPr>
        <p:spPr>
          <a:xfrm>
            <a:off x="11959427" y="76394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2C07B0B-6D7D-CDB9-72D5-F5FA15974ECF}"/>
              </a:ext>
            </a:extLst>
          </p:cNvPr>
          <p:cNvSpPr txBox="1"/>
          <p:nvPr/>
        </p:nvSpPr>
        <p:spPr>
          <a:xfrm>
            <a:off x="6879827" y="76394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447FD70-0BAB-34C0-3B08-5C6BCB97CA00}"/>
              </a:ext>
            </a:extLst>
          </p:cNvPr>
          <p:cNvSpPr txBox="1"/>
          <p:nvPr/>
        </p:nvSpPr>
        <p:spPr>
          <a:xfrm>
            <a:off x="11958878" y="414947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05B3246-AFA2-7446-4525-23489845070A}"/>
              </a:ext>
            </a:extLst>
          </p:cNvPr>
          <p:cNvSpPr txBox="1"/>
          <p:nvPr/>
        </p:nvSpPr>
        <p:spPr>
          <a:xfrm>
            <a:off x="6879278" y="414947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283864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497811B9-1984-DD26-C867-C37B29E6A5B4}"/>
              </a:ext>
            </a:extLst>
          </p:cNvPr>
          <p:cNvGrpSpPr/>
          <p:nvPr/>
        </p:nvGrpSpPr>
        <p:grpSpPr>
          <a:xfrm>
            <a:off x="1976689" y="1958490"/>
            <a:ext cx="15449159" cy="15269919"/>
            <a:chOff x="1976689" y="1958490"/>
            <a:chExt cx="15449159" cy="15269919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02451A6-8F6F-AF9C-529D-C10BD8748D58}"/>
                </a:ext>
              </a:extLst>
            </p:cNvPr>
            <p:cNvSpPr txBox="1"/>
            <p:nvPr/>
          </p:nvSpPr>
          <p:spPr>
            <a:xfrm>
              <a:off x="2029101" y="2853824"/>
              <a:ext cx="1103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Timestep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EB7B4B8-3252-7163-28D3-DAAAD0C4D5A5}"/>
                </a:ext>
              </a:extLst>
            </p:cNvPr>
            <p:cNvSpPr txBox="1"/>
            <p:nvPr/>
          </p:nvSpPr>
          <p:spPr>
            <a:xfrm>
              <a:off x="1976689" y="5323875"/>
              <a:ext cx="1155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Guidance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14B3BA4-8CBF-9543-026D-4914D7DEB142}"/>
                </a:ext>
              </a:extLst>
            </p:cNvPr>
            <p:cNvSpPr txBox="1"/>
            <p:nvPr/>
          </p:nvSpPr>
          <p:spPr>
            <a:xfrm>
              <a:off x="2203944" y="8956286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Prompt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4A0A956-2AB2-0181-CFF5-808A5BC88061}"/>
                </a:ext>
              </a:extLst>
            </p:cNvPr>
            <p:cNvSpPr txBox="1"/>
            <p:nvPr/>
          </p:nvSpPr>
          <p:spPr>
            <a:xfrm>
              <a:off x="2325835" y="15562684"/>
              <a:ext cx="796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Image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131C1B1-922B-AD56-3788-B6D702C8A3BB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3132286" y="3038490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C2D9ACA7-3AA9-A712-4A10-E99A40306E88}"/>
                </a:ext>
              </a:extLst>
            </p:cNvPr>
            <p:cNvSpPr/>
            <p:nvPr/>
          </p:nvSpPr>
          <p:spPr>
            <a:xfrm rot="16200000">
              <a:off x="2597691" y="2853090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05C36DDC-0A86-B827-E273-39B36AF25844}"/>
                </a:ext>
              </a:extLst>
            </p:cNvPr>
            <p:cNvCxnSpPr/>
            <p:nvPr/>
          </p:nvCxnSpPr>
          <p:spPr>
            <a:xfrm>
              <a:off x="3132287" y="5524493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4EBD3908-9958-21BA-A442-3B379F275A28}"/>
                </a:ext>
              </a:extLst>
            </p:cNvPr>
            <p:cNvSpPr/>
            <p:nvPr/>
          </p:nvSpPr>
          <p:spPr>
            <a:xfrm rot="16200000">
              <a:off x="2585851" y="5327214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A292C5DE-07D1-8EC9-D002-219AA86CE301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3863091" y="3038490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21">
              <a:extLst>
                <a:ext uri="{FF2B5EF4-FFF2-40B4-BE49-F238E27FC236}">
                  <a16:creationId xmlns:a16="http://schemas.microsoft.com/office/drawing/2014/main" id="{81DF0D23-D6FE-5F59-7CAB-FC0EE7301A30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3851251" y="5512616"/>
              <a:ext cx="360000" cy="107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DD951F8-82B7-C3EA-F320-1BF506DE93D1}"/>
                </a:ext>
              </a:extLst>
            </p:cNvPr>
            <p:cNvSpPr/>
            <p:nvPr/>
          </p:nvSpPr>
          <p:spPr>
            <a:xfrm>
              <a:off x="4133091" y="4212928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2">
                      <a:lumMod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D9AE93DA-2A87-82A4-9AE7-0680FE00BCB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211251" y="3038490"/>
              <a:ext cx="11840" cy="117443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775184F8-B7CC-BADF-26B5-B360A4530C9A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4211251" y="4392930"/>
              <a:ext cx="11840" cy="113156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0D0DE7BB-514C-94D6-33FF-A70B1AB72288}"/>
                </a:ext>
              </a:extLst>
            </p:cNvPr>
            <p:cNvCxnSpPr>
              <a:cxnSpLocks/>
              <a:stCxn id="12" idx="3"/>
              <a:endCxn id="32" idx="0"/>
            </p:cNvCxnSpPr>
            <p:nvPr/>
          </p:nvCxnSpPr>
          <p:spPr>
            <a:xfrm flipV="1">
              <a:off x="3122783" y="7920455"/>
              <a:ext cx="349642" cy="122049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E10D83C0-7ADE-1C5B-AB80-E901BD55860A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3122785" y="9140954"/>
              <a:ext cx="338399" cy="12204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D84EF766-5229-7207-A330-50D433A88C7B}"/>
                </a:ext>
              </a:extLst>
            </p:cNvPr>
            <p:cNvSpPr/>
            <p:nvPr/>
          </p:nvSpPr>
          <p:spPr>
            <a:xfrm rot="16200000">
              <a:off x="2577825" y="773505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Tokenizer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B1EE9AA6-DA7E-B9A8-0D12-C3F856962E09}"/>
                </a:ext>
              </a:extLst>
            </p:cNvPr>
            <p:cNvSpPr/>
            <p:nvPr/>
          </p:nvSpPr>
          <p:spPr>
            <a:xfrm rot="16200000">
              <a:off x="2577386" y="10141814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Tokenizer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77ED3786-1C41-A0F3-530B-9D5A94586F34}"/>
                </a:ext>
              </a:extLst>
            </p:cNvPr>
            <p:cNvCxnSpPr>
              <a:cxnSpLocks/>
              <a:stCxn id="32" idx="2"/>
              <a:endCxn id="38" idx="0"/>
            </p:cNvCxnSpPr>
            <p:nvPr/>
          </p:nvCxnSpPr>
          <p:spPr>
            <a:xfrm>
              <a:off x="3843225" y="7920453"/>
              <a:ext cx="3924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2CA66687-2FBA-3722-F559-ED29C7A4745C}"/>
                </a:ext>
              </a:extLst>
            </p:cNvPr>
            <p:cNvCxnSpPr>
              <a:cxnSpLocks/>
              <a:stCxn id="33" idx="2"/>
              <a:endCxn id="39" idx="0"/>
            </p:cNvCxnSpPr>
            <p:nvPr/>
          </p:nvCxnSpPr>
          <p:spPr>
            <a:xfrm>
              <a:off x="3842788" y="10327216"/>
              <a:ext cx="392839" cy="10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4B6DCA4-8215-8397-8CEE-F7D002091A18}"/>
                </a:ext>
              </a:extLst>
            </p:cNvPr>
            <p:cNvSpPr/>
            <p:nvPr/>
          </p:nvSpPr>
          <p:spPr>
            <a:xfrm rot="16200000">
              <a:off x="3341025" y="773505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CLIP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9F34D025-79DC-F414-03B4-2425ECF6FF94}"/>
                </a:ext>
              </a:extLst>
            </p:cNvPr>
            <p:cNvSpPr/>
            <p:nvPr/>
          </p:nvSpPr>
          <p:spPr>
            <a:xfrm rot="16200000">
              <a:off x="3341025" y="1014289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T5-XXL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8E9696BA-DAF8-1C61-84DB-A2ED742DC8D7}"/>
                </a:ext>
              </a:extLst>
            </p:cNvPr>
            <p:cNvCxnSpPr>
              <a:cxnSpLocks/>
              <a:stCxn id="38" idx="2"/>
              <a:endCxn id="42" idx="0"/>
            </p:cNvCxnSpPr>
            <p:nvPr/>
          </p:nvCxnSpPr>
          <p:spPr>
            <a:xfrm>
              <a:off x="4606425" y="7920453"/>
              <a:ext cx="337958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34477883-0243-C46C-81AE-465C1C44239A}"/>
                </a:ext>
              </a:extLst>
            </p:cNvPr>
            <p:cNvSpPr/>
            <p:nvPr/>
          </p:nvSpPr>
          <p:spPr>
            <a:xfrm rot="16200000">
              <a:off x="4049783" y="7735053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34304C1B-6470-637C-10EA-C12EA227C554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5315183" y="7920453"/>
              <a:ext cx="356634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>
              <a:extLst>
                <a:ext uri="{FF2B5EF4-FFF2-40B4-BE49-F238E27FC236}">
                  <a16:creationId xmlns:a16="http://schemas.microsoft.com/office/drawing/2014/main" id="{600F538F-3137-90B5-7FD1-5F6AE58409F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4313091" y="4302928"/>
              <a:ext cx="1349934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66C0840-3F90-1963-D52F-5FAB883180CC}"/>
                </a:ext>
              </a:extLst>
            </p:cNvPr>
            <p:cNvSpPr/>
            <p:nvPr/>
          </p:nvSpPr>
          <p:spPr>
            <a:xfrm>
              <a:off x="5573025" y="5400225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2">
                      <a:lumMod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DDC6AC3D-106F-966C-7409-9EC3D957F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0225" y="5580225"/>
              <a:ext cx="0" cy="234022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9012852A-2BED-E5E0-DCD7-4C9AE236F3C2}"/>
                </a:ext>
              </a:extLst>
            </p:cNvPr>
            <p:cNvCxnSpPr>
              <a:cxnSpLocks/>
            </p:cNvCxnSpPr>
            <p:nvPr/>
          </p:nvCxnSpPr>
          <p:spPr>
            <a:xfrm>
              <a:off x="5670225" y="4302930"/>
              <a:ext cx="0" cy="1097297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E495F5E2-6961-495B-9929-E299A77764F3}"/>
                </a:ext>
              </a:extLst>
            </p:cNvPr>
            <p:cNvCxnSpPr>
              <a:cxnSpLocks/>
              <a:stCxn id="39" idx="2"/>
              <a:endCxn id="57" idx="0"/>
            </p:cNvCxnSpPr>
            <p:nvPr/>
          </p:nvCxnSpPr>
          <p:spPr>
            <a:xfrm>
              <a:off x="4606425" y="10328293"/>
              <a:ext cx="338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3313D8E2-75D4-F19A-A447-9491D1C93276}"/>
                </a:ext>
              </a:extLst>
            </p:cNvPr>
            <p:cNvSpPr/>
            <p:nvPr/>
          </p:nvSpPr>
          <p:spPr>
            <a:xfrm rot="16200000">
              <a:off x="4050225" y="10142893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4AC90C7B-F948-47A4-A0AC-56A327F46A55}"/>
                </a:ext>
              </a:extLst>
            </p:cNvPr>
            <p:cNvSpPr/>
            <p:nvPr/>
          </p:nvSpPr>
          <p:spPr>
            <a:xfrm rot="16200000">
              <a:off x="2577825" y="15561950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VAE</a:t>
              </a:r>
            </a:p>
          </p:txBody>
        </p: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A8E9FC96-4054-0C32-5BE6-BE4322F7945B}"/>
                </a:ext>
              </a:extLst>
            </p:cNvPr>
            <p:cNvCxnSpPr>
              <a:cxnSpLocks/>
            </p:cNvCxnSpPr>
            <p:nvPr/>
          </p:nvCxnSpPr>
          <p:spPr>
            <a:xfrm>
              <a:off x="3132286" y="1574735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D319B980-0E96-8361-BE40-C5E296019A10}"/>
                </a:ext>
              </a:extLst>
            </p:cNvPr>
            <p:cNvCxnSpPr>
              <a:cxnSpLocks/>
            </p:cNvCxnSpPr>
            <p:nvPr/>
          </p:nvCxnSpPr>
          <p:spPr>
            <a:xfrm>
              <a:off x="3843225" y="15746400"/>
              <a:ext cx="392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775FC12C-05D4-304E-5DBA-5B238BFACB4E}"/>
                </a:ext>
              </a:extLst>
            </p:cNvPr>
            <p:cNvSpPr/>
            <p:nvPr/>
          </p:nvSpPr>
          <p:spPr>
            <a:xfrm rot="16200000">
              <a:off x="4087315" y="15561950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5C849DB7-DB21-5D5A-10A0-FEA61A4179FA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3657386" y="12245009"/>
              <a:ext cx="1300151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97001E6-0D70-4BB7-38B4-6F40AA5BF5DD}"/>
                </a:ext>
              </a:extLst>
            </p:cNvPr>
            <p:cNvSpPr/>
            <p:nvPr/>
          </p:nvSpPr>
          <p:spPr>
            <a:xfrm rot="16200000">
              <a:off x="4602937" y="12059609"/>
              <a:ext cx="108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Txt_ids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6120C13E-8459-8A2F-2B64-19BA04BDD7EF}"/>
                </a:ext>
              </a:extLst>
            </p:cNvPr>
            <p:cNvSpPr/>
            <p:nvPr/>
          </p:nvSpPr>
          <p:spPr>
            <a:xfrm rot="16200000">
              <a:off x="4604502" y="13650422"/>
              <a:ext cx="108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Img_ids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EF5B435F-E278-BD06-5E6D-F99C60A5582C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4421024" y="13835822"/>
              <a:ext cx="538078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95">
              <a:extLst>
                <a:ext uri="{FF2B5EF4-FFF2-40B4-BE49-F238E27FC236}">
                  <a16:creationId xmlns:a16="http://schemas.microsoft.com/office/drawing/2014/main" id="{61B331AB-FF56-D570-E3AB-F9AB52E5E78F}"/>
                </a:ext>
              </a:extLst>
            </p:cNvPr>
            <p:cNvCxnSpPr>
              <a:stCxn id="84" idx="2"/>
            </p:cNvCxnSpPr>
            <p:nvPr/>
          </p:nvCxnSpPr>
          <p:spPr>
            <a:xfrm>
              <a:off x="5328337" y="12245009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97">
              <a:extLst>
                <a:ext uri="{FF2B5EF4-FFF2-40B4-BE49-F238E27FC236}">
                  <a16:creationId xmlns:a16="http://schemas.microsoft.com/office/drawing/2014/main" id="{E857AB16-04D5-8F81-95A1-457789746BE6}"/>
                </a:ext>
              </a:extLst>
            </p:cNvPr>
            <p:cNvCxnSpPr>
              <a:stCxn id="85" idx="2"/>
            </p:cNvCxnSpPr>
            <p:nvPr/>
          </p:nvCxnSpPr>
          <p:spPr>
            <a:xfrm>
              <a:off x="5329902" y="13835822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15A0613-0EB5-C482-1035-632017B1DAEC}"/>
                </a:ext>
              </a:extLst>
            </p:cNvPr>
            <p:cNvSpPr/>
            <p:nvPr/>
          </p:nvSpPr>
          <p:spPr>
            <a:xfrm>
              <a:off x="5605592" y="12947967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cxnSp>
          <p:nvCxnSpPr>
            <p:cNvPr id="101" name="Gerade Verbindung 100">
              <a:extLst>
                <a:ext uri="{FF2B5EF4-FFF2-40B4-BE49-F238E27FC236}">
                  <a16:creationId xmlns:a16="http://schemas.microsoft.com/office/drawing/2014/main" id="{3C0F184E-6E06-962A-BB6F-D90FFCB06618}"/>
                </a:ext>
              </a:extLst>
            </p:cNvPr>
            <p:cNvCxnSpPr>
              <a:cxnSpLocks/>
            </p:cNvCxnSpPr>
            <p:nvPr/>
          </p:nvCxnSpPr>
          <p:spPr>
            <a:xfrm>
              <a:off x="5698417" y="13135248"/>
              <a:ext cx="0" cy="6956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103">
              <a:extLst>
                <a:ext uri="{FF2B5EF4-FFF2-40B4-BE49-F238E27FC236}">
                  <a16:creationId xmlns:a16="http://schemas.microsoft.com/office/drawing/2014/main" id="{5B8510D9-1334-0DA5-CCEE-22E377BE6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8417" y="12240112"/>
              <a:ext cx="0" cy="70057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108">
              <a:extLst>
                <a:ext uri="{FF2B5EF4-FFF2-40B4-BE49-F238E27FC236}">
                  <a16:creationId xmlns:a16="http://schemas.microsoft.com/office/drawing/2014/main" id="{4EF084BA-E8C2-A6A4-41FD-624B58B0FEB9}"/>
                </a:ext>
              </a:extLst>
            </p:cNvPr>
            <p:cNvCxnSpPr>
              <a:stCxn id="99" idx="0"/>
              <a:endCxn id="99" idx="4"/>
            </p:cNvCxnSpPr>
            <p:nvPr/>
          </p:nvCxnSpPr>
          <p:spPr>
            <a:xfrm>
              <a:off x="5695592" y="12947967"/>
              <a:ext cx="0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BB098841-8D86-CFB7-9D88-A209A1CD639F}"/>
                </a:ext>
              </a:extLst>
            </p:cNvPr>
            <p:cNvCxnSpPr>
              <a:stCxn id="99" idx="2"/>
              <a:endCxn id="99" idx="6"/>
            </p:cNvCxnSpPr>
            <p:nvPr/>
          </p:nvCxnSpPr>
          <p:spPr>
            <a:xfrm>
              <a:off x="5605592" y="13037967"/>
              <a:ext cx="1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5686454B-2832-003F-C0B8-68382A078AED}"/>
                </a:ext>
              </a:extLst>
            </p:cNvPr>
            <p:cNvCxnSpPr>
              <a:stCxn id="99" idx="6"/>
            </p:cNvCxnSpPr>
            <p:nvPr/>
          </p:nvCxnSpPr>
          <p:spPr>
            <a:xfrm>
              <a:off x="5785592" y="13037967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EEFFCF49-A6D1-230E-86A5-ADFF7481EC62}"/>
                </a:ext>
              </a:extLst>
            </p:cNvPr>
            <p:cNvSpPr/>
            <p:nvPr/>
          </p:nvSpPr>
          <p:spPr>
            <a:xfrm rot="16200000">
              <a:off x="5798880" y="12718202"/>
              <a:ext cx="1332958" cy="639531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Positional Embedding</a:t>
              </a:r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67CEEAF1-33D3-A16B-4620-2BB2949B9687}"/>
                </a:ext>
              </a:extLst>
            </p:cNvPr>
            <p:cNvSpPr/>
            <p:nvPr/>
          </p:nvSpPr>
          <p:spPr>
            <a:xfrm rot="16200000">
              <a:off x="7489176" y="14971672"/>
              <a:ext cx="2821738" cy="63952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Double Stream Block 1</a:t>
              </a:r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2AFB818B-5928-1E3A-6795-DFA417E97A89}"/>
                </a:ext>
              </a:extLst>
            </p:cNvPr>
            <p:cNvSpPr/>
            <p:nvPr/>
          </p:nvSpPr>
          <p:spPr>
            <a:xfrm rot="16200000">
              <a:off x="9243239" y="14971339"/>
              <a:ext cx="2822400" cy="63952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Double Stream Block 19</a:t>
              </a:r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BF73D30C-4779-6213-980D-36059B22DFFF}"/>
                </a:ext>
              </a:extLst>
            </p:cNvPr>
            <p:cNvSpPr/>
            <p:nvPr/>
          </p:nvSpPr>
          <p:spPr>
            <a:xfrm rot="16200000">
              <a:off x="10552344" y="15105703"/>
              <a:ext cx="2822400" cy="370800"/>
            </a:xfrm>
            <a:prstGeom prst="rect">
              <a:avLst/>
            </a:prstGeom>
            <a:solidFill>
              <a:srgbClr val="E3C893">
                <a:alpha val="42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Single Stream Block 1</a:t>
              </a:r>
            </a:p>
          </p:txBody>
        </p: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3017C56A-7EFC-C23E-B54C-7063624E0509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V="1">
              <a:off x="5352715" y="15746732"/>
              <a:ext cx="3203820" cy="6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 Verbindung 120">
              <a:extLst>
                <a:ext uri="{FF2B5EF4-FFF2-40B4-BE49-F238E27FC236}">
                  <a16:creationId xmlns:a16="http://schemas.microsoft.com/office/drawing/2014/main" id="{1C55F918-C1C3-A4C8-E36B-8C676662515D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>
              <a:off x="6785125" y="13037968"/>
              <a:ext cx="6535527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CDD4AA8B-EF9A-F372-064A-5BC298244B8A}"/>
                </a:ext>
              </a:extLst>
            </p:cNvPr>
            <p:cNvCxnSpPr>
              <a:cxnSpLocks/>
            </p:cNvCxnSpPr>
            <p:nvPr/>
          </p:nvCxnSpPr>
          <p:spPr>
            <a:xfrm>
              <a:off x="8618299" y="13037966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96F678F0-4608-0CB9-DA00-21AEEF1EEC68}"/>
                </a:ext>
              </a:extLst>
            </p:cNvPr>
            <p:cNvCxnSpPr>
              <a:cxnSpLocks/>
            </p:cNvCxnSpPr>
            <p:nvPr/>
          </p:nvCxnSpPr>
          <p:spPr>
            <a:xfrm>
              <a:off x="9150007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127">
              <a:extLst>
                <a:ext uri="{FF2B5EF4-FFF2-40B4-BE49-F238E27FC236}">
                  <a16:creationId xmlns:a16="http://schemas.microsoft.com/office/drawing/2014/main" id="{C1DEF7FF-D221-8777-609A-2DA955B6AC75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 flipV="1">
              <a:off x="5315625" y="10327215"/>
              <a:ext cx="1623748" cy="1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 Verbindung 131">
              <a:extLst>
                <a:ext uri="{FF2B5EF4-FFF2-40B4-BE49-F238E27FC236}">
                  <a16:creationId xmlns:a16="http://schemas.microsoft.com/office/drawing/2014/main" id="{1B623D91-4543-19A4-8864-189C98CF2FF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>
              <a:off x="5753026" y="5490225"/>
              <a:ext cx="78624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C3C19F30-8B0E-480E-0CA5-C99D45227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9809" y="14828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feld 136">
              <a:extLst>
                <a:ext uri="{FF2B5EF4-FFF2-40B4-BE49-F238E27FC236}">
                  <a16:creationId xmlns:a16="http://schemas.microsoft.com/office/drawing/2014/main" id="{C109DB93-1A10-A962-2E96-EAEAC1945D55}"/>
                </a:ext>
              </a:extLst>
            </p:cNvPr>
            <p:cNvSpPr txBox="1"/>
            <p:nvPr/>
          </p:nvSpPr>
          <p:spPr>
            <a:xfrm>
              <a:off x="9579825" y="1459729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0AD4C161-38BB-A1BE-06AC-CA827FC0B699}"/>
                </a:ext>
              </a:extLst>
            </p:cNvPr>
            <p:cNvCxnSpPr/>
            <p:nvPr/>
          </p:nvCxnSpPr>
          <p:spPr>
            <a:xfrm flipV="1">
              <a:off x="9968625" y="14828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EDE52434-E74D-8F8B-96AB-B5E07C8D99AF}"/>
                </a:ext>
              </a:extLst>
            </p:cNvPr>
            <p:cNvCxnSpPr>
              <a:cxnSpLocks/>
            </p:cNvCxnSpPr>
            <p:nvPr/>
          </p:nvCxnSpPr>
          <p:spPr>
            <a:xfrm>
              <a:off x="10373256" y="130392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 Verbindung mit Pfeil 140">
              <a:extLst>
                <a:ext uri="{FF2B5EF4-FFF2-40B4-BE49-F238E27FC236}">
                  <a16:creationId xmlns:a16="http://schemas.microsoft.com/office/drawing/2014/main" id="{31EB7993-7187-010D-4D9B-3D9FCBFE8F38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964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 Verbindung 154">
              <a:extLst>
                <a:ext uri="{FF2B5EF4-FFF2-40B4-BE49-F238E27FC236}">
                  <a16:creationId xmlns:a16="http://schemas.microsoft.com/office/drawing/2014/main" id="{926F7261-4BEA-AB7A-06FC-1B689E025544}"/>
                </a:ext>
              </a:extLst>
            </p:cNvPr>
            <p:cNvCxnSpPr>
              <a:cxnSpLocks/>
            </p:cNvCxnSpPr>
            <p:nvPr/>
          </p:nvCxnSpPr>
          <p:spPr>
            <a:xfrm>
              <a:off x="6929580" y="10327215"/>
              <a:ext cx="0" cy="45087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DB2A1CB0-DD0B-6961-E932-4447489B8099}"/>
                </a:ext>
              </a:extLst>
            </p:cNvPr>
            <p:cNvCxnSpPr>
              <a:cxnSpLocks/>
            </p:cNvCxnSpPr>
            <p:nvPr/>
          </p:nvCxnSpPr>
          <p:spPr>
            <a:xfrm>
              <a:off x="6929580" y="14828400"/>
              <a:ext cx="1650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 Verbindung mit Pfeil 157">
              <a:extLst>
                <a:ext uri="{FF2B5EF4-FFF2-40B4-BE49-F238E27FC236}">
                  <a16:creationId xmlns:a16="http://schemas.microsoft.com/office/drawing/2014/main" id="{990D2691-B861-F4A1-52F6-9B9D3ED8C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5060" y="15746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feld 158">
              <a:extLst>
                <a:ext uri="{FF2B5EF4-FFF2-40B4-BE49-F238E27FC236}">
                  <a16:creationId xmlns:a16="http://schemas.microsoft.com/office/drawing/2014/main" id="{647A17F9-2F93-8ACE-6CFC-35A609F6425A}"/>
                </a:ext>
              </a:extLst>
            </p:cNvPr>
            <p:cNvSpPr txBox="1"/>
            <p:nvPr/>
          </p:nvSpPr>
          <p:spPr>
            <a:xfrm>
              <a:off x="9579825" y="1551186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0913D0CB-1FF5-7B61-8BDB-FC350B61EFE8}"/>
                </a:ext>
              </a:extLst>
            </p:cNvPr>
            <p:cNvCxnSpPr/>
            <p:nvPr/>
          </p:nvCxnSpPr>
          <p:spPr>
            <a:xfrm flipV="1">
              <a:off x="9968625" y="15746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170">
              <a:extLst>
                <a:ext uri="{FF2B5EF4-FFF2-40B4-BE49-F238E27FC236}">
                  <a16:creationId xmlns:a16="http://schemas.microsoft.com/office/drawing/2014/main" id="{3B8E28ED-F0D1-3753-12DE-261C6CF12DD3}"/>
                </a:ext>
              </a:extLst>
            </p:cNvPr>
            <p:cNvCxnSpPr/>
            <p:nvPr/>
          </p:nvCxnSpPr>
          <p:spPr>
            <a:xfrm>
              <a:off x="10974205" y="14828400"/>
              <a:ext cx="3591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 Verbindung 172">
              <a:extLst>
                <a:ext uri="{FF2B5EF4-FFF2-40B4-BE49-F238E27FC236}">
                  <a16:creationId xmlns:a16="http://schemas.microsoft.com/office/drawing/2014/main" id="{7A58AF67-63AD-6188-0E67-A387BEEBCF09}"/>
                </a:ext>
              </a:extLst>
            </p:cNvPr>
            <p:cNvCxnSpPr/>
            <p:nvPr/>
          </p:nvCxnSpPr>
          <p:spPr>
            <a:xfrm>
              <a:off x="10974205" y="15746400"/>
              <a:ext cx="3591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7351E54A-676D-8B6F-D427-7DAE40ACA8C0}"/>
                </a:ext>
              </a:extLst>
            </p:cNvPr>
            <p:cNvSpPr/>
            <p:nvPr/>
          </p:nvSpPr>
          <p:spPr>
            <a:xfrm>
              <a:off x="11243331" y="15197400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cxnSp>
          <p:nvCxnSpPr>
            <p:cNvPr id="175" name="Gerade Verbindung 174">
              <a:extLst>
                <a:ext uri="{FF2B5EF4-FFF2-40B4-BE49-F238E27FC236}">
                  <a16:creationId xmlns:a16="http://schemas.microsoft.com/office/drawing/2014/main" id="{D765BB83-FFFA-98CF-3D13-76643FEF1E60}"/>
                </a:ext>
              </a:extLst>
            </p:cNvPr>
            <p:cNvCxnSpPr>
              <a:stCxn id="174" idx="0"/>
              <a:endCxn id="174" idx="4"/>
            </p:cNvCxnSpPr>
            <p:nvPr/>
          </p:nvCxnSpPr>
          <p:spPr>
            <a:xfrm>
              <a:off x="11333331" y="15197400"/>
              <a:ext cx="0" cy="180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 Verbindung 175">
              <a:extLst>
                <a:ext uri="{FF2B5EF4-FFF2-40B4-BE49-F238E27FC236}">
                  <a16:creationId xmlns:a16="http://schemas.microsoft.com/office/drawing/2014/main" id="{057B4FD8-D47F-BB9F-EE5D-5C6DE6C826FF}"/>
                </a:ext>
              </a:extLst>
            </p:cNvPr>
            <p:cNvCxnSpPr>
              <a:stCxn id="174" idx="2"/>
              <a:endCxn id="174" idx="6"/>
            </p:cNvCxnSpPr>
            <p:nvPr/>
          </p:nvCxnSpPr>
          <p:spPr>
            <a:xfrm>
              <a:off x="11243331" y="15287400"/>
              <a:ext cx="1800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 Verbindung mit Pfeil 178">
              <a:extLst>
                <a:ext uri="{FF2B5EF4-FFF2-40B4-BE49-F238E27FC236}">
                  <a16:creationId xmlns:a16="http://schemas.microsoft.com/office/drawing/2014/main" id="{0C22B242-6777-0169-22F6-CA53CE030109}"/>
                </a:ext>
              </a:extLst>
            </p:cNvPr>
            <p:cNvCxnSpPr>
              <a:endCxn id="174" idx="0"/>
            </p:cNvCxnSpPr>
            <p:nvPr/>
          </p:nvCxnSpPr>
          <p:spPr>
            <a:xfrm>
              <a:off x="11333331" y="14828400"/>
              <a:ext cx="0" cy="369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mit Pfeil 180">
              <a:extLst>
                <a:ext uri="{FF2B5EF4-FFF2-40B4-BE49-F238E27FC236}">
                  <a16:creationId xmlns:a16="http://schemas.microsoft.com/office/drawing/2014/main" id="{8ED9FD85-9D9B-7FDD-11BC-03F4B356D612}"/>
                </a:ext>
              </a:extLst>
            </p:cNvPr>
            <p:cNvCxnSpPr>
              <a:endCxn id="174" idx="4"/>
            </p:cNvCxnSpPr>
            <p:nvPr/>
          </p:nvCxnSpPr>
          <p:spPr>
            <a:xfrm flipV="1">
              <a:off x="11333331" y="15377400"/>
              <a:ext cx="0" cy="3690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 Verbindung mit Pfeil 182">
              <a:extLst>
                <a:ext uri="{FF2B5EF4-FFF2-40B4-BE49-F238E27FC236}">
                  <a16:creationId xmlns:a16="http://schemas.microsoft.com/office/drawing/2014/main" id="{C7F422BD-8A50-D65B-4146-75AB29D132C6}"/>
                </a:ext>
              </a:extLst>
            </p:cNvPr>
            <p:cNvCxnSpPr>
              <a:stCxn id="174" idx="6"/>
            </p:cNvCxnSpPr>
            <p:nvPr/>
          </p:nvCxnSpPr>
          <p:spPr>
            <a:xfrm>
              <a:off x="11423330" y="152874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 Verbindung mit Pfeil 183">
              <a:extLst>
                <a:ext uri="{FF2B5EF4-FFF2-40B4-BE49-F238E27FC236}">
                  <a16:creationId xmlns:a16="http://schemas.microsoft.com/office/drawing/2014/main" id="{1E359D9E-2DFC-7A51-2933-A8B6CEC27C81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689" y="130392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 Verbindung mit Pfeil 184">
              <a:extLst>
                <a:ext uri="{FF2B5EF4-FFF2-40B4-BE49-F238E27FC236}">
                  <a16:creationId xmlns:a16="http://schemas.microsoft.com/office/drawing/2014/main" id="{ABFA77C8-A5D7-A56B-180C-E56DA51240BF}"/>
                </a:ext>
              </a:extLst>
            </p:cNvPr>
            <p:cNvCxnSpPr>
              <a:cxnSpLocks/>
            </p:cNvCxnSpPr>
            <p:nvPr/>
          </p:nvCxnSpPr>
          <p:spPr>
            <a:xfrm>
              <a:off x="12107195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 Verbindung mit Pfeil 186">
              <a:extLst>
                <a:ext uri="{FF2B5EF4-FFF2-40B4-BE49-F238E27FC236}">
                  <a16:creationId xmlns:a16="http://schemas.microsoft.com/office/drawing/2014/main" id="{66DB324F-8A9A-AA5C-213D-D00B57A85518}"/>
                </a:ext>
              </a:extLst>
            </p:cNvPr>
            <p:cNvCxnSpPr>
              <a:stCxn id="117" idx="2"/>
            </p:cNvCxnSpPr>
            <p:nvPr/>
          </p:nvCxnSpPr>
          <p:spPr>
            <a:xfrm flipV="1">
              <a:off x="12148944" y="15287401"/>
              <a:ext cx="360000" cy="37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feld 187">
              <a:extLst>
                <a:ext uri="{FF2B5EF4-FFF2-40B4-BE49-F238E27FC236}">
                  <a16:creationId xmlns:a16="http://schemas.microsoft.com/office/drawing/2014/main" id="{B70167AF-04AA-9488-DE25-A9BFF94F4FB8}"/>
                </a:ext>
              </a:extLst>
            </p:cNvPr>
            <p:cNvSpPr txBox="1"/>
            <p:nvPr/>
          </p:nvSpPr>
          <p:spPr>
            <a:xfrm>
              <a:off x="12516609" y="15051424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8B11F037-1C13-16A9-DA0E-EA4CFFB9AFCC}"/>
                </a:ext>
              </a:extLst>
            </p:cNvPr>
            <p:cNvCxnSpPr/>
            <p:nvPr/>
          </p:nvCxnSpPr>
          <p:spPr>
            <a:xfrm flipV="1">
              <a:off x="12909339" y="15289201"/>
              <a:ext cx="360000" cy="37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3678FD00-76A0-941B-D53D-CDBC0E3223E3}"/>
                </a:ext>
              </a:extLst>
            </p:cNvPr>
            <p:cNvSpPr/>
            <p:nvPr/>
          </p:nvSpPr>
          <p:spPr>
            <a:xfrm rot="16200000">
              <a:off x="12051307" y="15111003"/>
              <a:ext cx="2822400" cy="370800"/>
            </a:xfrm>
            <a:prstGeom prst="rect">
              <a:avLst/>
            </a:prstGeom>
            <a:solidFill>
              <a:srgbClr val="E3C893">
                <a:alpha val="42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Single Stream Block 38</a:t>
              </a:r>
            </a:p>
          </p:txBody>
        </p:sp>
        <p:cxnSp>
          <p:nvCxnSpPr>
            <p:cNvPr id="191" name="Gerade Verbindung mit Pfeil 190">
              <a:extLst>
                <a:ext uri="{FF2B5EF4-FFF2-40B4-BE49-F238E27FC236}">
                  <a16:creationId xmlns:a16="http://schemas.microsoft.com/office/drawing/2014/main" id="{B8E9814D-DB2D-7EC3-DB46-B0283A52DDD5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652" y="130445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 Verbindung mit Pfeil 191">
              <a:extLst>
                <a:ext uri="{FF2B5EF4-FFF2-40B4-BE49-F238E27FC236}">
                  <a16:creationId xmlns:a16="http://schemas.microsoft.com/office/drawing/2014/main" id="{5DA524FC-8CE7-516A-8F04-3E8D317521A0}"/>
                </a:ext>
              </a:extLst>
            </p:cNvPr>
            <p:cNvCxnSpPr>
              <a:cxnSpLocks/>
            </p:cNvCxnSpPr>
            <p:nvPr/>
          </p:nvCxnSpPr>
          <p:spPr>
            <a:xfrm>
              <a:off x="13606158" y="54953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Gerade Verbindung mit Pfeil 193">
              <a:extLst>
                <a:ext uri="{FF2B5EF4-FFF2-40B4-BE49-F238E27FC236}">
                  <a16:creationId xmlns:a16="http://schemas.microsoft.com/office/drawing/2014/main" id="{B5CB844F-AAF1-006F-1969-089EE8EB7CD5}"/>
                </a:ext>
              </a:extLst>
            </p:cNvPr>
            <p:cNvCxnSpPr>
              <a:cxnSpLocks/>
              <a:stCxn id="190" idx="2"/>
            </p:cNvCxnSpPr>
            <p:nvPr/>
          </p:nvCxnSpPr>
          <p:spPr>
            <a:xfrm>
              <a:off x="13647907" y="15296403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Rechteck 195">
              <a:extLst>
                <a:ext uri="{FF2B5EF4-FFF2-40B4-BE49-F238E27FC236}">
                  <a16:creationId xmlns:a16="http://schemas.microsoft.com/office/drawing/2014/main" id="{81DD8002-8E5D-D553-8375-56EE3E8937AD}"/>
                </a:ext>
              </a:extLst>
            </p:cNvPr>
            <p:cNvSpPr/>
            <p:nvPr/>
          </p:nvSpPr>
          <p:spPr>
            <a:xfrm rot="16200000">
              <a:off x="13818008" y="15101999"/>
              <a:ext cx="759227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Split</a:t>
              </a:r>
              <a:r>
                <a:rPr lang="en-GB" dirty="0"/>
                <a:t> </a:t>
              </a:r>
            </a:p>
          </p:txBody>
        </p:sp>
        <p:cxnSp>
          <p:nvCxnSpPr>
            <p:cNvPr id="198" name="Gerade Verbindung mit Pfeil 197">
              <a:extLst>
                <a:ext uri="{FF2B5EF4-FFF2-40B4-BE49-F238E27FC236}">
                  <a16:creationId xmlns:a16="http://schemas.microsoft.com/office/drawing/2014/main" id="{ADDD36E4-C123-FD07-7312-D8F22180EFAA}"/>
                </a:ext>
              </a:extLst>
            </p:cNvPr>
            <p:cNvCxnSpPr>
              <a:cxnSpLocks/>
              <a:stCxn id="196" idx="2"/>
              <a:endCxn id="202" idx="0"/>
            </p:cNvCxnSpPr>
            <p:nvPr/>
          </p:nvCxnSpPr>
          <p:spPr>
            <a:xfrm>
              <a:off x="14383022" y="15287399"/>
              <a:ext cx="393048" cy="8317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 Verbindung mit Pfeil 199">
              <a:extLst>
                <a:ext uri="{FF2B5EF4-FFF2-40B4-BE49-F238E27FC236}">
                  <a16:creationId xmlns:a16="http://schemas.microsoft.com/office/drawing/2014/main" id="{DC509D5A-80F6-74A9-6EFB-1431BD6ECDF0}"/>
                </a:ext>
              </a:extLst>
            </p:cNvPr>
            <p:cNvCxnSpPr>
              <a:cxnSpLocks/>
              <a:stCxn id="196" idx="2"/>
              <a:endCxn id="201" idx="0"/>
            </p:cNvCxnSpPr>
            <p:nvPr/>
          </p:nvCxnSpPr>
          <p:spPr>
            <a:xfrm flipV="1">
              <a:off x="14383022" y="14463103"/>
              <a:ext cx="393048" cy="8242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hteck 200">
              <a:extLst>
                <a:ext uri="{FF2B5EF4-FFF2-40B4-BE49-F238E27FC236}">
                  <a16:creationId xmlns:a16="http://schemas.microsoft.com/office/drawing/2014/main" id="{0421DE36-D5DA-08AE-82DE-63FB16F46EF0}"/>
                </a:ext>
              </a:extLst>
            </p:cNvPr>
            <p:cNvSpPr/>
            <p:nvPr/>
          </p:nvSpPr>
          <p:spPr>
            <a:xfrm rot="16200000">
              <a:off x="14378270" y="14277703"/>
              <a:ext cx="11664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Txt_Feat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2" name="Rechteck 201">
              <a:extLst>
                <a:ext uri="{FF2B5EF4-FFF2-40B4-BE49-F238E27FC236}">
                  <a16:creationId xmlns:a16="http://schemas.microsoft.com/office/drawing/2014/main" id="{E2A33537-93B8-980C-15E9-2B51BE0ACA03}"/>
                </a:ext>
              </a:extLst>
            </p:cNvPr>
            <p:cNvSpPr/>
            <p:nvPr/>
          </p:nvSpPr>
          <p:spPr>
            <a:xfrm rot="16200000">
              <a:off x="14378270" y="15933704"/>
              <a:ext cx="11664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Img_Feat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209" name="Gerade Verbindung mit Pfeil 208">
              <a:extLst>
                <a:ext uri="{FF2B5EF4-FFF2-40B4-BE49-F238E27FC236}">
                  <a16:creationId xmlns:a16="http://schemas.microsoft.com/office/drawing/2014/main" id="{24FA5C72-2318-A5B6-A3EB-E4B78E4D380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6870" y="1614606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795DF1B0-8E75-6285-E74A-3D3915165F8E}"/>
                </a:ext>
              </a:extLst>
            </p:cNvPr>
            <p:cNvSpPr/>
            <p:nvPr/>
          </p:nvSpPr>
          <p:spPr>
            <a:xfrm rot="16200000">
              <a:off x="14613457" y="15963009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cxnSp>
          <p:nvCxnSpPr>
            <p:cNvPr id="218" name="Gerade Verbindung mit Pfeil 217">
              <a:extLst>
                <a:ext uri="{FF2B5EF4-FFF2-40B4-BE49-F238E27FC236}">
                  <a16:creationId xmlns:a16="http://schemas.microsoft.com/office/drawing/2014/main" id="{01022630-D2A3-C609-FCC5-0610942D02BD}"/>
                </a:ext>
              </a:extLst>
            </p:cNvPr>
            <p:cNvCxnSpPr>
              <a:cxnSpLocks/>
            </p:cNvCxnSpPr>
            <p:nvPr/>
          </p:nvCxnSpPr>
          <p:spPr>
            <a:xfrm>
              <a:off x="15885849" y="1614606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feld 219">
              <a:extLst>
                <a:ext uri="{FF2B5EF4-FFF2-40B4-BE49-F238E27FC236}">
                  <a16:creationId xmlns:a16="http://schemas.microsoft.com/office/drawing/2014/main" id="{C866E219-58CB-4A66-56DC-F7876A347873}"/>
                </a:ext>
              </a:extLst>
            </p:cNvPr>
            <p:cNvSpPr txBox="1"/>
            <p:nvPr/>
          </p:nvSpPr>
          <p:spPr>
            <a:xfrm>
              <a:off x="16225455" y="15950878"/>
              <a:ext cx="1200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Prediction</a:t>
              </a:r>
            </a:p>
          </p:txBody>
        </p:sp>
        <p:sp>
          <p:nvSpPr>
            <p:cNvPr id="221" name="Textfeld 220">
              <a:extLst>
                <a:ext uri="{FF2B5EF4-FFF2-40B4-BE49-F238E27FC236}">
                  <a16:creationId xmlns:a16="http://schemas.microsoft.com/office/drawing/2014/main" id="{850E5593-5804-3C09-A19A-645F50ECB72C}"/>
                </a:ext>
              </a:extLst>
            </p:cNvPr>
            <p:cNvSpPr txBox="1"/>
            <p:nvPr/>
          </p:nvSpPr>
          <p:spPr>
            <a:xfrm rot="16200000">
              <a:off x="5084402" y="7405200"/>
              <a:ext cx="727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2" name="Textfeld 221">
              <a:extLst>
                <a:ext uri="{FF2B5EF4-FFF2-40B4-BE49-F238E27FC236}">
                  <a16:creationId xmlns:a16="http://schemas.microsoft.com/office/drawing/2014/main" id="{6521F8C3-2E4C-817E-5DA3-EED5942EA89D}"/>
                </a:ext>
              </a:extLst>
            </p:cNvPr>
            <p:cNvSpPr txBox="1"/>
            <p:nvPr/>
          </p:nvSpPr>
          <p:spPr>
            <a:xfrm rot="16200000">
              <a:off x="4388692" y="7405200"/>
              <a:ext cx="727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(1,768)</a:t>
              </a:r>
            </a:p>
          </p:txBody>
        </p:sp>
        <p:sp>
          <p:nvSpPr>
            <p:cNvPr id="223" name="Textfeld 222">
              <a:extLst>
                <a:ext uri="{FF2B5EF4-FFF2-40B4-BE49-F238E27FC236}">
                  <a16:creationId xmlns:a16="http://schemas.microsoft.com/office/drawing/2014/main" id="{A4338B6A-4AFF-E361-E1B6-9D798409B6DA}"/>
                </a:ext>
              </a:extLst>
            </p:cNvPr>
            <p:cNvSpPr txBox="1"/>
            <p:nvPr/>
          </p:nvSpPr>
          <p:spPr>
            <a:xfrm rot="16200000">
              <a:off x="3635887" y="5019157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4" name="Textfeld 223">
              <a:extLst>
                <a:ext uri="{FF2B5EF4-FFF2-40B4-BE49-F238E27FC236}">
                  <a16:creationId xmlns:a16="http://schemas.microsoft.com/office/drawing/2014/main" id="{F56ECBB4-FAA0-36C8-2872-BA9706A6E7A9}"/>
                </a:ext>
              </a:extLst>
            </p:cNvPr>
            <p:cNvSpPr txBox="1"/>
            <p:nvPr/>
          </p:nvSpPr>
          <p:spPr>
            <a:xfrm rot="16200000">
              <a:off x="3642209" y="2545690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5" name="Textfeld 224">
              <a:extLst>
                <a:ext uri="{FF2B5EF4-FFF2-40B4-BE49-F238E27FC236}">
                  <a16:creationId xmlns:a16="http://schemas.microsoft.com/office/drawing/2014/main" id="{F25E273F-05CC-84EC-E501-D2611BB9E1FD}"/>
                </a:ext>
              </a:extLst>
            </p:cNvPr>
            <p:cNvSpPr txBox="1"/>
            <p:nvPr/>
          </p:nvSpPr>
          <p:spPr>
            <a:xfrm rot="16200000">
              <a:off x="4244400" y="96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(1,512,4096)</a:t>
              </a:r>
            </a:p>
          </p:txBody>
        </p:sp>
        <p:sp>
          <p:nvSpPr>
            <p:cNvPr id="226" name="Textfeld 225">
              <a:extLst>
                <a:ext uri="{FF2B5EF4-FFF2-40B4-BE49-F238E27FC236}">
                  <a16:creationId xmlns:a16="http://schemas.microsoft.com/office/drawing/2014/main" id="{C8AA1BC7-243E-D204-D2D4-C4C005CA70F5}"/>
                </a:ext>
              </a:extLst>
            </p:cNvPr>
            <p:cNvSpPr txBox="1"/>
            <p:nvPr/>
          </p:nvSpPr>
          <p:spPr>
            <a:xfrm rot="16200000">
              <a:off x="4948503" y="96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27" name="Textfeld 226">
              <a:extLst>
                <a:ext uri="{FF2B5EF4-FFF2-40B4-BE49-F238E27FC236}">
                  <a16:creationId xmlns:a16="http://schemas.microsoft.com/office/drawing/2014/main" id="{108837E6-ACD0-521B-2AF8-5E431ABE000C}"/>
                </a:ext>
              </a:extLst>
            </p:cNvPr>
            <p:cNvSpPr txBox="1"/>
            <p:nvPr/>
          </p:nvSpPr>
          <p:spPr>
            <a:xfrm rot="16200000">
              <a:off x="4329895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(1,N,64)</a:t>
              </a:r>
            </a:p>
          </p:txBody>
        </p:sp>
        <p:sp>
          <p:nvSpPr>
            <p:cNvPr id="228" name="Textfeld 227">
              <a:extLst>
                <a:ext uri="{FF2B5EF4-FFF2-40B4-BE49-F238E27FC236}">
                  <a16:creationId xmlns:a16="http://schemas.microsoft.com/office/drawing/2014/main" id="{89BDC9C4-DDA0-D31C-AF16-DDEC177D4D53}"/>
                </a:ext>
              </a:extLst>
            </p:cNvPr>
            <p:cNvSpPr txBox="1"/>
            <p:nvPr/>
          </p:nvSpPr>
          <p:spPr>
            <a:xfrm rot="16200000">
              <a:off x="5085325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(1,N,3072)</a:t>
              </a:r>
            </a:p>
          </p:txBody>
        </p:sp>
        <p:sp>
          <p:nvSpPr>
            <p:cNvPr id="229" name="Textfeld 228">
              <a:extLst>
                <a:ext uri="{FF2B5EF4-FFF2-40B4-BE49-F238E27FC236}">
                  <a16:creationId xmlns:a16="http://schemas.microsoft.com/office/drawing/2014/main" id="{E21088ED-810C-7BE0-DBD9-6E7041C3BBAF}"/>
                </a:ext>
              </a:extLst>
            </p:cNvPr>
            <p:cNvSpPr txBox="1"/>
            <p:nvPr/>
          </p:nvSpPr>
          <p:spPr>
            <a:xfrm rot="16200000">
              <a:off x="8858812" y="141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30" name="Textfeld 229">
              <a:extLst>
                <a:ext uri="{FF2B5EF4-FFF2-40B4-BE49-F238E27FC236}">
                  <a16:creationId xmlns:a16="http://schemas.microsoft.com/office/drawing/2014/main" id="{A1279A42-A27F-0B7F-2ACE-1C2B9722A6A5}"/>
                </a:ext>
              </a:extLst>
            </p:cNvPr>
            <p:cNvSpPr txBox="1"/>
            <p:nvPr/>
          </p:nvSpPr>
          <p:spPr>
            <a:xfrm rot="16200000">
              <a:off x="8918219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(1,N,3072)</a:t>
              </a:r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E1BE22D8-0CEB-B0D1-7DE9-D3FF9C52F5BC}"/>
                </a:ext>
              </a:extLst>
            </p:cNvPr>
            <p:cNvSpPr txBox="1"/>
            <p:nvPr/>
          </p:nvSpPr>
          <p:spPr>
            <a:xfrm rot="16200000">
              <a:off x="11687076" y="14551200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(1,N+512,3072)</a:t>
              </a:r>
            </a:p>
          </p:txBody>
        </p: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56EC7B1F-BA1F-8F14-92DF-3084690EE557}"/>
                </a:ext>
              </a:extLst>
            </p:cNvPr>
            <p:cNvSpPr txBox="1"/>
            <p:nvPr/>
          </p:nvSpPr>
          <p:spPr>
            <a:xfrm rot="16200000">
              <a:off x="13190897" y="14551200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(1,N+512,3072)</a:t>
              </a:r>
            </a:p>
          </p:txBody>
        </p:sp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A390A15D-EC6D-097D-25AA-2E4516090A60}"/>
                </a:ext>
              </a:extLst>
            </p:cNvPr>
            <p:cNvSpPr txBox="1"/>
            <p:nvPr/>
          </p:nvSpPr>
          <p:spPr>
            <a:xfrm rot="16200000">
              <a:off x="14843691" y="156060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(1,N,3072)</a:t>
              </a:r>
            </a:p>
          </p:txBody>
        </p:sp>
        <p:sp>
          <p:nvSpPr>
            <p:cNvPr id="234" name="Textfeld 233">
              <a:extLst>
                <a:ext uri="{FF2B5EF4-FFF2-40B4-BE49-F238E27FC236}">
                  <a16:creationId xmlns:a16="http://schemas.microsoft.com/office/drawing/2014/main" id="{835B0038-37B0-CC47-0AB6-849702AB6B87}"/>
                </a:ext>
              </a:extLst>
            </p:cNvPr>
            <p:cNvSpPr txBox="1"/>
            <p:nvPr/>
          </p:nvSpPr>
          <p:spPr>
            <a:xfrm rot="16200000">
              <a:off x="15578156" y="156060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(1,N,64)</a:t>
              </a:r>
            </a:p>
          </p:txBody>
        </p:sp>
        <p:sp>
          <p:nvSpPr>
            <p:cNvPr id="238" name="Textfeld 237">
              <a:extLst>
                <a:ext uri="{FF2B5EF4-FFF2-40B4-BE49-F238E27FC236}">
                  <a16:creationId xmlns:a16="http://schemas.microsoft.com/office/drawing/2014/main" id="{3AAE7151-DCD3-3358-8955-C199469CE866}"/>
                </a:ext>
              </a:extLst>
            </p:cNvPr>
            <p:cNvSpPr txBox="1"/>
            <p:nvPr/>
          </p:nvSpPr>
          <p:spPr>
            <a:xfrm rot="16200000">
              <a:off x="10611517" y="141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39" name="Textfeld 238">
              <a:extLst>
                <a:ext uri="{FF2B5EF4-FFF2-40B4-BE49-F238E27FC236}">
                  <a16:creationId xmlns:a16="http://schemas.microsoft.com/office/drawing/2014/main" id="{6EEF4E0B-819E-D93A-2D23-E11DC554E360}"/>
                </a:ext>
              </a:extLst>
            </p:cNvPr>
            <p:cNvSpPr txBox="1"/>
            <p:nvPr/>
          </p:nvSpPr>
          <p:spPr>
            <a:xfrm rot="16200000">
              <a:off x="10679369" y="160668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(1,N,3072)</a:t>
              </a:r>
            </a:p>
          </p:txBody>
        </p:sp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551B15D8-F294-B914-F620-499511DC0274}"/>
                </a:ext>
              </a:extLst>
            </p:cNvPr>
            <p:cNvSpPr/>
            <p:nvPr/>
          </p:nvSpPr>
          <p:spPr>
            <a:xfrm rot="16200000">
              <a:off x="3343624" y="15561000"/>
              <a:ext cx="216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Patchify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243" name="Gerade Verbindung mit Pfeil 242">
              <a:extLst>
                <a:ext uri="{FF2B5EF4-FFF2-40B4-BE49-F238E27FC236}">
                  <a16:creationId xmlns:a16="http://schemas.microsoft.com/office/drawing/2014/main" id="{CE3D660E-A303-5423-5C8E-8EF6DA0182FD}"/>
                </a:ext>
              </a:extLst>
            </p:cNvPr>
            <p:cNvCxnSpPr>
              <a:stCxn id="241" idx="2"/>
            </p:cNvCxnSpPr>
            <p:nvPr/>
          </p:nvCxnSpPr>
          <p:spPr>
            <a:xfrm>
              <a:off x="4609024" y="157464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Gerade Verbindung 246">
              <a:extLst>
                <a:ext uri="{FF2B5EF4-FFF2-40B4-BE49-F238E27FC236}">
                  <a16:creationId xmlns:a16="http://schemas.microsoft.com/office/drawing/2014/main" id="{6402061E-AA6C-E084-06F8-537DD3F41D93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>
              <a:off x="3657386" y="11407214"/>
              <a:ext cx="0" cy="83289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Gerade Verbindung 251">
              <a:extLst>
                <a:ext uri="{FF2B5EF4-FFF2-40B4-BE49-F238E27FC236}">
                  <a16:creationId xmlns:a16="http://schemas.microsoft.com/office/drawing/2014/main" id="{2019212F-7290-43F8-E609-439B5858E060}"/>
                </a:ext>
              </a:extLst>
            </p:cNvPr>
            <p:cNvCxnSpPr>
              <a:stCxn id="241" idx="3"/>
            </p:cNvCxnSpPr>
            <p:nvPr/>
          </p:nvCxnSpPr>
          <p:spPr>
            <a:xfrm flipH="1" flipV="1">
              <a:off x="4421024" y="13830924"/>
              <a:ext cx="2600" cy="8354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feld 253">
              <a:extLst>
                <a:ext uri="{FF2B5EF4-FFF2-40B4-BE49-F238E27FC236}">
                  <a16:creationId xmlns:a16="http://schemas.microsoft.com/office/drawing/2014/main" id="{6E129166-2DD2-FEC0-D1ED-049D9288BAA2}"/>
                </a:ext>
              </a:extLst>
            </p:cNvPr>
            <p:cNvSpPr txBox="1"/>
            <p:nvPr/>
          </p:nvSpPr>
          <p:spPr>
            <a:xfrm rot="16200000">
              <a:off x="3542247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(16,h,w)</a:t>
              </a:r>
            </a:p>
          </p:txBody>
        </p:sp>
      </p:grpSp>
      <p:sp>
        <p:nvSpPr>
          <p:cNvPr id="262" name="Textfeld 261">
            <a:extLst>
              <a:ext uri="{FF2B5EF4-FFF2-40B4-BE49-F238E27FC236}">
                <a16:creationId xmlns:a16="http://schemas.microsoft.com/office/drawing/2014/main" id="{A50794CA-2F93-D61C-497A-C56BA2EAA620}"/>
              </a:ext>
            </a:extLst>
          </p:cNvPr>
          <p:cNvSpPr txBox="1"/>
          <p:nvPr/>
        </p:nvSpPr>
        <p:spPr>
          <a:xfrm rot="16200000">
            <a:off x="5084636" y="11725898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(1,512,3)</a:t>
            </a:r>
          </a:p>
        </p:txBody>
      </p:sp>
      <p:sp>
        <p:nvSpPr>
          <p:cNvPr id="263" name="Textfeld 262">
            <a:extLst>
              <a:ext uri="{FF2B5EF4-FFF2-40B4-BE49-F238E27FC236}">
                <a16:creationId xmlns:a16="http://schemas.microsoft.com/office/drawing/2014/main" id="{D6A92156-2C0F-C97E-2483-FE342F5B773F}"/>
              </a:ext>
            </a:extLst>
          </p:cNvPr>
          <p:cNvSpPr txBox="1"/>
          <p:nvPr/>
        </p:nvSpPr>
        <p:spPr>
          <a:xfrm rot="16200000">
            <a:off x="5152762" y="13348283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(1,N,3)</a:t>
            </a:r>
          </a:p>
        </p:txBody>
      </p:sp>
      <p:sp>
        <p:nvSpPr>
          <p:cNvPr id="264" name="Textfeld 263">
            <a:extLst>
              <a:ext uri="{FF2B5EF4-FFF2-40B4-BE49-F238E27FC236}">
                <a16:creationId xmlns:a16="http://schemas.microsoft.com/office/drawing/2014/main" id="{50990E7A-0517-33F5-4AD7-652A270413C9}"/>
              </a:ext>
            </a:extLst>
          </p:cNvPr>
          <p:cNvSpPr txBox="1"/>
          <p:nvPr/>
        </p:nvSpPr>
        <p:spPr>
          <a:xfrm rot="16200000">
            <a:off x="6475813" y="12189290"/>
            <a:ext cx="1417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(1,1,N+512,64,4,4)</a:t>
            </a:r>
          </a:p>
        </p:txBody>
      </p:sp>
    </p:spTree>
    <p:extLst>
      <p:ext uri="{BB962C8B-B14F-4D97-AF65-F5344CB8AC3E}">
        <p14:creationId xmlns:p14="http://schemas.microsoft.com/office/powerpoint/2010/main" val="406316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502</Words>
  <Application>Microsoft Macintosh PowerPoint</Application>
  <PresentationFormat>Benutzerdefiniert</PresentationFormat>
  <Paragraphs>261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Apple Color Emoji</vt:lpstr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129</cp:revision>
  <dcterms:created xsi:type="dcterms:W3CDTF">2025-12-02T13:46:42Z</dcterms:created>
  <dcterms:modified xsi:type="dcterms:W3CDTF">2026-03-29T13:03:13Z</dcterms:modified>
</cp:coreProperties>
</file>